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ppt/drawings/drawing1.xml" ContentType="application/vnd.openxmlformats-officedocument.drawingml.chartshapes+xml"/>
  <Override PartName="/ppt/charts/chart13.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notesMasterIdLst>
    <p:notesMasterId r:id="rId37"/>
  </p:notesMasterIdLst>
  <p:handoutMasterIdLst>
    <p:handoutMasterId r:id="rId38"/>
  </p:handoutMasterIdLst>
  <p:sldIdLst>
    <p:sldId id="398" r:id="rId2"/>
    <p:sldId id="350" r:id="rId3"/>
    <p:sldId id="269" r:id="rId4"/>
    <p:sldId id="279" r:id="rId5"/>
    <p:sldId id="423" r:id="rId6"/>
    <p:sldId id="433" r:id="rId7"/>
    <p:sldId id="275" r:id="rId8"/>
    <p:sldId id="276" r:id="rId9"/>
    <p:sldId id="281" r:id="rId10"/>
    <p:sldId id="435" r:id="rId11"/>
    <p:sldId id="420" r:id="rId12"/>
    <p:sldId id="428" r:id="rId13"/>
    <p:sldId id="429" r:id="rId14"/>
    <p:sldId id="419" r:id="rId15"/>
    <p:sldId id="430" r:id="rId16"/>
    <p:sldId id="431" r:id="rId17"/>
    <p:sldId id="432" r:id="rId18"/>
    <p:sldId id="329" r:id="rId19"/>
    <p:sldId id="340" r:id="rId20"/>
    <p:sldId id="424" r:id="rId21"/>
    <p:sldId id="393" r:id="rId22"/>
    <p:sldId id="392" r:id="rId23"/>
    <p:sldId id="406" r:id="rId24"/>
    <p:sldId id="416" r:id="rId25"/>
    <p:sldId id="370" r:id="rId26"/>
    <p:sldId id="366" r:id="rId27"/>
    <p:sldId id="394" r:id="rId28"/>
    <p:sldId id="363" r:id="rId29"/>
    <p:sldId id="372" r:id="rId30"/>
    <p:sldId id="373" r:id="rId31"/>
    <p:sldId id="374" r:id="rId32"/>
    <p:sldId id="364" r:id="rId33"/>
    <p:sldId id="389" r:id="rId34"/>
    <p:sldId id="390" r:id="rId35"/>
    <p:sldId id="41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0606"/>
    <a:srgbClr val="B896FF"/>
    <a:srgbClr val="00FFF0"/>
    <a:srgbClr val="00F6FF"/>
    <a:srgbClr val="161616"/>
    <a:srgbClr val="2AFFCC"/>
    <a:srgbClr val="01F5FF"/>
    <a:srgbClr val="D8E763"/>
    <a:srgbClr val="DA0042"/>
    <a:srgbClr val="FF47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45"/>
    <p:restoredTop sz="94694"/>
  </p:normalViewPr>
  <p:slideViewPr>
    <p:cSldViewPr snapToGrid="0">
      <p:cViewPr varScale="1">
        <p:scale>
          <a:sx n="70" d="100"/>
          <a:sy n="70" d="100"/>
        </p:scale>
        <p:origin x="994" y="2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chartUserShapes" Target="../drawings/drawing1.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Q1'22 REVENUE BY INDUSTRY VERTICAL</c:v>
                </c:pt>
              </c:strCache>
            </c:strRef>
          </c:tx>
          <c:spPr>
            <a:gradFill flip="none" rotWithShape="1">
              <a:gsLst>
                <a:gs pos="100000">
                  <a:schemeClr val="accent3"/>
                </a:gs>
                <a:gs pos="22000">
                  <a:schemeClr val="accent5"/>
                </a:gs>
                <a:gs pos="0">
                  <a:schemeClr val="accent4"/>
                </a:gs>
              </a:gsLst>
              <a:lin ang="2700000" scaled="1"/>
              <a:tileRect/>
            </a:gradFill>
            <a:ln w="6350">
              <a:solidFill>
                <a:srgbClr val="000000"/>
              </a:solidFill>
            </a:ln>
          </c:spPr>
          <c:dPt>
            <c:idx val="0"/>
            <c:bubble3D val="0"/>
            <c:spPr>
              <a:gradFill flip="none" rotWithShape="1">
                <a:gsLst>
                  <a:gs pos="100000">
                    <a:schemeClr val="accent3"/>
                  </a:gs>
                  <a:gs pos="22000">
                    <a:schemeClr val="accent5"/>
                  </a:gs>
                  <a:gs pos="0">
                    <a:schemeClr val="accent4"/>
                  </a:gs>
                </a:gsLst>
                <a:lin ang="2700000" scaled="1"/>
                <a:tileRect/>
              </a:gradFill>
              <a:ln w="6350">
                <a:solidFill>
                  <a:srgbClr val="000000"/>
                </a:solidFill>
              </a:ln>
              <a:effectLst/>
            </c:spPr>
            <c:extLst>
              <c:ext xmlns:c16="http://schemas.microsoft.com/office/drawing/2014/chart" uri="{C3380CC4-5D6E-409C-BE32-E72D297353CC}">
                <c16:uniqueId val="{00000001-75AB-954A-AC41-BC78A4B3CCE7}"/>
              </c:ext>
            </c:extLst>
          </c:dPt>
          <c:dPt>
            <c:idx val="1"/>
            <c:bubble3D val="0"/>
            <c:spPr>
              <a:gradFill flip="none" rotWithShape="1">
                <a:gsLst>
                  <a:gs pos="100000">
                    <a:schemeClr val="accent3"/>
                  </a:gs>
                  <a:gs pos="22000">
                    <a:schemeClr val="accent5"/>
                  </a:gs>
                  <a:gs pos="0">
                    <a:schemeClr val="accent4"/>
                  </a:gs>
                </a:gsLst>
                <a:lin ang="2700000" scaled="1"/>
                <a:tileRect/>
              </a:gradFill>
              <a:ln w="6350">
                <a:solidFill>
                  <a:srgbClr val="000000"/>
                </a:solidFill>
              </a:ln>
              <a:effectLst/>
            </c:spPr>
            <c:extLst>
              <c:ext xmlns:c16="http://schemas.microsoft.com/office/drawing/2014/chart" uri="{C3380CC4-5D6E-409C-BE32-E72D297353CC}">
                <c16:uniqueId val="{00000003-75AB-954A-AC41-BC78A4B3CCE7}"/>
              </c:ext>
            </c:extLst>
          </c:dPt>
          <c:dPt>
            <c:idx val="2"/>
            <c:bubble3D val="0"/>
            <c:spPr>
              <a:gradFill flip="none" rotWithShape="1">
                <a:gsLst>
                  <a:gs pos="100000">
                    <a:schemeClr val="accent3"/>
                  </a:gs>
                  <a:gs pos="22000">
                    <a:schemeClr val="accent5"/>
                  </a:gs>
                  <a:gs pos="0">
                    <a:schemeClr val="accent4"/>
                  </a:gs>
                </a:gsLst>
                <a:lin ang="2700000" scaled="1"/>
                <a:tileRect/>
              </a:gradFill>
              <a:ln w="6350">
                <a:solidFill>
                  <a:srgbClr val="000000"/>
                </a:solidFill>
              </a:ln>
              <a:effectLst/>
            </c:spPr>
            <c:extLst>
              <c:ext xmlns:c16="http://schemas.microsoft.com/office/drawing/2014/chart" uri="{C3380CC4-5D6E-409C-BE32-E72D297353CC}">
                <c16:uniqueId val="{00000005-75AB-954A-AC41-BC78A4B3CCE7}"/>
              </c:ext>
            </c:extLst>
          </c:dPt>
          <c:dPt>
            <c:idx val="3"/>
            <c:bubble3D val="0"/>
            <c:spPr>
              <a:gradFill flip="none" rotWithShape="1">
                <a:gsLst>
                  <a:gs pos="100000">
                    <a:schemeClr val="accent3"/>
                  </a:gs>
                  <a:gs pos="22000">
                    <a:schemeClr val="accent5"/>
                  </a:gs>
                  <a:gs pos="0">
                    <a:schemeClr val="accent4"/>
                  </a:gs>
                </a:gsLst>
                <a:lin ang="2700000" scaled="1"/>
                <a:tileRect/>
              </a:gradFill>
              <a:ln w="6350">
                <a:solidFill>
                  <a:srgbClr val="000000"/>
                </a:solidFill>
              </a:ln>
              <a:effectLst/>
            </c:spPr>
            <c:extLst>
              <c:ext xmlns:c16="http://schemas.microsoft.com/office/drawing/2014/chart" uri="{C3380CC4-5D6E-409C-BE32-E72D297353CC}">
                <c16:uniqueId val="{00000007-75AB-954A-AC41-BC78A4B3CCE7}"/>
              </c:ext>
            </c:extLst>
          </c:dPt>
          <c:dPt>
            <c:idx val="4"/>
            <c:bubble3D val="0"/>
            <c:spPr>
              <a:gradFill flip="none" rotWithShape="1">
                <a:gsLst>
                  <a:gs pos="100000">
                    <a:schemeClr val="accent3"/>
                  </a:gs>
                  <a:gs pos="22000">
                    <a:schemeClr val="accent5"/>
                  </a:gs>
                  <a:gs pos="0">
                    <a:schemeClr val="accent4"/>
                  </a:gs>
                </a:gsLst>
                <a:lin ang="2700000" scaled="1"/>
                <a:tileRect/>
              </a:gradFill>
              <a:ln w="6350">
                <a:solidFill>
                  <a:srgbClr val="000000"/>
                </a:solidFill>
              </a:ln>
              <a:effectLst/>
            </c:spPr>
            <c:extLst>
              <c:ext xmlns:c16="http://schemas.microsoft.com/office/drawing/2014/chart" uri="{C3380CC4-5D6E-409C-BE32-E72D297353CC}">
                <c16:uniqueId val="{00000009-75AB-954A-AC41-BC78A4B3CCE7}"/>
              </c:ext>
            </c:extLst>
          </c:dPt>
          <c:dPt>
            <c:idx val="5"/>
            <c:bubble3D val="0"/>
            <c:spPr>
              <a:gradFill flip="none" rotWithShape="1">
                <a:gsLst>
                  <a:gs pos="100000">
                    <a:schemeClr val="accent3"/>
                  </a:gs>
                  <a:gs pos="22000">
                    <a:schemeClr val="accent5"/>
                  </a:gs>
                  <a:gs pos="0">
                    <a:schemeClr val="accent4"/>
                  </a:gs>
                </a:gsLst>
                <a:lin ang="2700000" scaled="1"/>
                <a:tileRect/>
              </a:gradFill>
              <a:ln w="6350">
                <a:solidFill>
                  <a:srgbClr val="000000"/>
                </a:solidFill>
              </a:ln>
              <a:effectLst/>
            </c:spPr>
            <c:extLst>
              <c:ext xmlns:c16="http://schemas.microsoft.com/office/drawing/2014/chart" uri="{C3380CC4-5D6E-409C-BE32-E72D297353CC}">
                <c16:uniqueId val="{0000000B-75AB-954A-AC41-BC78A4B3CCE7}"/>
              </c:ext>
            </c:extLst>
          </c:dPt>
          <c:cat>
            <c:strRef>
              <c:f>Sheet1!$A$2:$A$7</c:f>
              <c:strCache>
                <c:ptCount val="6"/>
                <c:pt idx="0">
                  <c:v>Financial Services</c:v>
                </c:pt>
                <c:pt idx="1">
                  <c:v>Business Information &amp; Media</c:v>
                </c:pt>
                <c:pt idx="2">
                  <c:v>Software &amp; Hi-Tech</c:v>
                </c:pt>
                <c:pt idx="3">
                  <c:v>Emerging</c:v>
                </c:pt>
                <c:pt idx="4">
                  <c:v>Life Sciences &amp; Healthcare</c:v>
                </c:pt>
                <c:pt idx="5">
                  <c:v>Travel &amp; Consumer</c:v>
                </c:pt>
              </c:strCache>
            </c:strRef>
          </c:cat>
          <c:val>
            <c:numRef>
              <c:f>Sheet1!$B$2:$B$7</c:f>
              <c:numCache>
                <c:formatCode>0.0%</c:formatCode>
                <c:ptCount val="6"/>
                <c:pt idx="0">
                  <c:v>0.20799999999999999</c:v>
                </c:pt>
                <c:pt idx="1">
                  <c:v>0.17</c:v>
                </c:pt>
                <c:pt idx="2">
                  <c:v>0.16700000000000001</c:v>
                </c:pt>
                <c:pt idx="3">
                  <c:v>0.12</c:v>
                </c:pt>
                <c:pt idx="4">
                  <c:v>0.106</c:v>
                </c:pt>
                <c:pt idx="5">
                  <c:v>0.22900000000000001</c:v>
                </c:pt>
              </c:numCache>
            </c:numRef>
          </c:val>
          <c:extLst>
            <c:ext xmlns:c16="http://schemas.microsoft.com/office/drawing/2014/chart" uri="{C3380CC4-5D6E-409C-BE32-E72D297353CC}">
              <c16:uniqueId val="{0000000C-75AB-954A-AC41-BC78A4B3CCE7}"/>
            </c:ext>
          </c:extLst>
        </c:ser>
        <c:dLbls>
          <c:showLegendKey val="0"/>
          <c:showVal val="0"/>
          <c:showCatName val="0"/>
          <c:showSerName val="0"/>
          <c:showPercent val="0"/>
          <c:showBubbleSize val="0"/>
          <c:showLeaderLines val="1"/>
        </c:dLbls>
        <c:firstSliceAng val="0"/>
        <c:holeSize val="6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gradFill>
              <a:gsLst>
                <a:gs pos="64000">
                  <a:srgbClr val="EE5CD3"/>
                </a:gs>
                <a:gs pos="99000">
                  <a:srgbClr val="E2B0FF"/>
                </a:gs>
                <a:gs pos="0">
                  <a:srgbClr val="FF7701"/>
                </a:gs>
                <a:gs pos="32000">
                  <a:srgbClr val="FF4799"/>
                </a:gs>
              </a:gsLst>
              <a:lin ang="2700000" scaled="1"/>
            </a:gradFill>
            <a:ln w="6350">
              <a:solidFill>
                <a:schemeClr val="tx1"/>
              </a:solidFill>
            </a:ln>
          </c:spPr>
          <c:dPt>
            <c:idx val="0"/>
            <c:bubble3D val="0"/>
            <c:spPr>
              <a:gradFill>
                <a:gsLst>
                  <a:gs pos="64000">
                    <a:srgbClr val="EE5CD3"/>
                  </a:gs>
                  <a:gs pos="99000">
                    <a:srgbClr val="E2B0FF"/>
                  </a:gs>
                  <a:gs pos="0">
                    <a:srgbClr val="FF7701"/>
                  </a:gs>
                  <a:gs pos="32000">
                    <a:srgbClr val="FF4799"/>
                  </a:gs>
                </a:gsLst>
                <a:lin ang="2700000" scaled="1"/>
              </a:gradFill>
              <a:ln w="6350">
                <a:solidFill>
                  <a:schemeClr val="tx1"/>
                </a:solidFill>
              </a:ln>
              <a:effectLst/>
            </c:spPr>
            <c:extLst>
              <c:ext xmlns:c16="http://schemas.microsoft.com/office/drawing/2014/chart" uri="{C3380CC4-5D6E-409C-BE32-E72D297353CC}">
                <c16:uniqueId val="{00000001-359E-9144-9EE9-42F79417FF8D}"/>
              </c:ext>
            </c:extLst>
          </c:dPt>
          <c:dPt>
            <c:idx val="1"/>
            <c:bubble3D val="0"/>
            <c:spPr>
              <a:gradFill>
                <a:gsLst>
                  <a:gs pos="64000">
                    <a:srgbClr val="EE5CD3"/>
                  </a:gs>
                  <a:gs pos="99000">
                    <a:srgbClr val="E2B0FF"/>
                  </a:gs>
                  <a:gs pos="0">
                    <a:srgbClr val="FF7701"/>
                  </a:gs>
                  <a:gs pos="32000">
                    <a:srgbClr val="FF4799"/>
                  </a:gs>
                </a:gsLst>
                <a:lin ang="2700000" scaled="1"/>
              </a:gradFill>
              <a:ln w="6350">
                <a:solidFill>
                  <a:schemeClr val="tx1"/>
                </a:solidFill>
              </a:ln>
              <a:effectLst/>
            </c:spPr>
            <c:extLst>
              <c:ext xmlns:c16="http://schemas.microsoft.com/office/drawing/2014/chart" uri="{C3380CC4-5D6E-409C-BE32-E72D297353CC}">
                <c16:uniqueId val="{00000003-359E-9144-9EE9-42F79417FF8D}"/>
              </c:ext>
            </c:extLst>
          </c:dPt>
          <c:dPt>
            <c:idx val="2"/>
            <c:bubble3D val="0"/>
            <c:spPr>
              <a:gradFill>
                <a:gsLst>
                  <a:gs pos="64000">
                    <a:srgbClr val="EE5CD3"/>
                  </a:gs>
                  <a:gs pos="99000">
                    <a:srgbClr val="E2B0FF"/>
                  </a:gs>
                  <a:gs pos="0">
                    <a:srgbClr val="FF7701"/>
                  </a:gs>
                  <a:gs pos="32000">
                    <a:srgbClr val="FF4799"/>
                  </a:gs>
                </a:gsLst>
                <a:lin ang="2700000" scaled="1"/>
              </a:gradFill>
              <a:ln w="6350">
                <a:solidFill>
                  <a:schemeClr val="tx1"/>
                </a:solidFill>
              </a:ln>
              <a:effectLst/>
            </c:spPr>
            <c:extLst>
              <c:ext xmlns:c16="http://schemas.microsoft.com/office/drawing/2014/chart" uri="{C3380CC4-5D6E-409C-BE32-E72D297353CC}">
                <c16:uniqueId val="{00000005-359E-9144-9EE9-42F79417FF8D}"/>
              </c:ext>
            </c:extLst>
          </c:dPt>
          <c:dPt>
            <c:idx val="3"/>
            <c:bubble3D val="0"/>
            <c:spPr>
              <a:gradFill>
                <a:gsLst>
                  <a:gs pos="64000">
                    <a:srgbClr val="EE5CD3"/>
                  </a:gs>
                  <a:gs pos="99000">
                    <a:srgbClr val="E2B0FF"/>
                  </a:gs>
                  <a:gs pos="0">
                    <a:srgbClr val="FF7701"/>
                  </a:gs>
                  <a:gs pos="32000">
                    <a:srgbClr val="FF4799"/>
                  </a:gs>
                </a:gsLst>
                <a:lin ang="2700000" scaled="1"/>
              </a:gradFill>
              <a:ln w="6350">
                <a:solidFill>
                  <a:schemeClr val="tx1"/>
                </a:solidFill>
              </a:ln>
              <a:effectLst/>
            </c:spPr>
            <c:extLst>
              <c:ext xmlns:c16="http://schemas.microsoft.com/office/drawing/2014/chart" uri="{C3380CC4-5D6E-409C-BE32-E72D297353CC}">
                <c16:uniqueId val="{00000007-359E-9144-9EE9-42F79417FF8D}"/>
              </c:ext>
            </c:extLst>
          </c:dPt>
          <c:dLbls>
            <c:delete val="1"/>
          </c:dLbls>
          <c:cat>
            <c:strRef>
              <c:f>Sheet1!$A$2:$A$5</c:f>
              <c:strCache>
                <c:ptCount val="4"/>
                <c:pt idx="0">
                  <c:v>Europe</c:v>
                </c:pt>
                <c:pt idx="1">
                  <c:v>APAC</c:v>
                </c:pt>
                <c:pt idx="2">
                  <c:v>CIS</c:v>
                </c:pt>
                <c:pt idx="3">
                  <c:v>North America</c:v>
                </c:pt>
              </c:strCache>
            </c:strRef>
          </c:cat>
          <c:val>
            <c:numRef>
              <c:f>Sheet1!$B$2:$B$5</c:f>
              <c:numCache>
                <c:formatCode>0.0%</c:formatCode>
                <c:ptCount val="4"/>
                <c:pt idx="0">
                  <c:v>0.35699999999999998</c:v>
                </c:pt>
                <c:pt idx="1">
                  <c:v>2.5999999999999999E-2</c:v>
                </c:pt>
                <c:pt idx="2">
                  <c:v>8.0000000000000002E-3</c:v>
                </c:pt>
                <c:pt idx="3">
                  <c:v>0.60899999999999999</c:v>
                </c:pt>
              </c:numCache>
            </c:numRef>
          </c:val>
          <c:extLst>
            <c:ext xmlns:c16="http://schemas.microsoft.com/office/drawing/2014/chart" uri="{C3380CC4-5D6E-409C-BE32-E72D297353CC}">
              <c16:uniqueId val="{00000008-359E-9144-9EE9-42F79417FF8D}"/>
            </c:ext>
          </c:extLst>
        </c:ser>
        <c:dLbls>
          <c:showLegendKey val="0"/>
          <c:showVal val="0"/>
          <c:showCatName val="0"/>
          <c:showSerName val="0"/>
          <c:showPercent val="1"/>
          <c:showBubbleSize val="0"/>
          <c:showLeaderLines val="1"/>
        </c:dLbls>
        <c:firstSliceAng val="0"/>
        <c:holeSize val="6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Q1'22 REVENUE BY INDUSTRY VERTICAL</c:v>
                </c:pt>
              </c:strCache>
            </c:strRef>
          </c:tx>
          <c:spPr>
            <a:gradFill flip="none" rotWithShape="1">
              <a:gsLst>
                <a:gs pos="100000">
                  <a:schemeClr val="accent3"/>
                </a:gs>
                <a:gs pos="22000">
                  <a:schemeClr val="accent5"/>
                </a:gs>
                <a:gs pos="0">
                  <a:schemeClr val="accent4"/>
                </a:gs>
              </a:gsLst>
              <a:path path="circle">
                <a:fillToRect l="100000" t="100000"/>
              </a:path>
              <a:tileRect r="-100000" b="-100000"/>
            </a:gradFill>
            <a:ln w="6350">
              <a:solidFill>
                <a:srgbClr val="000000"/>
              </a:solidFill>
            </a:ln>
          </c:spPr>
          <c:dPt>
            <c:idx val="0"/>
            <c:bubble3D val="0"/>
            <c:spPr>
              <a:solidFill>
                <a:srgbClr val="A98AEB"/>
              </a:solidFill>
              <a:ln w="6350">
                <a:solidFill>
                  <a:srgbClr val="000000"/>
                </a:solidFill>
              </a:ln>
              <a:effectLst/>
            </c:spPr>
            <c:extLst>
              <c:ext xmlns:c16="http://schemas.microsoft.com/office/drawing/2014/chart" uri="{C3380CC4-5D6E-409C-BE32-E72D297353CC}">
                <c16:uniqueId val="{00000001-75AB-954A-AC41-BC78A4B3CCE7}"/>
              </c:ext>
            </c:extLst>
          </c:dPt>
          <c:dPt>
            <c:idx val="1"/>
            <c:bubble3D val="0"/>
            <c:spPr>
              <a:solidFill>
                <a:srgbClr val="0047FF"/>
              </a:solidFill>
              <a:ln w="6350">
                <a:solidFill>
                  <a:srgbClr val="000000"/>
                </a:solidFill>
              </a:ln>
              <a:effectLst/>
            </c:spPr>
            <c:extLst>
              <c:ext xmlns:c16="http://schemas.microsoft.com/office/drawing/2014/chart" uri="{C3380CC4-5D6E-409C-BE32-E72D297353CC}">
                <c16:uniqueId val="{00000003-75AB-954A-AC41-BC78A4B3CCE7}"/>
              </c:ext>
            </c:extLst>
          </c:dPt>
          <c:dPt>
            <c:idx val="2"/>
            <c:bubble3D val="0"/>
            <c:spPr>
              <a:solidFill>
                <a:srgbClr val="89F0F0"/>
              </a:solidFill>
              <a:ln w="6350">
                <a:solidFill>
                  <a:srgbClr val="000000"/>
                </a:solidFill>
              </a:ln>
              <a:effectLst/>
            </c:spPr>
            <c:extLst>
              <c:ext xmlns:c16="http://schemas.microsoft.com/office/drawing/2014/chart" uri="{C3380CC4-5D6E-409C-BE32-E72D297353CC}">
                <c16:uniqueId val="{00000005-75AB-954A-AC41-BC78A4B3CCE7}"/>
              </c:ext>
            </c:extLst>
          </c:dPt>
          <c:dPt>
            <c:idx val="3"/>
            <c:bubble3D val="0"/>
            <c:spPr>
              <a:solidFill>
                <a:srgbClr val="428EFF"/>
              </a:solidFill>
              <a:ln w="6350">
                <a:solidFill>
                  <a:srgbClr val="000000"/>
                </a:solidFill>
              </a:ln>
              <a:effectLst/>
            </c:spPr>
            <c:extLst>
              <c:ext xmlns:c16="http://schemas.microsoft.com/office/drawing/2014/chart" uri="{C3380CC4-5D6E-409C-BE32-E72D297353CC}">
                <c16:uniqueId val="{00000007-75AB-954A-AC41-BC78A4B3CCE7}"/>
              </c:ext>
            </c:extLst>
          </c:dPt>
          <c:dPt>
            <c:idx val="4"/>
            <c:bubble3D val="0"/>
            <c:spPr>
              <a:solidFill>
                <a:srgbClr val="9BA4F8"/>
              </a:solidFill>
              <a:ln w="6350">
                <a:solidFill>
                  <a:srgbClr val="000000"/>
                </a:solidFill>
              </a:ln>
              <a:effectLst/>
            </c:spPr>
            <c:extLst>
              <c:ext xmlns:c16="http://schemas.microsoft.com/office/drawing/2014/chart" uri="{C3380CC4-5D6E-409C-BE32-E72D297353CC}">
                <c16:uniqueId val="{00000009-75AB-954A-AC41-BC78A4B3CCE7}"/>
              </c:ext>
            </c:extLst>
          </c:dPt>
          <c:dPt>
            <c:idx val="5"/>
            <c:bubble3D val="0"/>
            <c:spPr>
              <a:solidFill>
                <a:schemeClr val="accent5"/>
              </a:solidFill>
              <a:ln w="6350">
                <a:solidFill>
                  <a:srgbClr val="000000"/>
                </a:solidFill>
              </a:ln>
              <a:effectLst/>
            </c:spPr>
            <c:extLst>
              <c:ext xmlns:c16="http://schemas.microsoft.com/office/drawing/2014/chart" uri="{C3380CC4-5D6E-409C-BE32-E72D297353CC}">
                <c16:uniqueId val="{0000000B-75AB-954A-AC41-BC78A4B3CCE7}"/>
              </c:ext>
            </c:extLst>
          </c:dPt>
          <c:cat>
            <c:strRef>
              <c:f>Sheet1!$A$2:$A$7</c:f>
              <c:strCache>
                <c:ptCount val="6"/>
                <c:pt idx="0">
                  <c:v>Financial Services</c:v>
                </c:pt>
                <c:pt idx="1">
                  <c:v>Business Information &amp; Media</c:v>
                </c:pt>
                <c:pt idx="2">
                  <c:v>Software &amp; Hi-Tech</c:v>
                </c:pt>
                <c:pt idx="3">
                  <c:v>Emerging</c:v>
                </c:pt>
                <c:pt idx="4">
                  <c:v>Life Sciences &amp; Healthcare</c:v>
                </c:pt>
                <c:pt idx="5">
                  <c:v>Travel &amp; Consumer</c:v>
                </c:pt>
              </c:strCache>
            </c:strRef>
          </c:cat>
          <c:val>
            <c:numRef>
              <c:f>Sheet1!$B$2:$B$7</c:f>
              <c:numCache>
                <c:formatCode>0.0%</c:formatCode>
                <c:ptCount val="6"/>
                <c:pt idx="0">
                  <c:v>0.20799999999999999</c:v>
                </c:pt>
                <c:pt idx="1">
                  <c:v>0.17</c:v>
                </c:pt>
                <c:pt idx="2">
                  <c:v>0.16700000000000001</c:v>
                </c:pt>
                <c:pt idx="3">
                  <c:v>0.12</c:v>
                </c:pt>
                <c:pt idx="4">
                  <c:v>0.106</c:v>
                </c:pt>
                <c:pt idx="5">
                  <c:v>0.22900000000000001</c:v>
                </c:pt>
              </c:numCache>
            </c:numRef>
          </c:val>
          <c:extLst>
            <c:ext xmlns:c16="http://schemas.microsoft.com/office/drawing/2014/chart" uri="{C3380CC4-5D6E-409C-BE32-E72D297353CC}">
              <c16:uniqueId val="{0000000C-75AB-954A-AC41-BC78A4B3CCE7}"/>
            </c:ext>
          </c:extLst>
        </c:ser>
        <c:dLbls>
          <c:showLegendKey val="0"/>
          <c:showVal val="0"/>
          <c:showCatName val="0"/>
          <c:showSerName val="0"/>
          <c:showPercent val="0"/>
          <c:showBubbleSize val="0"/>
          <c:showLeaderLines val="1"/>
        </c:dLbls>
        <c:firstSliceAng val="0"/>
        <c:holeSize val="6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gradFill flip="none" rotWithShape="1">
              <a:gsLst>
                <a:gs pos="64000">
                  <a:srgbClr val="EE5CD3"/>
                </a:gs>
                <a:gs pos="99000">
                  <a:srgbClr val="E2B0FF"/>
                </a:gs>
                <a:gs pos="0">
                  <a:srgbClr val="FF7701"/>
                </a:gs>
                <a:gs pos="32000">
                  <a:srgbClr val="FF4799"/>
                </a:gs>
              </a:gsLst>
              <a:path path="circle">
                <a:fillToRect l="100000" t="100000"/>
              </a:path>
              <a:tileRect r="-100000" b="-100000"/>
            </a:gradFill>
            <a:ln w="6350">
              <a:solidFill>
                <a:schemeClr val="tx1"/>
              </a:solidFill>
            </a:ln>
          </c:spPr>
          <c:dPt>
            <c:idx val="0"/>
            <c:bubble3D val="0"/>
            <c:spPr>
              <a:solidFill>
                <a:srgbClr val="F6969C"/>
              </a:solidFill>
              <a:ln w="6350">
                <a:solidFill>
                  <a:schemeClr val="tx1"/>
                </a:solidFill>
              </a:ln>
              <a:effectLst/>
            </c:spPr>
            <c:extLst>
              <c:ext xmlns:c16="http://schemas.microsoft.com/office/drawing/2014/chart" uri="{C3380CC4-5D6E-409C-BE32-E72D297353CC}">
                <c16:uniqueId val="{00000001-359E-9144-9EE9-42F79417FF8D}"/>
              </c:ext>
            </c:extLst>
          </c:dPt>
          <c:dPt>
            <c:idx val="1"/>
            <c:bubble3D val="0"/>
            <c:spPr>
              <a:solidFill>
                <a:srgbClr val="FF4B9B"/>
              </a:solidFill>
              <a:ln w="6350">
                <a:solidFill>
                  <a:schemeClr val="tx1"/>
                </a:solidFill>
              </a:ln>
              <a:effectLst/>
            </c:spPr>
            <c:extLst>
              <c:ext xmlns:c16="http://schemas.microsoft.com/office/drawing/2014/chart" uri="{C3380CC4-5D6E-409C-BE32-E72D297353CC}">
                <c16:uniqueId val="{00000003-359E-9144-9EE9-42F79417FF8D}"/>
              </c:ext>
            </c:extLst>
          </c:dPt>
          <c:dPt>
            <c:idx val="2"/>
            <c:bubble3D val="0"/>
            <c:spPr>
              <a:solidFill>
                <a:srgbClr val="FF7701"/>
              </a:solidFill>
              <a:ln w="6350">
                <a:solidFill>
                  <a:schemeClr val="tx1"/>
                </a:solidFill>
              </a:ln>
              <a:effectLst/>
            </c:spPr>
            <c:extLst>
              <c:ext xmlns:c16="http://schemas.microsoft.com/office/drawing/2014/chart" uri="{C3380CC4-5D6E-409C-BE32-E72D297353CC}">
                <c16:uniqueId val="{00000005-359E-9144-9EE9-42F79417FF8D}"/>
              </c:ext>
            </c:extLst>
          </c:dPt>
          <c:dPt>
            <c:idx val="3"/>
            <c:bubble3D val="0"/>
            <c:spPr>
              <a:solidFill>
                <a:srgbClr val="FF4D40"/>
              </a:solidFill>
              <a:ln w="6350">
                <a:solidFill>
                  <a:schemeClr val="tx1"/>
                </a:solidFill>
              </a:ln>
              <a:effectLst/>
            </c:spPr>
            <c:extLst>
              <c:ext xmlns:c16="http://schemas.microsoft.com/office/drawing/2014/chart" uri="{C3380CC4-5D6E-409C-BE32-E72D297353CC}">
                <c16:uniqueId val="{00000007-359E-9144-9EE9-42F79417FF8D}"/>
              </c:ext>
            </c:extLst>
          </c:dPt>
          <c:dLbls>
            <c:delete val="1"/>
          </c:dLbls>
          <c:cat>
            <c:strRef>
              <c:f>Sheet1!$A$2:$A$5</c:f>
              <c:strCache>
                <c:ptCount val="4"/>
                <c:pt idx="0">
                  <c:v>Europe</c:v>
                </c:pt>
                <c:pt idx="1">
                  <c:v>APAC</c:v>
                </c:pt>
                <c:pt idx="2">
                  <c:v>CIS</c:v>
                </c:pt>
                <c:pt idx="3">
                  <c:v>North America</c:v>
                </c:pt>
              </c:strCache>
            </c:strRef>
          </c:cat>
          <c:val>
            <c:numRef>
              <c:f>Sheet1!$B$2:$B$5</c:f>
              <c:numCache>
                <c:formatCode>0.0%</c:formatCode>
                <c:ptCount val="4"/>
                <c:pt idx="0">
                  <c:v>0.35699999999999998</c:v>
                </c:pt>
                <c:pt idx="1">
                  <c:v>2.5999999999999999E-2</c:v>
                </c:pt>
                <c:pt idx="2">
                  <c:v>8.0000000000000002E-3</c:v>
                </c:pt>
                <c:pt idx="3">
                  <c:v>0.60899999999999999</c:v>
                </c:pt>
              </c:numCache>
            </c:numRef>
          </c:val>
          <c:extLst>
            <c:ext xmlns:c16="http://schemas.microsoft.com/office/drawing/2014/chart" uri="{C3380CC4-5D6E-409C-BE32-E72D297353CC}">
              <c16:uniqueId val="{00000008-359E-9144-9EE9-42F79417FF8D}"/>
            </c:ext>
          </c:extLst>
        </c:ser>
        <c:dLbls>
          <c:showLegendKey val="0"/>
          <c:showVal val="0"/>
          <c:showCatName val="0"/>
          <c:showSerName val="0"/>
          <c:showPercent val="1"/>
          <c:showBubbleSize val="0"/>
          <c:showLeaderLines val="1"/>
        </c:dLbls>
        <c:firstSliceAng val="0"/>
        <c:holeSize val="66"/>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Q1'22 REVENUE BY INDUSTRY VERTICAL</c:v>
                </c:pt>
              </c:strCache>
            </c:strRef>
          </c:tx>
          <c:spPr>
            <a:gradFill flip="none" rotWithShape="1">
              <a:gsLst>
                <a:gs pos="100000">
                  <a:schemeClr val="accent3"/>
                </a:gs>
                <a:gs pos="22000">
                  <a:schemeClr val="accent5"/>
                </a:gs>
                <a:gs pos="0">
                  <a:schemeClr val="accent4"/>
                </a:gs>
              </a:gsLst>
              <a:lin ang="8100000" scaled="0"/>
              <a:tileRect/>
            </a:gradFill>
            <a:ln w="6350">
              <a:solidFill>
                <a:srgbClr val="000000"/>
              </a:solidFill>
            </a:ln>
            <a:effectLst/>
          </c:spPr>
          <c:invertIfNegative val="0"/>
          <c:dPt>
            <c:idx val="0"/>
            <c:invertIfNegative val="0"/>
            <c:bubble3D val="0"/>
            <c:spPr>
              <a:gradFill flip="none" rotWithShape="1">
                <a:gsLst>
                  <a:gs pos="100000">
                    <a:schemeClr val="accent3"/>
                  </a:gs>
                  <a:gs pos="22000">
                    <a:schemeClr val="accent5"/>
                  </a:gs>
                  <a:gs pos="0">
                    <a:schemeClr val="accent4"/>
                  </a:gs>
                </a:gsLst>
                <a:lin ang="8100000" scaled="0"/>
                <a:tileRect/>
              </a:gradFill>
              <a:ln w="6350">
                <a:solidFill>
                  <a:srgbClr val="000000"/>
                </a:solidFill>
              </a:ln>
              <a:effectLst/>
            </c:spPr>
            <c:extLst>
              <c:ext xmlns:c16="http://schemas.microsoft.com/office/drawing/2014/chart" uri="{C3380CC4-5D6E-409C-BE32-E72D297353CC}">
                <c16:uniqueId val="{00000001-75AB-954A-AC41-BC78A4B3CCE7}"/>
              </c:ext>
            </c:extLst>
          </c:dPt>
          <c:dPt>
            <c:idx val="1"/>
            <c:invertIfNegative val="0"/>
            <c:bubble3D val="0"/>
            <c:spPr>
              <a:gradFill flip="none" rotWithShape="1">
                <a:gsLst>
                  <a:gs pos="100000">
                    <a:schemeClr val="accent3"/>
                  </a:gs>
                  <a:gs pos="22000">
                    <a:schemeClr val="accent5"/>
                  </a:gs>
                  <a:gs pos="0">
                    <a:schemeClr val="accent4"/>
                  </a:gs>
                </a:gsLst>
                <a:lin ang="8100000" scaled="0"/>
                <a:tileRect/>
              </a:gradFill>
              <a:ln w="6350">
                <a:solidFill>
                  <a:srgbClr val="000000"/>
                </a:solidFill>
              </a:ln>
              <a:effectLst/>
            </c:spPr>
            <c:extLst>
              <c:ext xmlns:c16="http://schemas.microsoft.com/office/drawing/2014/chart" uri="{C3380CC4-5D6E-409C-BE32-E72D297353CC}">
                <c16:uniqueId val="{00000003-75AB-954A-AC41-BC78A4B3CCE7}"/>
              </c:ext>
            </c:extLst>
          </c:dPt>
          <c:dPt>
            <c:idx val="2"/>
            <c:invertIfNegative val="0"/>
            <c:bubble3D val="0"/>
            <c:spPr>
              <a:gradFill flip="none" rotWithShape="1">
                <a:gsLst>
                  <a:gs pos="100000">
                    <a:schemeClr val="accent3"/>
                  </a:gs>
                  <a:gs pos="22000">
                    <a:schemeClr val="accent5"/>
                  </a:gs>
                  <a:gs pos="0">
                    <a:schemeClr val="accent4"/>
                  </a:gs>
                </a:gsLst>
                <a:lin ang="8100000" scaled="0"/>
                <a:tileRect/>
              </a:gradFill>
              <a:ln w="6350">
                <a:solidFill>
                  <a:srgbClr val="000000"/>
                </a:solidFill>
              </a:ln>
              <a:effectLst/>
            </c:spPr>
            <c:extLst>
              <c:ext xmlns:c16="http://schemas.microsoft.com/office/drawing/2014/chart" uri="{C3380CC4-5D6E-409C-BE32-E72D297353CC}">
                <c16:uniqueId val="{00000005-75AB-954A-AC41-BC78A4B3CCE7}"/>
              </c:ext>
            </c:extLst>
          </c:dPt>
          <c:dPt>
            <c:idx val="3"/>
            <c:invertIfNegative val="0"/>
            <c:bubble3D val="0"/>
            <c:spPr>
              <a:gradFill flip="none" rotWithShape="1">
                <a:gsLst>
                  <a:gs pos="100000">
                    <a:schemeClr val="accent3"/>
                  </a:gs>
                  <a:gs pos="22000">
                    <a:schemeClr val="accent5"/>
                  </a:gs>
                  <a:gs pos="0">
                    <a:schemeClr val="accent4"/>
                  </a:gs>
                </a:gsLst>
                <a:lin ang="8100000" scaled="0"/>
                <a:tileRect/>
              </a:gradFill>
              <a:ln w="6350">
                <a:solidFill>
                  <a:srgbClr val="000000"/>
                </a:solidFill>
              </a:ln>
              <a:effectLst/>
            </c:spPr>
            <c:extLst>
              <c:ext xmlns:c16="http://schemas.microsoft.com/office/drawing/2014/chart" uri="{C3380CC4-5D6E-409C-BE32-E72D297353CC}">
                <c16:uniqueId val="{00000007-75AB-954A-AC41-BC78A4B3CCE7}"/>
              </c:ext>
            </c:extLst>
          </c:dPt>
          <c:dPt>
            <c:idx val="4"/>
            <c:invertIfNegative val="0"/>
            <c:bubble3D val="0"/>
            <c:spPr>
              <a:gradFill flip="none" rotWithShape="1">
                <a:gsLst>
                  <a:gs pos="100000">
                    <a:schemeClr val="accent3"/>
                  </a:gs>
                  <a:gs pos="22000">
                    <a:schemeClr val="accent5"/>
                  </a:gs>
                  <a:gs pos="0">
                    <a:schemeClr val="accent4"/>
                  </a:gs>
                </a:gsLst>
                <a:lin ang="8100000" scaled="0"/>
                <a:tileRect/>
              </a:gradFill>
              <a:ln w="6350">
                <a:solidFill>
                  <a:srgbClr val="000000"/>
                </a:solidFill>
              </a:ln>
              <a:effectLst/>
            </c:spPr>
            <c:extLst>
              <c:ext xmlns:c16="http://schemas.microsoft.com/office/drawing/2014/chart" uri="{C3380CC4-5D6E-409C-BE32-E72D297353CC}">
                <c16:uniqueId val="{00000009-75AB-954A-AC41-BC78A4B3CCE7}"/>
              </c:ext>
            </c:extLst>
          </c:dPt>
          <c:dPt>
            <c:idx val="5"/>
            <c:invertIfNegative val="0"/>
            <c:bubble3D val="0"/>
            <c:spPr>
              <a:gradFill flip="none" rotWithShape="1">
                <a:gsLst>
                  <a:gs pos="100000">
                    <a:schemeClr val="accent3"/>
                  </a:gs>
                  <a:gs pos="22000">
                    <a:schemeClr val="accent5"/>
                  </a:gs>
                  <a:gs pos="0">
                    <a:schemeClr val="accent4"/>
                  </a:gs>
                </a:gsLst>
                <a:lin ang="8100000" scaled="0"/>
                <a:tileRect/>
              </a:gradFill>
              <a:ln w="6350">
                <a:solidFill>
                  <a:srgbClr val="000000"/>
                </a:solidFill>
              </a:ln>
              <a:effectLst/>
            </c:spPr>
            <c:extLst>
              <c:ext xmlns:c16="http://schemas.microsoft.com/office/drawing/2014/chart" uri="{C3380CC4-5D6E-409C-BE32-E72D297353CC}">
                <c16:uniqueId val="{0000000B-75AB-954A-AC41-BC78A4B3CCE7}"/>
              </c:ext>
            </c:extLst>
          </c:dPt>
          <c:cat>
            <c:strRef>
              <c:f>Sheet1!$A$2:$A$7</c:f>
              <c:strCache>
                <c:ptCount val="6"/>
                <c:pt idx="0">
                  <c:v>Financial Services</c:v>
                </c:pt>
                <c:pt idx="1">
                  <c:v>Business Information &amp; Media</c:v>
                </c:pt>
                <c:pt idx="2">
                  <c:v>Software &amp; Hi-Tech</c:v>
                </c:pt>
                <c:pt idx="3">
                  <c:v>Emerging</c:v>
                </c:pt>
                <c:pt idx="4">
                  <c:v>Life Sciences &amp; Healthcare</c:v>
                </c:pt>
                <c:pt idx="5">
                  <c:v>Travel &amp; Consumer</c:v>
                </c:pt>
              </c:strCache>
            </c:strRef>
          </c:cat>
          <c:val>
            <c:numRef>
              <c:f>Sheet1!$B$2:$B$7</c:f>
              <c:numCache>
                <c:formatCode>0.0%</c:formatCode>
                <c:ptCount val="6"/>
                <c:pt idx="0">
                  <c:v>0.20799999999999999</c:v>
                </c:pt>
                <c:pt idx="1">
                  <c:v>0.17</c:v>
                </c:pt>
                <c:pt idx="2">
                  <c:v>0.16700000000000001</c:v>
                </c:pt>
                <c:pt idx="3">
                  <c:v>0.12</c:v>
                </c:pt>
                <c:pt idx="4">
                  <c:v>0.106</c:v>
                </c:pt>
                <c:pt idx="5">
                  <c:v>0.22900000000000001</c:v>
                </c:pt>
              </c:numCache>
            </c:numRef>
          </c:val>
          <c:extLst>
            <c:ext xmlns:c16="http://schemas.microsoft.com/office/drawing/2014/chart" uri="{C3380CC4-5D6E-409C-BE32-E72D297353CC}">
              <c16:uniqueId val="{0000000C-75AB-954A-AC41-BC78A4B3CCE7}"/>
            </c:ext>
          </c:extLst>
        </c:ser>
        <c:dLbls>
          <c:showLegendKey val="0"/>
          <c:showVal val="0"/>
          <c:showCatName val="0"/>
          <c:showSerName val="0"/>
          <c:showPercent val="0"/>
          <c:showBubbleSize val="0"/>
        </c:dLbls>
        <c:gapWidth val="180"/>
        <c:overlap val="-58"/>
        <c:axId val="1082984672"/>
        <c:axId val="1083079856"/>
      </c:barChart>
      <c:valAx>
        <c:axId val="1083079856"/>
        <c:scaling>
          <c:orientation val="minMax"/>
        </c:scaling>
        <c:delete val="1"/>
        <c:axPos val="l"/>
        <c:majorGridlines>
          <c:spPr>
            <a:ln w="0" cap="flat" cmpd="sng" algn="ctr">
              <a:noFill/>
              <a:round/>
            </a:ln>
            <a:effectLst/>
          </c:spPr>
        </c:majorGridlines>
        <c:numFmt formatCode="0.0%" sourceLinked="1"/>
        <c:majorTickMark val="out"/>
        <c:minorTickMark val="none"/>
        <c:tickLblPos val="nextTo"/>
        <c:crossAx val="1082984672"/>
        <c:crosses val="autoZero"/>
        <c:crossBetween val="between"/>
      </c:valAx>
      <c:catAx>
        <c:axId val="1082984672"/>
        <c:scaling>
          <c:orientation val="minMax"/>
        </c:scaling>
        <c:delete val="0"/>
        <c:axPos val="b"/>
        <c:numFmt formatCode="General" sourceLinked="0"/>
        <c:majorTickMark val="none"/>
        <c:minorTickMark val="none"/>
        <c:tickLblPos val="low"/>
        <c:spPr>
          <a:noFill/>
          <a:ln w="635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crossAx val="1083079856"/>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Q1'22 REVENUE BY INDUSTRY VERTICAL</c:v>
                </c:pt>
              </c:strCache>
            </c:strRef>
          </c:tx>
          <c:spPr>
            <a:gradFill flip="none" rotWithShape="1">
              <a:gsLst>
                <a:gs pos="100000">
                  <a:srgbClr val="A98AEB"/>
                </a:gs>
                <a:gs pos="32000">
                  <a:srgbClr val="FF4799"/>
                </a:gs>
                <a:gs pos="0">
                  <a:srgbClr val="FF4D40"/>
                </a:gs>
              </a:gsLst>
              <a:lin ang="16200000" scaled="0"/>
              <a:tileRect/>
            </a:gradFill>
            <a:ln w="6350">
              <a:solidFill>
                <a:srgbClr val="000000"/>
              </a:solidFill>
            </a:ln>
            <a:effectLst/>
          </c:spPr>
          <c:invertIfNegative val="0"/>
          <c:dPt>
            <c:idx val="0"/>
            <c:invertIfNegative val="0"/>
            <c:bubble3D val="0"/>
            <c:spPr>
              <a:gradFill flip="none" rotWithShape="1">
                <a:gsLst>
                  <a:gs pos="100000">
                    <a:srgbClr val="A98AEB"/>
                  </a:gs>
                  <a:gs pos="32000">
                    <a:srgbClr val="FF4799"/>
                  </a:gs>
                  <a:gs pos="0">
                    <a:srgbClr val="FF4D40"/>
                  </a:gs>
                </a:gsLst>
                <a:lin ang="16200000" scaled="0"/>
                <a:tileRect/>
              </a:gradFill>
              <a:ln w="6350">
                <a:solidFill>
                  <a:srgbClr val="000000"/>
                </a:solidFill>
              </a:ln>
              <a:effectLst/>
            </c:spPr>
            <c:extLst>
              <c:ext xmlns:c16="http://schemas.microsoft.com/office/drawing/2014/chart" uri="{C3380CC4-5D6E-409C-BE32-E72D297353CC}">
                <c16:uniqueId val="{00000001-75AB-954A-AC41-BC78A4B3CCE7}"/>
              </c:ext>
            </c:extLst>
          </c:dPt>
          <c:dPt>
            <c:idx val="1"/>
            <c:invertIfNegative val="0"/>
            <c:bubble3D val="0"/>
            <c:spPr>
              <a:gradFill flip="none" rotWithShape="1">
                <a:gsLst>
                  <a:gs pos="100000">
                    <a:srgbClr val="A98AEB"/>
                  </a:gs>
                  <a:gs pos="32000">
                    <a:srgbClr val="FF4799"/>
                  </a:gs>
                  <a:gs pos="0">
                    <a:srgbClr val="FF4D40"/>
                  </a:gs>
                </a:gsLst>
                <a:lin ang="16200000" scaled="0"/>
                <a:tileRect/>
              </a:gradFill>
              <a:ln w="6350">
                <a:solidFill>
                  <a:srgbClr val="000000"/>
                </a:solidFill>
              </a:ln>
              <a:effectLst/>
            </c:spPr>
            <c:extLst>
              <c:ext xmlns:c16="http://schemas.microsoft.com/office/drawing/2014/chart" uri="{C3380CC4-5D6E-409C-BE32-E72D297353CC}">
                <c16:uniqueId val="{00000003-75AB-954A-AC41-BC78A4B3CCE7}"/>
              </c:ext>
            </c:extLst>
          </c:dPt>
          <c:dPt>
            <c:idx val="2"/>
            <c:invertIfNegative val="0"/>
            <c:bubble3D val="0"/>
            <c:spPr>
              <a:gradFill flip="none" rotWithShape="1">
                <a:gsLst>
                  <a:gs pos="100000">
                    <a:srgbClr val="A98AEB"/>
                  </a:gs>
                  <a:gs pos="32000">
                    <a:srgbClr val="FF4799"/>
                  </a:gs>
                  <a:gs pos="0">
                    <a:srgbClr val="FF4D40"/>
                  </a:gs>
                </a:gsLst>
                <a:lin ang="16200000" scaled="0"/>
                <a:tileRect/>
              </a:gradFill>
              <a:ln w="6350">
                <a:solidFill>
                  <a:srgbClr val="000000"/>
                </a:solidFill>
              </a:ln>
              <a:effectLst/>
            </c:spPr>
            <c:extLst>
              <c:ext xmlns:c16="http://schemas.microsoft.com/office/drawing/2014/chart" uri="{C3380CC4-5D6E-409C-BE32-E72D297353CC}">
                <c16:uniqueId val="{00000005-75AB-954A-AC41-BC78A4B3CCE7}"/>
              </c:ext>
            </c:extLst>
          </c:dPt>
          <c:dPt>
            <c:idx val="3"/>
            <c:invertIfNegative val="0"/>
            <c:bubble3D val="0"/>
            <c:spPr>
              <a:gradFill flip="none" rotWithShape="1">
                <a:gsLst>
                  <a:gs pos="100000">
                    <a:srgbClr val="A98AEB"/>
                  </a:gs>
                  <a:gs pos="32000">
                    <a:srgbClr val="FF4799"/>
                  </a:gs>
                  <a:gs pos="0">
                    <a:srgbClr val="FF4D40"/>
                  </a:gs>
                </a:gsLst>
                <a:lin ang="16200000" scaled="0"/>
                <a:tileRect/>
              </a:gradFill>
              <a:ln w="6350">
                <a:solidFill>
                  <a:srgbClr val="000000"/>
                </a:solidFill>
              </a:ln>
              <a:effectLst/>
            </c:spPr>
            <c:extLst>
              <c:ext xmlns:c16="http://schemas.microsoft.com/office/drawing/2014/chart" uri="{C3380CC4-5D6E-409C-BE32-E72D297353CC}">
                <c16:uniqueId val="{00000007-75AB-954A-AC41-BC78A4B3CCE7}"/>
              </c:ext>
            </c:extLst>
          </c:dPt>
          <c:cat>
            <c:strRef>
              <c:f>Sheet1!$A$2:$A$5</c:f>
              <c:strCache>
                <c:ptCount val="4"/>
                <c:pt idx="0">
                  <c:v>Americas</c:v>
                </c:pt>
                <c:pt idx="1">
                  <c:v>EMEA</c:v>
                </c:pt>
                <c:pt idx="2">
                  <c:v>APAC</c:v>
                </c:pt>
                <c:pt idx="3">
                  <c:v>CEE*</c:v>
                </c:pt>
              </c:strCache>
            </c:strRef>
          </c:cat>
          <c:val>
            <c:numRef>
              <c:f>Sheet1!$B$2:$B$5</c:f>
              <c:numCache>
                <c:formatCode>0.0%</c:formatCode>
                <c:ptCount val="4"/>
                <c:pt idx="0">
                  <c:v>0.55000000000000004</c:v>
                </c:pt>
                <c:pt idx="1">
                  <c:v>0.28000000000000003</c:v>
                </c:pt>
                <c:pt idx="2">
                  <c:v>0.1</c:v>
                </c:pt>
                <c:pt idx="3">
                  <c:v>7.0000000000000007E-2</c:v>
                </c:pt>
              </c:numCache>
            </c:numRef>
          </c:val>
          <c:extLst>
            <c:ext xmlns:c16="http://schemas.microsoft.com/office/drawing/2014/chart" uri="{C3380CC4-5D6E-409C-BE32-E72D297353CC}">
              <c16:uniqueId val="{0000000C-75AB-954A-AC41-BC78A4B3CCE7}"/>
            </c:ext>
          </c:extLst>
        </c:ser>
        <c:dLbls>
          <c:showLegendKey val="0"/>
          <c:showVal val="0"/>
          <c:showCatName val="0"/>
          <c:showSerName val="0"/>
          <c:showPercent val="0"/>
          <c:showBubbleSize val="0"/>
        </c:dLbls>
        <c:gapWidth val="180"/>
        <c:axId val="1082984672"/>
        <c:axId val="1083079856"/>
      </c:barChart>
      <c:valAx>
        <c:axId val="1083079856"/>
        <c:scaling>
          <c:orientation val="minMax"/>
        </c:scaling>
        <c:delete val="1"/>
        <c:axPos val="l"/>
        <c:majorGridlines>
          <c:spPr>
            <a:ln w="0" cap="flat" cmpd="sng" algn="ctr">
              <a:noFill/>
              <a:round/>
            </a:ln>
            <a:effectLst/>
          </c:spPr>
        </c:majorGridlines>
        <c:numFmt formatCode="0.0%" sourceLinked="1"/>
        <c:majorTickMark val="out"/>
        <c:minorTickMark val="none"/>
        <c:tickLblPos val="nextTo"/>
        <c:crossAx val="1082984672"/>
        <c:crosses val="autoZero"/>
        <c:crossBetween val="between"/>
      </c:valAx>
      <c:catAx>
        <c:axId val="1082984672"/>
        <c:scaling>
          <c:orientation val="minMax"/>
        </c:scaling>
        <c:delete val="0"/>
        <c:axPos val="b"/>
        <c:numFmt formatCode="General" sourceLinked="1"/>
        <c:majorTickMark val="none"/>
        <c:minorTickMark val="none"/>
        <c:tickLblPos val="low"/>
        <c:spPr>
          <a:noFill/>
          <a:ln w="635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crossAx val="1083079856"/>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solidFill>
        <a:srgbClr val="000000"/>
      </a:solid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Q1'22 REVENUE BY INDUSTRY VERTICAL</c:v>
                </c:pt>
              </c:strCache>
            </c:strRef>
          </c:tx>
          <c:spPr>
            <a:gradFill flip="none" rotWithShape="1">
              <a:gsLst>
                <a:gs pos="100000">
                  <a:schemeClr val="accent3"/>
                </a:gs>
                <a:gs pos="22000">
                  <a:schemeClr val="accent5"/>
                </a:gs>
                <a:gs pos="0">
                  <a:schemeClr val="accent4"/>
                </a:gs>
              </a:gsLst>
              <a:path path="circle">
                <a:fillToRect l="100000" t="100000"/>
              </a:path>
              <a:tileRect r="-100000" b="-100000"/>
            </a:gradFill>
            <a:ln w="6350">
              <a:solidFill>
                <a:srgbClr val="000000"/>
              </a:solidFill>
            </a:ln>
            <a:effectLst/>
          </c:spPr>
          <c:invertIfNegative val="0"/>
          <c:dPt>
            <c:idx val="0"/>
            <c:invertIfNegative val="0"/>
            <c:bubble3D val="0"/>
            <c:spPr>
              <a:solidFill>
                <a:schemeClr val="accent2"/>
              </a:solidFill>
              <a:ln w="6350">
                <a:solidFill>
                  <a:srgbClr val="000000"/>
                </a:solidFill>
              </a:ln>
              <a:effectLst/>
            </c:spPr>
            <c:extLst>
              <c:ext xmlns:c16="http://schemas.microsoft.com/office/drawing/2014/chart" uri="{C3380CC4-5D6E-409C-BE32-E72D297353CC}">
                <c16:uniqueId val="{00000001-75AB-954A-AC41-BC78A4B3CCE7}"/>
              </c:ext>
            </c:extLst>
          </c:dPt>
          <c:dPt>
            <c:idx val="1"/>
            <c:invertIfNegative val="0"/>
            <c:bubble3D val="0"/>
            <c:spPr>
              <a:solidFill>
                <a:schemeClr val="accent3"/>
              </a:solidFill>
              <a:ln w="6350">
                <a:solidFill>
                  <a:srgbClr val="000000"/>
                </a:solidFill>
              </a:ln>
              <a:effectLst/>
            </c:spPr>
            <c:extLst>
              <c:ext xmlns:c16="http://schemas.microsoft.com/office/drawing/2014/chart" uri="{C3380CC4-5D6E-409C-BE32-E72D297353CC}">
                <c16:uniqueId val="{00000003-75AB-954A-AC41-BC78A4B3CCE7}"/>
              </c:ext>
            </c:extLst>
          </c:dPt>
          <c:dPt>
            <c:idx val="2"/>
            <c:invertIfNegative val="0"/>
            <c:bubble3D val="0"/>
            <c:spPr>
              <a:solidFill>
                <a:srgbClr val="7BA8FF"/>
              </a:solidFill>
              <a:ln w="6350">
                <a:solidFill>
                  <a:srgbClr val="000000"/>
                </a:solidFill>
              </a:ln>
              <a:effectLst/>
            </c:spPr>
            <c:extLst>
              <c:ext xmlns:c16="http://schemas.microsoft.com/office/drawing/2014/chart" uri="{C3380CC4-5D6E-409C-BE32-E72D297353CC}">
                <c16:uniqueId val="{00000005-75AB-954A-AC41-BC78A4B3CCE7}"/>
              </c:ext>
            </c:extLst>
          </c:dPt>
          <c:dPt>
            <c:idx val="3"/>
            <c:invertIfNegative val="0"/>
            <c:bubble3D val="0"/>
            <c:spPr>
              <a:solidFill>
                <a:srgbClr val="428EFF"/>
              </a:solidFill>
              <a:ln w="6350">
                <a:solidFill>
                  <a:srgbClr val="000000"/>
                </a:solidFill>
              </a:ln>
              <a:effectLst/>
            </c:spPr>
            <c:extLst>
              <c:ext xmlns:c16="http://schemas.microsoft.com/office/drawing/2014/chart" uri="{C3380CC4-5D6E-409C-BE32-E72D297353CC}">
                <c16:uniqueId val="{00000007-75AB-954A-AC41-BC78A4B3CCE7}"/>
              </c:ext>
            </c:extLst>
          </c:dPt>
          <c:dPt>
            <c:idx val="4"/>
            <c:invertIfNegative val="0"/>
            <c:bubble3D val="0"/>
            <c:spPr>
              <a:solidFill>
                <a:schemeClr val="accent2">
                  <a:lumMod val="40000"/>
                  <a:lumOff val="60000"/>
                </a:schemeClr>
              </a:solidFill>
              <a:ln w="6350">
                <a:solidFill>
                  <a:srgbClr val="000000"/>
                </a:solidFill>
              </a:ln>
              <a:effectLst/>
            </c:spPr>
            <c:extLst>
              <c:ext xmlns:c16="http://schemas.microsoft.com/office/drawing/2014/chart" uri="{C3380CC4-5D6E-409C-BE32-E72D297353CC}">
                <c16:uniqueId val="{00000009-75AB-954A-AC41-BC78A4B3CCE7}"/>
              </c:ext>
            </c:extLst>
          </c:dPt>
          <c:dPt>
            <c:idx val="5"/>
            <c:invertIfNegative val="0"/>
            <c:bubble3D val="0"/>
            <c:spPr>
              <a:solidFill>
                <a:srgbClr val="D5E662"/>
              </a:solidFill>
              <a:ln w="6350">
                <a:solidFill>
                  <a:srgbClr val="000000"/>
                </a:solidFill>
              </a:ln>
              <a:effectLst/>
            </c:spPr>
            <c:extLst>
              <c:ext xmlns:c16="http://schemas.microsoft.com/office/drawing/2014/chart" uri="{C3380CC4-5D6E-409C-BE32-E72D297353CC}">
                <c16:uniqueId val="{0000000B-75AB-954A-AC41-BC78A4B3CCE7}"/>
              </c:ext>
            </c:extLst>
          </c:dPt>
          <c:cat>
            <c:strRef>
              <c:f>Sheet1!$A$2:$A$7</c:f>
              <c:strCache>
                <c:ptCount val="6"/>
                <c:pt idx="0">
                  <c:v>Financial Services</c:v>
                </c:pt>
                <c:pt idx="1">
                  <c:v>Business Information &amp; Media</c:v>
                </c:pt>
                <c:pt idx="2">
                  <c:v>Software &amp; Hi-Tech</c:v>
                </c:pt>
                <c:pt idx="3">
                  <c:v>Emerging</c:v>
                </c:pt>
                <c:pt idx="4">
                  <c:v>Life Sciences &amp; Healthcare</c:v>
                </c:pt>
                <c:pt idx="5">
                  <c:v>Travel &amp; Consumer</c:v>
                </c:pt>
              </c:strCache>
            </c:strRef>
          </c:cat>
          <c:val>
            <c:numRef>
              <c:f>Sheet1!$B$2:$B$7</c:f>
              <c:numCache>
                <c:formatCode>0.0%</c:formatCode>
                <c:ptCount val="6"/>
                <c:pt idx="0">
                  <c:v>0.20799999999999999</c:v>
                </c:pt>
                <c:pt idx="1">
                  <c:v>0.17</c:v>
                </c:pt>
                <c:pt idx="2">
                  <c:v>0.16700000000000001</c:v>
                </c:pt>
                <c:pt idx="3">
                  <c:v>0.12</c:v>
                </c:pt>
                <c:pt idx="4">
                  <c:v>0.106</c:v>
                </c:pt>
                <c:pt idx="5">
                  <c:v>0.22900000000000001</c:v>
                </c:pt>
              </c:numCache>
            </c:numRef>
          </c:val>
          <c:extLst>
            <c:ext xmlns:c16="http://schemas.microsoft.com/office/drawing/2014/chart" uri="{C3380CC4-5D6E-409C-BE32-E72D297353CC}">
              <c16:uniqueId val="{0000000C-75AB-954A-AC41-BC78A4B3CCE7}"/>
            </c:ext>
          </c:extLst>
        </c:ser>
        <c:dLbls>
          <c:showLegendKey val="0"/>
          <c:showVal val="0"/>
          <c:showCatName val="0"/>
          <c:showSerName val="0"/>
          <c:showPercent val="0"/>
          <c:showBubbleSize val="0"/>
        </c:dLbls>
        <c:gapWidth val="180"/>
        <c:overlap val="-58"/>
        <c:axId val="1082984672"/>
        <c:axId val="1083079856"/>
      </c:barChart>
      <c:valAx>
        <c:axId val="1083079856"/>
        <c:scaling>
          <c:orientation val="minMax"/>
        </c:scaling>
        <c:delete val="1"/>
        <c:axPos val="l"/>
        <c:majorGridlines>
          <c:spPr>
            <a:ln w="0" cap="flat" cmpd="sng" algn="ctr">
              <a:noFill/>
              <a:round/>
            </a:ln>
            <a:effectLst/>
          </c:spPr>
        </c:majorGridlines>
        <c:numFmt formatCode="0.0%" sourceLinked="1"/>
        <c:majorTickMark val="out"/>
        <c:minorTickMark val="none"/>
        <c:tickLblPos val="nextTo"/>
        <c:crossAx val="1082984672"/>
        <c:crosses val="autoZero"/>
        <c:crossBetween val="between"/>
      </c:valAx>
      <c:catAx>
        <c:axId val="1082984672"/>
        <c:scaling>
          <c:orientation val="minMax"/>
        </c:scaling>
        <c:delete val="0"/>
        <c:axPos val="b"/>
        <c:numFmt formatCode="General" sourceLinked="0"/>
        <c:majorTickMark val="none"/>
        <c:minorTickMark val="none"/>
        <c:tickLblPos val="low"/>
        <c:spPr>
          <a:noFill/>
          <a:ln w="635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crossAx val="1083079856"/>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Q1'22 REVENUE BY INDUSTRY VERTICAL</c:v>
                </c:pt>
              </c:strCache>
            </c:strRef>
          </c:tx>
          <c:spPr>
            <a:gradFill flip="none" rotWithShape="1">
              <a:gsLst>
                <a:gs pos="100000">
                  <a:schemeClr val="accent3"/>
                </a:gs>
                <a:gs pos="22000">
                  <a:schemeClr val="accent5"/>
                </a:gs>
                <a:gs pos="0">
                  <a:schemeClr val="accent4"/>
                </a:gs>
              </a:gsLst>
              <a:path path="circle">
                <a:fillToRect l="100000" t="100000"/>
              </a:path>
              <a:tileRect r="-100000" b="-100000"/>
            </a:gradFill>
            <a:ln w="6350">
              <a:solidFill>
                <a:srgbClr val="000000"/>
              </a:solidFill>
            </a:ln>
            <a:effectLst/>
          </c:spPr>
          <c:invertIfNegative val="0"/>
          <c:dPt>
            <c:idx val="0"/>
            <c:invertIfNegative val="0"/>
            <c:bubble3D val="0"/>
            <c:spPr>
              <a:solidFill>
                <a:srgbClr val="FF7701"/>
              </a:solidFill>
              <a:ln w="6350">
                <a:solidFill>
                  <a:srgbClr val="000000"/>
                </a:solidFill>
              </a:ln>
              <a:effectLst/>
            </c:spPr>
            <c:extLst>
              <c:ext xmlns:c16="http://schemas.microsoft.com/office/drawing/2014/chart" uri="{C3380CC4-5D6E-409C-BE32-E72D297353CC}">
                <c16:uniqueId val="{00000001-75AB-954A-AC41-BC78A4B3CCE7}"/>
              </c:ext>
            </c:extLst>
          </c:dPt>
          <c:dPt>
            <c:idx val="1"/>
            <c:invertIfNegative val="0"/>
            <c:bubble3D val="0"/>
            <c:spPr>
              <a:solidFill>
                <a:srgbClr val="FF4B9B"/>
              </a:solidFill>
              <a:ln w="6350">
                <a:solidFill>
                  <a:srgbClr val="000000"/>
                </a:solidFill>
              </a:ln>
              <a:effectLst/>
            </c:spPr>
            <c:extLst>
              <c:ext xmlns:c16="http://schemas.microsoft.com/office/drawing/2014/chart" uri="{C3380CC4-5D6E-409C-BE32-E72D297353CC}">
                <c16:uniqueId val="{00000003-75AB-954A-AC41-BC78A4B3CCE7}"/>
              </c:ext>
            </c:extLst>
          </c:dPt>
          <c:dPt>
            <c:idx val="2"/>
            <c:invertIfNegative val="0"/>
            <c:bubble3D val="0"/>
            <c:spPr>
              <a:solidFill>
                <a:srgbClr val="A98AEB"/>
              </a:solidFill>
              <a:ln w="6350">
                <a:solidFill>
                  <a:srgbClr val="000000"/>
                </a:solidFill>
              </a:ln>
              <a:effectLst/>
            </c:spPr>
            <c:extLst>
              <c:ext xmlns:c16="http://schemas.microsoft.com/office/drawing/2014/chart" uri="{C3380CC4-5D6E-409C-BE32-E72D297353CC}">
                <c16:uniqueId val="{00000005-75AB-954A-AC41-BC78A4B3CCE7}"/>
              </c:ext>
            </c:extLst>
          </c:dPt>
          <c:dPt>
            <c:idx val="3"/>
            <c:invertIfNegative val="0"/>
            <c:bubble3D val="0"/>
            <c:spPr>
              <a:solidFill>
                <a:srgbClr val="F6969C"/>
              </a:solidFill>
              <a:ln w="6350">
                <a:solidFill>
                  <a:srgbClr val="000000"/>
                </a:solidFill>
              </a:ln>
              <a:effectLst/>
            </c:spPr>
            <c:extLst>
              <c:ext xmlns:c16="http://schemas.microsoft.com/office/drawing/2014/chart" uri="{C3380CC4-5D6E-409C-BE32-E72D297353CC}">
                <c16:uniqueId val="{00000007-75AB-954A-AC41-BC78A4B3CCE7}"/>
              </c:ext>
            </c:extLst>
          </c:dPt>
          <c:cat>
            <c:strRef>
              <c:f>Sheet1!$A$2:$A$5</c:f>
              <c:strCache>
                <c:ptCount val="4"/>
                <c:pt idx="0">
                  <c:v>Americas</c:v>
                </c:pt>
                <c:pt idx="1">
                  <c:v>EMEA</c:v>
                </c:pt>
                <c:pt idx="2">
                  <c:v>APAC</c:v>
                </c:pt>
                <c:pt idx="3">
                  <c:v>CEE*</c:v>
                </c:pt>
              </c:strCache>
            </c:strRef>
          </c:cat>
          <c:val>
            <c:numRef>
              <c:f>Sheet1!$B$2:$B$5</c:f>
              <c:numCache>
                <c:formatCode>0.0%</c:formatCode>
                <c:ptCount val="4"/>
                <c:pt idx="0">
                  <c:v>0.55000000000000004</c:v>
                </c:pt>
                <c:pt idx="1">
                  <c:v>0.28000000000000003</c:v>
                </c:pt>
                <c:pt idx="2">
                  <c:v>0.1</c:v>
                </c:pt>
                <c:pt idx="3">
                  <c:v>7.0000000000000007E-2</c:v>
                </c:pt>
              </c:numCache>
            </c:numRef>
          </c:val>
          <c:extLst>
            <c:ext xmlns:c16="http://schemas.microsoft.com/office/drawing/2014/chart" uri="{C3380CC4-5D6E-409C-BE32-E72D297353CC}">
              <c16:uniqueId val="{0000000C-75AB-954A-AC41-BC78A4B3CCE7}"/>
            </c:ext>
          </c:extLst>
        </c:ser>
        <c:dLbls>
          <c:showLegendKey val="0"/>
          <c:showVal val="0"/>
          <c:showCatName val="0"/>
          <c:showSerName val="0"/>
          <c:showPercent val="0"/>
          <c:showBubbleSize val="0"/>
        </c:dLbls>
        <c:gapWidth val="180"/>
        <c:axId val="1082984672"/>
        <c:axId val="1083079856"/>
      </c:barChart>
      <c:valAx>
        <c:axId val="1083079856"/>
        <c:scaling>
          <c:orientation val="minMax"/>
        </c:scaling>
        <c:delete val="1"/>
        <c:axPos val="l"/>
        <c:majorGridlines>
          <c:spPr>
            <a:ln w="0" cap="flat" cmpd="sng" algn="ctr">
              <a:noFill/>
              <a:round/>
            </a:ln>
            <a:effectLst/>
          </c:spPr>
        </c:majorGridlines>
        <c:numFmt formatCode="0.0%" sourceLinked="1"/>
        <c:majorTickMark val="out"/>
        <c:minorTickMark val="none"/>
        <c:tickLblPos val="nextTo"/>
        <c:crossAx val="1082984672"/>
        <c:crosses val="autoZero"/>
        <c:crossBetween val="between"/>
      </c:valAx>
      <c:catAx>
        <c:axId val="1082984672"/>
        <c:scaling>
          <c:orientation val="minMax"/>
        </c:scaling>
        <c:delete val="0"/>
        <c:axPos val="b"/>
        <c:numFmt formatCode="General" sourceLinked="1"/>
        <c:majorTickMark val="none"/>
        <c:minorTickMark val="none"/>
        <c:tickLblPos val="low"/>
        <c:spPr>
          <a:noFill/>
          <a:ln w="6350"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crossAx val="1083079856"/>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175">
      <a:solidFill>
        <a:srgbClr val="000000"/>
      </a:solid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649718715853775"/>
          <c:y val="6.9685225065143949E-2"/>
          <c:w val="0.68700562568292456"/>
          <c:h val="0.82230790947719434"/>
        </c:manualLayout>
      </c:layout>
      <c:doughnutChart>
        <c:varyColors val="1"/>
        <c:ser>
          <c:idx val="0"/>
          <c:order val="0"/>
          <c:tx>
            <c:strRef>
              <c:f>Лист1!$B$1</c:f>
              <c:strCache>
                <c:ptCount val="1"/>
                <c:pt idx="0">
                  <c:v>Продажи</c:v>
                </c:pt>
              </c:strCache>
            </c:strRef>
          </c:tx>
          <c:spPr>
            <a:solidFill>
              <a:schemeClr val="bg1"/>
            </a:solidFill>
            <a:ln w="63500">
              <a:noFill/>
            </a:ln>
          </c:spPr>
          <c:dPt>
            <c:idx val="0"/>
            <c:bubble3D val="0"/>
            <c:spPr>
              <a:solidFill>
                <a:schemeClr val="accent4"/>
              </a:solidFill>
              <a:ln w="63500">
                <a:noFill/>
              </a:ln>
              <a:effectLst/>
            </c:spPr>
            <c:extLst>
              <c:ext xmlns:c16="http://schemas.microsoft.com/office/drawing/2014/chart" uri="{C3380CC4-5D6E-409C-BE32-E72D297353CC}">
                <c16:uniqueId val="{00000001-A681-0A4A-9F9B-F6A32E6305C4}"/>
              </c:ext>
            </c:extLst>
          </c:dPt>
          <c:dPt>
            <c:idx val="1"/>
            <c:bubble3D val="0"/>
            <c:spPr>
              <a:solidFill>
                <a:srgbClr val="A98AEB"/>
              </a:solidFill>
              <a:ln w="63500">
                <a:noFill/>
              </a:ln>
              <a:effectLst/>
            </c:spPr>
            <c:extLst>
              <c:ext xmlns:c16="http://schemas.microsoft.com/office/drawing/2014/chart" uri="{C3380CC4-5D6E-409C-BE32-E72D297353CC}">
                <c16:uniqueId val="{00000003-A681-0A4A-9F9B-F6A32E6305C4}"/>
              </c:ext>
            </c:extLst>
          </c:dPt>
          <c:dPt>
            <c:idx val="2"/>
            <c:bubble3D val="0"/>
            <c:spPr>
              <a:solidFill>
                <a:srgbClr val="428EFF"/>
              </a:solidFill>
              <a:ln w="63500">
                <a:noFill/>
              </a:ln>
              <a:effectLst/>
            </c:spPr>
            <c:extLst>
              <c:ext xmlns:c16="http://schemas.microsoft.com/office/drawing/2014/chart" uri="{C3380CC4-5D6E-409C-BE32-E72D297353CC}">
                <c16:uniqueId val="{00000005-A681-0A4A-9F9B-F6A32E6305C4}"/>
              </c:ext>
            </c:extLst>
          </c:dPt>
          <c:dPt>
            <c:idx val="3"/>
            <c:bubble3D val="0"/>
            <c:spPr>
              <a:solidFill>
                <a:srgbClr val="FF4B9B"/>
              </a:solidFill>
              <a:ln w="63500">
                <a:noFill/>
              </a:ln>
              <a:effectLst/>
            </c:spPr>
            <c:extLst>
              <c:ext xmlns:c16="http://schemas.microsoft.com/office/drawing/2014/chart" uri="{C3380CC4-5D6E-409C-BE32-E72D297353CC}">
                <c16:uniqueId val="{00000007-A681-0A4A-9F9B-F6A32E6305C4}"/>
              </c:ext>
            </c:extLst>
          </c:dPt>
          <c:dLbls>
            <c:dLbl>
              <c:idx val="0"/>
              <c:layout>
                <c:manualLayout>
                  <c:x val="-7.7154217716588159E-3"/>
                  <c:y val="-3.330729498494023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681-0A4A-9F9B-F6A32E6305C4}"/>
                </c:ext>
              </c:extLst>
            </c:dLbl>
            <c:dLbl>
              <c:idx val="1"/>
              <c:layout>
                <c:manualLayout>
                  <c:x val="-5.7069559137270676E-3"/>
                  <c:y val="-2.776131144634715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681-0A4A-9F9B-F6A32E6305C4}"/>
                </c:ext>
              </c:extLst>
            </c:dLbl>
            <c:dLbl>
              <c:idx val="2"/>
              <c:layout>
                <c:manualLayout>
                  <c:x val="7.2852786765659758E-4"/>
                  <c:y val="-1.5285064514163199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681-0A4A-9F9B-F6A32E6305C4}"/>
                </c:ext>
              </c:extLst>
            </c:dLbl>
            <c:dLbl>
              <c:idx val="3"/>
              <c:layout>
                <c:manualLayout>
                  <c:x val="-1.6843156991121278E-3"/>
                  <c:y val="1.3866805537858097E-3"/>
                </c:manualLayout>
              </c:layout>
              <c:spPr>
                <a:noFill/>
                <a:ln>
                  <a:noFill/>
                </a:ln>
                <a:effectLst/>
              </c:spPr>
              <c:txPr>
                <a:bodyPr rot="0" spcFirstLastPara="1" vertOverflow="ellipsis" vert="horz" wrap="square" lIns="0" tIns="0" rIns="0" bIns="0" anchor="ctr" anchorCtr="1">
                  <a:spAutoFit/>
                </a:bodyPr>
                <a:lstStyle/>
                <a:p>
                  <a:pPr>
                    <a:defRPr sz="1400" b="1" i="0" u="none" strike="noStrike" kern="1200" baseline="0">
                      <a:solidFill>
                        <a:schemeClr val="tx1">
                          <a:alpha val="80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A681-0A4A-9F9B-F6A32E6305C4}"/>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alpha val="80000"/>
                      </a:schemeClr>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15:spPr xmlns:c15="http://schemas.microsoft.com/office/drawing/2012/chart">
                  <a:prstGeom prst="rect">
                    <a:avLst/>
                  </a:prstGeom>
                </c15:spPr>
              </c:ext>
            </c:extLst>
          </c:dLbls>
          <c:cat>
            <c:numRef>
              <c:f>Лист1!$A$2:$A$5</c:f>
              <c:numCache>
                <c:formatCode>General</c:formatCode>
                <c:ptCount val="4"/>
                <c:pt idx="0">
                  <c:v>2014</c:v>
                </c:pt>
                <c:pt idx="1">
                  <c:v>2015</c:v>
                </c:pt>
                <c:pt idx="2">
                  <c:v>2016</c:v>
                </c:pt>
                <c:pt idx="3">
                  <c:v>2017</c:v>
                </c:pt>
              </c:numCache>
            </c:numRef>
          </c:cat>
          <c:val>
            <c:numRef>
              <c:f>Лист1!$B$2:$B$5</c:f>
              <c:numCache>
                <c:formatCode>General</c:formatCode>
                <c:ptCount val="4"/>
                <c:pt idx="0">
                  <c:v>8.1999999999999993</c:v>
                </c:pt>
                <c:pt idx="1">
                  <c:v>5.2</c:v>
                </c:pt>
                <c:pt idx="2">
                  <c:v>4.4000000000000004</c:v>
                </c:pt>
                <c:pt idx="3">
                  <c:v>3.2</c:v>
                </c:pt>
              </c:numCache>
            </c:numRef>
          </c:val>
          <c:extLst>
            <c:ext xmlns:c16="http://schemas.microsoft.com/office/drawing/2014/chart" uri="{C3380CC4-5D6E-409C-BE32-E72D297353CC}">
              <c16:uniqueId val="{00000008-A681-0A4A-9F9B-F6A32E6305C4}"/>
            </c:ext>
          </c:extLst>
        </c:ser>
        <c:dLbls>
          <c:showLegendKey val="0"/>
          <c:showVal val="1"/>
          <c:showCatName val="0"/>
          <c:showSerName val="0"/>
          <c:showPercent val="0"/>
          <c:showBubbleSize val="0"/>
          <c:showLeaderLines val="0"/>
        </c:dLbls>
        <c:firstSliceAng val="0"/>
        <c:holeSize val="75"/>
      </c:doughnutChart>
      <c:spPr>
        <a:noFill/>
        <a:ln>
          <a:noFill/>
        </a:ln>
        <a:effectLst/>
      </c:spPr>
    </c:plotArea>
    <c:legend>
      <c:legendPos val="tr"/>
      <c:layout>
        <c:manualLayout>
          <c:xMode val="edge"/>
          <c:yMode val="edge"/>
          <c:x val="0.90553894609633068"/>
          <c:y val="6.9457973211438331E-2"/>
          <c:w val="7.4566729454361533E-2"/>
          <c:h val="0.17324172600517454"/>
        </c:manualLayout>
      </c:layout>
      <c:overlay val="1"/>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1787698233869725E-2"/>
          <c:y val="4.3499474050363779E-2"/>
          <c:w val="0.95420661387280925"/>
          <c:h val="0.79522827822776676"/>
        </c:manualLayout>
      </c:layout>
      <c:barChart>
        <c:barDir val="bar"/>
        <c:grouping val="clustered"/>
        <c:varyColors val="0"/>
        <c:ser>
          <c:idx val="0"/>
          <c:order val="0"/>
          <c:tx>
            <c:strRef>
              <c:f>Лист1!$B$1</c:f>
              <c:strCache>
                <c:ptCount val="1"/>
                <c:pt idx="0">
                  <c:v>Gold</c:v>
                </c:pt>
              </c:strCache>
            </c:strRef>
          </c:tx>
          <c:spPr>
            <a:gradFill>
              <a:gsLst>
                <a:gs pos="99000">
                  <a:srgbClr val="00F6FF"/>
                </a:gs>
                <a:gs pos="0">
                  <a:srgbClr val="00FFF0"/>
                </a:gs>
              </a:gsLst>
              <a:lin ang="13800000" scaled="0"/>
            </a:gradFill>
            <a:ln w="19050">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2014</c:v>
                </c:pt>
                <c:pt idx="1">
                  <c:v>2015</c:v>
                </c:pt>
                <c:pt idx="2">
                  <c:v>2016</c:v>
                </c:pt>
                <c:pt idx="3">
                  <c:v>2017</c:v>
                </c:pt>
              </c:numCache>
            </c:numRef>
          </c:cat>
          <c:val>
            <c:numRef>
              <c:f>Лист1!$B$2:$B$5</c:f>
              <c:numCache>
                <c:formatCode>General</c:formatCode>
                <c:ptCount val="4"/>
                <c:pt idx="0">
                  <c:v>8.1999999999999993</c:v>
                </c:pt>
                <c:pt idx="1">
                  <c:v>3.2</c:v>
                </c:pt>
                <c:pt idx="2">
                  <c:v>1.4</c:v>
                </c:pt>
                <c:pt idx="3">
                  <c:v>4.2</c:v>
                </c:pt>
              </c:numCache>
            </c:numRef>
          </c:val>
          <c:extLst>
            <c:ext xmlns:c16="http://schemas.microsoft.com/office/drawing/2014/chart" uri="{C3380CC4-5D6E-409C-BE32-E72D297353CC}">
              <c16:uniqueId val="{00000000-2304-E844-8409-B72A739BCE93}"/>
            </c:ext>
          </c:extLst>
        </c:ser>
        <c:ser>
          <c:idx val="1"/>
          <c:order val="1"/>
          <c:tx>
            <c:strRef>
              <c:f>Лист1!$C$1</c:f>
              <c:strCache>
                <c:ptCount val="1"/>
                <c:pt idx="0">
                  <c:v>Silver</c:v>
                </c:pt>
              </c:strCache>
            </c:strRef>
          </c:tx>
          <c:spPr>
            <a:gradFill>
              <a:gsLst>
                <a:gs pos="100000">
                  <a:srgbClr val="0047FF"/>
                </a:gs>
                <a:gs pos="0">
                  <a:schemeClr val="accent5"/>
                </a:gs>
              </a:gsLst>
              <a:lin ang="13800000" scaled="0"/>
            </a:gradFill>
            <a:ln w="19050">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2014</c:v>
                </c:pt>
                <c:pt idx="1">
                  <c:v>2015</c:v>
                </c:pt>
                <c:pt idx="2">
                  <c:v>2016</c:v>
                </c:pt>
                <c:pt idx="3">
                  <c:v>2017</c:v>
                </c:pt>
              </c:numCache>
            </c:numRef>
          </c:cat>
          <c:val>
            <c:numRef>
              <c:f>Лист1!$C$2:$C$5</c:f>
              <c:numCache>
                <c:formatCode>General</c:formatCode>
                <c:ptCount val="4"/>
                <c:pt idx="0">
                  <c:v>6.3</c:v>
                </c:pt>
                <c:pt idx="1">
                  <c:v>9.3000000000000007</c:v>
                </c:pt>
                <c:pt idx="2">
                  <c:v>5.0999999999999996</c:v>
                </c:pt>
                <c:pt idx="3">
                  <c:v>3.6</c:v>
                </c:pt>
              </c:numCache>
            </c:numRef>
          </c:val>
          <c:extLst>
            <c:ext xmlns:c16="http://schemas.microsoft.com/office/drawing/2014/chart" uri="{C3380CC4-5D6E-409C-BE32-E72D297353CC}">
              <c16:uniqueId val="{00000001-2304-E844-8409-B72A739BCE93}"/>
            </c:ext>
          </c:extLst>
        </c:ser>
        <c:ser>
          <c:idx val="2"/>
          <c:order val="2"/>
          <c:tx>
            <c:strRef>
              <c:f>Лист1!$D$1</c:f>
              <c:strCache>
                <c:ptCount val="1"/>
                <c:pt idx="0">
                  <c:v>Bronze</c:v>
                </c:pt>
              </c:strCache>
            </c:strRef>
          </c:tx>
          <c:spPr>
            <a:gradFill>
              <a:gsLst>
                <a:gs pos="100000">
                  <a:srgbClr val="FF4799"/>
                </a:gs>
                <a:gs pos="0">
                  <a:srgbClr val="FF7701"/>
                </a:gs>
              </a:gsLst>
              <a:lin ang="13800000" scaled="0"/>
            </a:gradFill>
            <a:ln w="19050">
              <a:noFill/>
            </a:ln>
            <a:effectLst/>
          </c:spPr>
          <c:invertIfNegative val="0"/>
          <c:dPt>
            <c:idx val="0"/>
            <c:invertIfNegative val="0"/>
            <c:bubble3D val="0"/>
            <c:spPr>
              <a:gradFill>
                <a:gsLst>
                  <a:gs pos="100000">
                    <a:srgbClr val="FF4B9B"/>
                  </a:gs>
                  <a:gs pos="0">
                    <a:srgbClr val="FF7701"/>
                  </a:gs>
                </a:gsLst>
                <a:lin ang="13800000" scaled="0"/>
              </a:gradFill>
              <a:ln w="19050">
                <a:noFill/>
              </a:ln>
              <a:effectLst/>
            </c:spPr>
            <c:extLst>
              <c:ext xmlns:c16="http://schemas.microsoft.com/office/drawing/2014/chart" uri="{C3380CC4-5D6E-409C-BE32-E72D297353CC}">
                <c16:uniqueId val="{00000003-D16E-9643-9A0A-2543D60934F4}"/>
              </c:ext>
            </c:extLst>
          </c:dPt>
          <c:dPt>
            <c:idx val="1"/>
            <c:invertIfNegative val="0"/>
            <c:bubble3D val="0"/>
            <c:spPr>
              <a:gradFill>
                <a:gsLst>
                  <a:gs pos="100000">
                    <a:srgbClr val="FF4B9B"/>
                  </a:gs>
                  <a:gs pos="0">
                    <a:srgbClr val="FF7701"/>
                  </a:gs>
                </a:gsLst>
                <a:lin ang="13800000" scaled="0"/>
              </a:gradFill>
              <a:ln w="19050">
                <a:noFill/>
              </a:ln>
              <a:effectLst/>
            </c:spPr>
            <c:extLst>
              <c:ext xmlns:c16="http://schemas.microsoft.com/office/drawing/2014/chart" uri="{C3380CC4-5D6E-409C-BE32-E72D297353CC}">
                <c16:uniqueId val="{00000001-D16E-9643-9A0A-2543D60934F4}"/>
              </c:ext>
            </c:extLst>
          </c:dPt>
          <c:dPt>
            <c:idx val="2"/>
            <c:invertIfNegative val="0"/>
            <c:bubble3D val="0"/>
            <c:spPr>
              <a:gradFill>
                <a:gsLst>
                  <a:gs pos="100000">
                    <a:srgbClr val="FF4B9B"/>
                  </a:gs>
                  <a:gs pos="0">
                    <a:srgbClr val="FF7701"/>
                  </a:gs>
                </a:gsLst>
                <a:lin ang="13800000" scaled="0"/>
              </a:gradFill>
              <a:ln w="19050">
                <a:noFill/>
              </a:ln>
              <a:effectLst/>
            </c:spPr>
            <c:extLst>
              <c:ext xmlns:c16="http://schemas.microsoft.com/office/drawing/2014/chart" uri="{C3380CC4-5D6E-409C-BE32-E72D297353CC}">
                <c16:uniqueId val="{00000002-D16E-9643-9A0A-2543D60934F4}"/>
              </c:ext>
            </c:extLst>
          </c:dPt>
          <c:dLbls>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2014</c:v>
                </c:pt>
                <c:pt idx="1">
                  <c:v>2015</c:v>
                </c:pt>
                <c:pt idx="2">
                  <c:v>2016</c:v>
                </c:pt>
                <c:pt idx="3">
                  <c:v>2017</c:v>
                </c:pt>
              </c:numCache>
            </c:numRef>
          </c:cat>
          <c:val>
            <c:numRef>
              <c:f>Лист1!$D$2:$D$5</c:f>
              <c:numCache>
                <c:formatCode>General</c:formatCode>
                <c:ptCount val="4"/>
                <c:pt idx="0">
                  <c:v>1.8</c:v>
                </c:pt>
                <c:pt idx="1">
                  <c:v>2.7</c:v>
                </c:pt>
                <c:pt idx="2">
                  <c:v>1</c:v>
                </c:pt>
                <c:pt idx="3">
                  <c:v>0.7</c:v>
                </c:pt>
              </c:numCache>
            </c:numRef>
          </c:val>
          <c:extLst>
            <c:ext xmlns:c16="http://schemas.microsoft.com/office/drawing/2014/chart" uri="{C3380CC4-5D6E-409C-BE32-E72D297353CC}">
              <c16:uniqueId val="{00000002-2304-E844-8409-B72A739BCE93}"/>
            </c:ext>
          </c:extLst>
        </c:ser>
        <c:dLbls>
          <c:showLegendKey val="0"/>
          <c:showVal val="1"/>
          <c:showCatName val="0"/>
          <c:showSerName val="0"/>
          <c:showPercent val="0"/>
          <c:showBubbleSize val="0"/>
        </c:dLbls>
        <c:gapWidth val="148"/>
        <c:axId val="5520208"/>
        <c:axId val="212337976"/>
      </c:barChart>
      <c:catAx>
        <c:axId val="5520208"/>
        <c:scaling>
          <c:orientation val="minMax"/>
        </c:scaling>
        <c:delete val="0"/>
        <c:axPos val="l"/>
        <c:majorGridlines>
          <c:spPr>
            <a:ln w="3175" cap="flat" cmpd="sng" algn="ctr">
              <a:solidFill>
                <a:schemeClr val="tx1">
                  <a:alpha val="20000"/>
                </a:schemeClr>
              </a:solidFill>
              <a:round/>
            </a:ln>
            <a:effectLst/>
          </c:spPr>
        </c:majorGridlines>
        <c:numFmt formatCode="General" sourceLinked="1"/>
        <c:majorTickMark val="out"/>
        <c:minorTickMark val="none"/>
        <c:tickLblPos val="nextTo"/>
        <c:spPr>
          <a:noFill/>
          <a:ln w="3175" cap="flat" cmpd="sng" algn="ctr">
            <a:solidFill>
              <a:schemeClr val="tx1">
                <a:lumMod val="95000"/>
                <a:lumOff val="5000"/>
                <a:alpha val="50000"/>
              </a:schemeClr>
            </a:solidFill>
            <a:round/>
          </a:ln>
          <a:effectLst/>
        </c:spPr>
        <c:txPr>
          <a:bodyPr rot="-60000" spcFirstLastPara="1" vertOverflow="ellipsis" wrap="square" anchor="ctr" anchorCtr="1"/>
          <a:lstStyle/>
          <a:p>
            <a:pPr>
              <a:defRPr sz="1197"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212337976"/>
        <c:crosses val="autoZero"/>
        <c:auto val="1"/>
        <c:lblAlgn val="ctr"/>
        <c:lblOffset val="100"/>
        <c:noMultiLvlLbl val="0"/>
      </c:catAx>
      <c:valAx>
        <c:axId val="212337976"/>
        <c:scaling>
          <c:orientation val="minMax"/>
        </c:scaling>
        <c:delete val="0"/>
        <c:axPos val="b"/>
        <c:majorGridlines>
          <c:spPr>
            <a:ln w="3175" cap="flat" cmpd="sng" algn="ctr">
              <a:solidFill>
                <a:schemeClr val="tx1">
                  <a:alpha val="20000"/>
                </a:schemeClr>
              </a:solidFill>
              <a:round/>
            </a:ln>
            <a:effectLst/>
          </c:spPr>
        </c:majorGridlines>
        <c:numFmt formatCode="General" sourceLinked="1"/>
        <c:majorTickMark val="out"/>
        <c:minorTickMark val="none"/>
        <c:tickLblPos val="none"/>
        <c:spPr>
          <a:noFill/>
          <a:ln>
            <a:solidFill>
              <a:schemeClr val="tx1">
                <a:alpha val="20000"/>
              </a:schemeClr>
            </a:solidFill>
          </a:ln>
          <a:effectLst/>
        </c:spPr>
        <c:txPr>
          <a:bodyPr rot="-60000000" spcFirstLastPara="1" vertOverflow="ellipsis" vert="horz"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520208"/>
        <c:crosses val="autoZero"/>
        <c:crossBetween val="between"/>
      </c:valAx>
      <c:spPr>
        <a:noFill/>
        <a:ln>
          <a:noFill/>
        </a:ln>
        <a:effectLst/>
      </c:spPr>
    </c:plotArea>
    <c:legend>
      <c:legendPos val="b"/>
      <c:layout>
        <c:manualLayout>
          <c:xMode val="edge"/>
          <c:yMode val="edge"/>
          <c:x val="7.6865199381179569E-2"/>
          <c:y val="0.89195644399590213"/>
          <c:w val="0.38965645157194106"/>
          <c:h val="5.5784315304145259E-2"/>
        </c:manualLayout>
      </c:layout>
      <c:overlay val="1"/>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chart>
  <c:spPr>
    <a:noFill/>
    <a:ln>
      <a:noFill/>
    </a:ln>
    <a:effectLst/>
  </c:spPr>
  <c:txPr>
    <a:bodyPr/>
    <a:lstStyle/>
    <a:p>
      <a:pPr>
        <a:defRPr b="0" i="0">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1787698233869725E-2"/>
          <c:y val="4.3499474050363779E-2"/>
          <c:w val="0.95420661387280925"/>
          <c:h val="0.79522827822776676"/>
        </c:manualLayout>
      </c:layout>
      <c:barChart>
        <c:barDir val="bar"/>
        <c:grouping val="clustered"/>
        <c:varyColors val="0"/>
        <c:ser>
          <c:idx val="0"/>
          <c:order val="0"/>
          <c:tx>
            <c:strRef>
              <c:f>Лист1!$B$1</c:f>
              <c:strCache>
                <c:ptCount val="1"/>
                <c:pt idx="0">
                  <c:v>Gold</c:v>
                </c:pt>
              </c:strCache>
            </c:strRef>
          </c:tx>
          <c:spPr>
            <a:solidFill>
              <a:schemeClr val="accent3"/>
            </a:solidFill>
            <a:ln w="19050">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2014</c:v>
                </c:pt>
                <c:pt idx="1">
                  <c:v>2015</c:v>
                </c:pt>
                <c:pt idx="2">
                  <c:v>2016</c:v>
                </c:pt>
                <c:pt idx="3">
                  <c:v>2017</c:v>
                </c:pt>
              </c:numCache>
            </c:numRef>
          </c:cat>
          <c:val>
            <c:numRef>
              <c:f>Лист1!$B$2:$B$5</c:f>
              <c:numCache>
                <c:formatCode>General</c:formatCode>
                <c:ptCount val="4"/>
                <c:pt idx="0">
                  <c:v>8.1999999999999993</c:v>
                </c:pt>
                <c:pt idx="1">
                  <c:v>3.2</c:v>
                </c:pt>
                <c:pt idx="2">
                  <c:v>1.4</c:v>
                </c:pt>
                <c:pt idx="3">
                  <c:v>4.2</c:v>
                </c:pt>
              </c:numCache>
            </c:numRef>
          </c:val>
          <c:extLst>
            <c:ext xmlns:c16="http://schemas.microsoft.com/office/drawing/2014/chart" uri="{C3380CC4-5D6E-409C-BE32-E72D297353CC}">
              <c16:uniqueId val="{00000000-2304-E844-8409-B72A739BCE93}"/>
            </c:ext>
          </c:extLst>
        </c:ser>
        <c:ser>
          <c:idx val="1"/>
          <c:order val="1"/>
          <c:tx>
            <c:strRef>
              <c:f>Лист1!$C$1</c:f>
              <c:strCache>
                <c:ptCount val="1"/>
                <c:pt idx="0">
                  <c:v>Silver</c:v>
                </c:pt>
              </c:strCache>
            </c:strRef>
          </c:tx>
          <c:spPr>
            <a:solidFill>
              <a:schemeClr val="accent5"/>
            </a:solidFill>
            <a:ln w="19050">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2014</c:v>
                </c:pt>
                <c:pt idx="1">
                  <c:v>2015</c:v>
                </c:pt>
                <c:pt idx="2">
                  <c:v>2016</c:v>
                </c:pt>
                <c:pt idx="3">
                  <c:v>2017</c:v>
                </c:pt>
              </c:numCache>
            </c:numRef>
          </c:cat>
          <c:val>
            <c:numRef>
              <c:f>Лист1!$C$2:$C$5</c:f>
              <c:numCache>
                <c:formatCode>General</c:formatCode>
                <c:ptCount val="4"/>
                <c:pt idx="0">
                  <c:v>6.3</c:v>
                </c:pt>
                <c:pt idx="1">
                  <c:v>9.3000000000000007</c:v>
                </c:pt>
                <c:pt idx="2">
                  <c:v>5.0999999999999996</c:v>
                </c:pt>
                <c:pt idx="3">
                  <c:v>3.6</c:v>
                </c:pt>
              </c:numCache>
            </c:numRef>
          </c:val>
          <c:extLst>
            <c:ext xmlns:c16="http://schemas.microsoft.com/office/drawing/2014/chart" uri="{C3380CC4-5D6E-409C-BE32-E72D297353CC}">
              <c16:uniqueId val="{00000001-2304-E844-8409-B72A739BCE93}"/>
            </c:ext>
          </c:extLst>
        </c:ser>
        <c:ser>
          <c:idx val="2"/>
          <c:order val="2"/>
          <c:tx>
            <c:strRef>
              <c:f>Лист1!$D$1</c:f>
              <c:strCache>
                <c:ptCount val="1"/>
                <c:pt idx="0">
                  <c:v>Bronze</c:v>
                </c:pt>
              </c:strCache>
            </c:strRef>
          </c:tx>
          <c:spPr>
            <a:solidFill>
              <a:schemeClr val="accent2"/>
            </a:solidFill>
            <a:ln w="19050">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Лист1!$A$2:$A$5</c:f>
              <c:numCache>
                <c:formatCode>General</c:formatCode>
                <c:ptCount val="4"/>
                <c:pt idx="0">
                  <c:v>2014</c:v>
                </c:pt>
                <c:pt idx="1">
                  <c:v>2015</c:v>
                </c:pt>
                <c:pt idx="2">
                  <c:v>2016</c:v>
                </c:pt>
                <c:pt idx="3">
                  <c:v>2017</c:v>
                </c:pt>
              </c:numCache>
            </c:numRef>
          </c:cat>
          <c:val>
            <c:numRef>
              <c:f>Лист1!$D$2:$D$5</c:f>
              <c:numCache>
                <c:formatCode>General</c:formatCode>
                <c:ptCount val="4"/>
                <c:pt idx="0">
                  <c:v>1.8</c:v>
                </c:pt>
                <c:pt idx="1">
                  <c:v>2.7</c:v>
                </c:pt>
                <c:pt idx="2">
                  <c:v>1</c:v>
                </c:pt>
                <c:pt idx="3">
                  <c:v>0.7</c:v>
                </c:pt>
              </c:numCache>
            </c:numRef>
          </c:val>
          <c:extLst>
            <c:ext xmlns:c16="http://schemas.microsoft.com/office/drawing/2014/chart" uri="{C3380CC4-5D6E-409C-BE32-E72D297353CC}">
              <c16:uniqueId val="{00000002-2304-E844-8409-B72A739BCE93}"/>
            </c:ext>
          </c:extLst>
        </c:ser>
        <c:dLbls>
          <c:showLegendKey val="0"/>
          <c:showVal val="1"/>
          <c:showCatName val="0"/>
          <c:showSerName val="0"/>
          <c:showPercent val="0"/>
          <c:showBubbleSize val="0"/>
        </c:dLbls>
        <c:gapWidth val="148"/>
        <c:axId val="5520208"/>
        <c:axId val="212337976"/>
      </c:barChart>
      <c:catAx>
        <c:axId val="5520208"/>
        <c:scaling>
          <c:orientation val="minMax"/>
        </c:scaling>
        <c:delete val="0"/>
        <c:axPos val="l"/>
        <c:majorGridlines>
          <c:spPr>
            <a:ln w="3175" cap="flat" cmpd="sng" algn="ctr">
              <a:solidFill>
                <a:schemeClr val="tx1">
                  <a:alpha val="20000"/>
                </a:schemeClr>
              </a:solidFill>
              <a:round/>
            </a:ln>
            <a:effectLst/>
          </c:spPr>
        </c:majorGridlines>
        <c:numFmt formatCode="General" sourceLinked="1"/>
        <c:majorTickMark val="out"/>
        <c:minorTickMark val="none"/>
        <c:tickLblPos val="nextTo"/>
        <c:spPr>
          <a:noFill/>
          <a:ln w="3175" cap="flat" cmpd="sng" algn="ctr">
            <a:solidFill>
              <a:schemeClr val="tx1">
                <a:lumMod val="95000"/>
                <a:lumOff val="5000"/>
                <a:alpha val="50000"/>
              </a:schemeClr>
            </a:solidFill>
            <a:round/>
          </a:ln>
          <a:effectLst/>
        </c:spPr>
        <c:txPr>
          <a:bodyPr rot="-60000" spcFirstLastPara="1" vertOverflow="ellipsis" wrap="square" anchor="ctr" anchorCtr="1"/>
          <a:lstStyle/>
          <a:p>
            <a:pPr>
              <a:defRPr sz="1197" b="1"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212337976"/>
        <c:crosses val="autoZero"/>
        <c:auto val="1"/>
        <c:lblAlgn val="ctr"/>
        <c:lblOffset val="100"/>
        <c:noMultiLvlLbl val="0"/>
      </c:catAx>
      <c:valAx>
        <c:axId val="212337976"/>
        <c:scaling>
          <c:orientation val="minMax"/>
        </c:scaling>
        <c:delete val="0"/>
        <c:axPos val="b"/>
        <c:majorGridlines>
          <c:spPr>
            <a:ln w="3175" cap="flat" cmpd="sng" algn="ctr">
              <a:solidFill>
                <a:schemeClr val="tx1">
                  <a:alpha val="20000"/>
                </a:schemeClr>
              </a:solidFill>
              <a:round/>
            </a:ln>
            <a:effectLst/>
          </c:spPr>
        </c:majorGridlines>
        <c:numFmt formatCode="General" sourceLinked="1"/>
        <c:majorTickMark val="out"/>
        <c:minorTickMark val="none"/>
        <c:tickLblPos val="none"/>
        <c:spPr>
          <a:noFill/>
          <a:ln>
            <a:solidFill>
              <a:schemeClr val="tx1">
                <a:alpha val="20000"/>
              </a:schemeClr>
            </a:solidFill>
          </a:ln>
          <a:effectLst/>
        </c:spPr>
        <c:txPr>
          <a:bodyPr rot="-60000000" spcFirstLastPara="1" vertOverflow="ellipsis" vert="horz"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crossAx val="5520208"/>
        <c:crosses val="autoZero"/>
        <c:crossBetween val="between"/>
      </c:valAx>
      <c:spPr>
        <a:noFill/>
        <a:ln>
          <a:noFill/>
        </a:ln>
        <a:effectLst/>
      </c:spPr>
    </c:plotArea>
    <c:legend>
      <c:legendPos val="b"/>
      <c:layout>
        <c:manualLayout>
          <c:xMode val="edge"/>
          <c:yMode val="edge"/>
          <c:x val="7.6865199381179569E-2"/>
          <c:y val="0.89195644399590213"/>
          <c:w val="0.38965645157194106"/>
          <c:h val="5.5784315304145259E-2"/>
        </c:manualLayout>
      </c:layout>
      <c:overlay val="1"/>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Calibri" panose="020F0502020204030204" pitchFamily="34" charset="0"/>
              <a:ea typeface="+mn-ea"/>
              <a:cs typeface="Calibri" panose="020F0502020204030204" pitchFamily="34" charset="0"/>
            </a:defRPr>
          </a:pPr>
          <a:endParaRPr lang="en-US"/>
        </a:p>
      </c:txPr>
    </c:legend>
    <c:plotVisOnly val="1"/>
    <c:dispBlanksAs val="gap"/>
    <c:showDLblsOverMax val="0"/>
  </c:chart>
  <c:spPr>
    <a:noFill/>
    <a:ln>
      <a:noFill/>
    </a:ln>
    <a:effectLst/>
  </c:spPr>
  <c:txPr>
    <a:bodyPr/>
    <a:lstStyle/>
    <a:p>
      <a:pPr>
        <a:defRPr b="0" i="0">
          <a:solidFill>
            <a:schemeClr val="bg1"/>
          </a:solidFill>
          <a:latin typeface="Calibri" panose="020F0502020204030204" pitchFamily="34" charset="0"/>
          <a:cs typeface="Calibri" panose="020F0502020204030204" pitchFamily="34"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485847499070917"/>
          <c:y val="6.0338144116167121E-2"/>
          <c:w val="0.87940257225594454"/>
          <c:h val="0.75215664594207621"/>
        </c:manualLayout>
      </c:layout>
      <c:barChart>
        <c:barDir val="col"/>
        <c:grouping val="clustered"/>
        <c:varyColors val="0"/>
        <c:ser>
          <c:idx val="0"/>
          <c:order val="0"/>
          <c:tx>
            <c:strRef>
              <c:f>Sheet1!$B$1</c:f>
              <c:strCache>
                <c:ptCount val="1"/>
                <c:pt idx="0">
                  <c:v>Sales</c:v>
                </c:pt>
              </c:strCache>
            </c:strRef>
          </c:tx>
          <c:spPr>
            <a:gradFill>
              <a:gsLst>
                <a:gs pos="98000">
                  <a:srgbClr val="A98AEB"/>
                </a:gs>
                <a:gs pos="0">
                  <a:srgbClr val="FF4D40"/>
                </a:gs>
                <a:gs pos="44000">
                  <a:srgbClr val="FF4B9B"/>
                </a:gs>
              </a:gsLst>
              <a:path path="circle">
                <a:fillToRect l="100000" t="100000"/>
              </a:path>
            </a:gradFill>
            <a:ln w="6350">
              <a:solidFill>
                <a:schemeClr val="tx1"/>
              </a:solidFill>
            </a:ln>
            <a:effectLst/>
          </c:spPr>
          <c:invertIfNegative val="0"/>
          <c:dPt>
            <c:idx val="0"/>
            <c:invertIfNegative val="0"/>
            <c:bubble3D val="0"/>
            <c:spPr>
              <a:gradFill>
                <a:gsLst>
                  <a:gs pos="98000">
                    <a:srgbClr val="A98AEB"/>
                  </a:gs>
                  <a:gs pos="0">
                    <a:srgbClr val="FF4D40"/>
                  </a:gs>
                  <a:gs pos="44000">
                    <a:srgbClr val="FF4B9B"/>
                  </a:gs>
                </a:gsLst>
                <a:path path="circle">
                  <a:fillToRect l="100000" t="100000"/>
                </a:path>
              </a:gradFill>
              <a:ln w="6350">
                <a:solidFill>
                  <a:schemeClr val="tx1"/>
                </a:solidFill>
              </a:ln>
              <a:effectLst/>
            </c:spPr>
            <c:extLst>
              <c:ext xmlns:c16="http://schemas.microsoft.com/office/drawing/2014/chart" uri="{C3380CC4-5D6E-409C-BE32-E72D297353CC}">
                <c16:uniqueId val="{00000001-359E-9144-9EE9-42F79417FF8D}"/>
              </c:ext>
            </c:extLst>
          </c:dPt>
          <c:dPt>
            <c:idx val="1"/>
            <c:invertIfNegative val="0"/>
            <c:bubble3D val="0"/>
            <c:spPr>
              <a:gradFill>
                <a:gsLst>
                  <a:gs pos="98000">
                    <a:srgbClr val="A98AEB"/>
                  </a:gs>
                  <a:gs pos="0">
                    <a:srgbClr val="FF4D40"/>
                  </a:gs>
                  <a:gs pos="44000">
                    <a:srgbClr val="FF4B9B"/>
                  </a:gs>
                </a:gsLst>
                <a:path path="circle">
                  <a:fillToRect l="100000" t="100000"/>
                </a:path>
              </a:gradFill>
              <a:ln w="6350">
                <a:solidFill>
                  <a:schemeClr val="tx1"/>
                </a:solidFill>
              </a:ln>
              <a:effectLst/>
            </c:spPr>
            <c:extLst>
              <c:ext xmlns:c16="http://schemas.microsoft.com/office/drawing/2014/chart" uri="{C3380CC4-5D6E-409C-BE32-E72D297353CC}">
                <c16:uniqueId val="{00000003-359E-9144-9EE9-42F79417FF8D}"/>
              </c:ext>
            </c:extLst>
          </c:dPt>
          <c:dPt>
            <c:idx val="2"/>
            <c:invertIfNegative val="0"/>
            <c:bubble3D val="0"/>
            <c:spPr>
              <a:gradFill>
                <a:gsLst>
                  <a:gs pos="98000">
                    <a:srgbClr val="A98AEB"/>
                  </a:gs>
                  <a:gs pos="0">
                    <a:srgbClr val="FF4D40"/>
                  </a:gs>
                  <a:gs pos="44000">
                    <a:srgbClr val="FF4B9B"/>
                  </a:gs>
                </a:gsLst>
                <a:path path="circle">
                  <a:fillToRect l="100000" t="100000"/>
                </a:path>
              </a:gradFill>
              <a:ln w="6350">
                <a:solidFill>
                  <a:schemeClr val="tx1"/>
                </a:solidFill>
              </a:ln>
              <a:effectLst/>
            </c:spPr>
            <c:extLst>
              <c:ext xmlns:c16="http://schemas.microsoft.com/office/drawing/2014/chart" uri="{C3380CC4-5D6E-409C-BE32-E72D297353CC}">
                <c16:uniqueId val="{00000005-359E-9144-9EE9-42F79417FF8D}"/>
              </c:ext>
            </c:extLst>
          </c:dPt>
          <c:dPt>
            <c:idx val="3"/>
            <c:invertIfNegative val="0"/>
            <c:bubble3D val="0"/>
            <c:spPr>
              <a:gradFill>
                <a:gsLst>
                  <a:gs pos="98000">
                    <a:srgbClr val="A98AEB"/>
                  </a:gs>
                  <a:gs pos="0">
                    <a:srgbClr val="FF4D40"/>
                  </a:gs>
                  <a:gs pos="44000">
                    <a:srgbClr val="FF4B9B"/>
                  </a:gs>
                </a:gsLst>
                <a:path path="circle">
                  <a:fillToRect l="100000" t="100000"/>
                </a:path>
              </a:gradFill>
              <a:ln w="6350">
                <a:solidFill>
                  <a:schemeClr val="tx1"/>
                </a:solidFill>
              </a:ln>
              <a:effectLst/>
            </c:spPr>
            <c:extLst>
              <c:ext xmlns:c16="http://schemas.microsoft.com/office/drawing/2014/chart" uri="{C3380CC4-5D6E-409C-BE32-E72D297353CC}">
                <c16:uniqueId val="{00000007-359E-9144-9EE9-42F79417FF8D}"/>
              </c:ext>
            </c:extLst>
          </c:dPt>
          <c:cat>
            <c:strRef>
              <c:f>Sheet1!$A$2:$A$5</c:f>
              <c:strCache>
                <c:ptCount val="4"/>
                <c:pt idx="0">
                  <c:v>Europe</c:v>
                </c:pt>
                <c:pt idx="1">
                  <c:v>APAC</c:v>
                </c:pt>
                <c:pt idx="2">
                  <c:v>CIS</c:v>
                </c:pt>
                <c:pt idx="3">
                  <c:v>North America</c:v>
                </c:pt>
              </c:strCache>
            </c:strRef>
          </c:cat>
          <c:val>
            <c:numRef>
              <c:f>Sheet1!$B$2:$B$5</c:f>
              <c:numCache>
                <c:formatCode>0.0%</c:formatCode>
                <c:ptCount val="4"/>
                <c:pt idx="0">
                  <c:v>0.35699999999999998</c:v>
                </c:pt>
                <c:pt idx="1">
                  <c:v>2.5999999999999999E-2</c:v>
                </c:pt>
                <c:pt idx="2">
                  <c:v>8.0000000000000002E-3</c:v>
                </c:pt>
                <c:pt idx="3">
                  <c:v>0.60899999999999999</c:v>
                </c:pt>
              </c:numCache>
            </c:numRef>
          </c:val>
          <c:extLst>
            <c:ext xmlns:c16="http://schemas.microsoft.com/office/drawing/2014/chart" uri="{C3380CC4-5D6E-409C-BE32-E72D297353CC}">
              <c16:uniqueId val="{00000008-359E-9144-9EE9-42F79417FF8D}"/>
            </c:ext>
          </c:extLst>
        </c:ser>
        <c:dLbls>
          <c:showLegendKey val="0"/>
          <c:showVal val="0"/>
          <c:showCatName val="0"/>
          <c:showSerName val="0"/>
          <c:showPercent val="0"/>
          <c:showBubbleSize val="0"/>
        </c:dLbls>
        <c:gapWidth val="100"/>
        <c:axId val="1170912320"/>
        <c:axId val="1171135184"/>
      </c:barChart>
      <c:valAx>
        <c:axId val="1171135184"/>
        <c:scaling>
          <c:orientation val="minMax"/>
        </c:scaling>
        <c:delete val="1"/>
        <c:axPos val="l"/>
        <c:majorGridlines>
          <c:spPr>
            <a:ln w="9525" cap="flat" cmpd="sng" algn="ctr">
              <a:noFill/>
              <a:round/>
            </a:ln>
            <a:effectLst/>
          </c:spPr>
        </c:majorGridlines>
        <c:numFmt formatCode="0.0%" sourceLinked="1"/>
        <c:majorTickMark val="out"/>
        <c:minorTickMark val="none"/>
        <c:tickLblPos val="nextTo"/>
        <c:crossAx val="1170912320"/>
        <c:crosses val="autoZero"/>
        <c:crossBetween val="between"/>
      </c:valAx>
      <c:catAx>
        <c:axId val="1170912320"/>
        <c:scaling>
          <c:orientation val="minMax"/>
        </c:scaling>
        <c:delete val="0"/>
        <c:axPos val="b"/>
        <c:numFmt formatCode="General" sourceLinked="1"/>
        <c:majorTickMark val="none"/>
        <c:minorTickMark val="none"/>
        <c:tickLblPos val="nextTo"/>
        <c:spPr>
          <a:noFill/>
          <a:ln w="635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171135184"/>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Q1'22 REVENUE BY INDUSTRY VERTICAL</c:v>
                </c:pt>
              </c:strCache>
            </c:strRef>
          </c:tx>
          <c:spPr>
            <a:gradFill flip="none" rotWithShape="1">
              <a:gsLst>
                <a:gs pos="100000">
                  <a:schemeClr val="accent3"/>
                </a:gs>
                <a:gs pos="22000">
                  <a:schemeClr val="accent5"/>
                </a:gs>
                <a:gs pos="0">
                  <a:schemeClr val="accent4"/>
                </a:gs>
              </a:gsLst>
              <a:path path="circle">
                <a:fillToRect l="100000" t="100000"/>
              </a:path>
              <a:tileRect r="-100000" b="-100000"/>
            </a:gradFill>
            <a:ln w="6350">
              <a:solidFill>
                <a:srgbClr val="000000"/>
              </a:solidFill>
            </a:ln>
            <a:effectLst/>
          </c:spPr>
          <c:invertIfNegative val="0"/>
          <c:dPt>
            <c:idx val="0"/>
            <c:invertIfNegative val="0"/>
            <c:bubble3D val="0"/>
            <c:spPr>
              <a:gradFill>
                <a:gsLst>
                  <a:gs pos="100000">
                    <a:schemeClr val="accent3"/>
                  </a:gs>
                  <a:gs pos="22000">
                    <a:schemeClr val="accent5"/>
                  </a:gs>
                  <a:gs pos="0">
                    <a:schemeClr val="accent4"/>
                  </a:gs>
                </a:gsLst>
                <a:path path="circle">
                  <a:fillToRect l="100000" t="100000"/>
                </a:path>
              </a:gradFill>
              <a:ln w="6350">
                <a:solidFill>
                  <a:srgbClr val="000000"/>
                </a:solidFill>
              </a:ln>
              <a:effectLst/>
            </c:spPr>
            <c:extLst>
              <c:ext xmlns:c16="http://schemas.microsoft.com/office/drawing/2014/chart" uri="{C3380CC4-5D6E-409C-BE32-E72D297353CC}">
                <c16:uniqueId val="{00000001-75AB-954A-AC41-BC78A4B3CCE7}"/>
              </c:ext>
            </c:extLst>
          </c:dPt>
          <c:dPt>
            <c:idx val="1"/>
            <c:invertIfNegative val="0"/>
            <c:bubble3D val="0"/>
            <c:spPr>
              <a:gradFill>
                <a:gsLst>
                  <a:gs pos="100000">
                    <a:schemeClr val="accent3"/>
                  </a:gs>
                  <a:gs pos="22000">
                    <a:schemeClr val="accent5"/>
                  </a:gs>
                  <a:gs pos="0">
                    <a:schemeClr val="accent4"/>
                  </a:gs>
                </a:gsLst>
                <a:path path="circle">
                  <a:fillToRect l="100000" t="100000"/>
                </a:path>
              </a:gradFill>
              <a:ln w="6350">
                <a:solidFill>
                  <a:srgbClr val="000000"/>
                </a:solidFill>
              </a:ln>
              <a:effectLst/>
            </c:spPr>
            <c:extLst>
              <c:ext xmlns:c16="http://schemas.microsoft.com/office/drawing/2014/chart" uri="{C3380CC4-5D6E-409C-BE32-E72D297353CC}">
                <c16:uniqueId val="{00000003-75AB-954A-AC41-BC78A4B3CCE7}"/>
              </c:ext>
            </c:extLst>
          </c:dPt>
          <c:dPt>
            <c:idx val="2"/>
            <c:invertIfNegative val="0"/>
            <c:bubble3D val="0"/>
            <c:spPr>
              <a:gradFill>
                <a:gsLst>
                  <a:gs pos="100000">
                    <a:schemeClr val="accent3"/>
                  </a:gs>
                  <a:gs pos="22000">
                    <a:schemeClr val="accent5"/>
                  </a:gs>
                  <a:gs pos="0">
                    <a:schemeClr val="accent4"/>
                  </a:gs>
                </a:gsLst>
                <a:path path="circle">
                  <a:fillToRect l="100000" t="100000"/>
                </a:path>
              </a:gradFill>
              <a:ln w="6350">
                <a:solidFill>
                  <a:srgbClr val="000000"/>
                </a:solidFill>
              </a:ln>
              <a:effectLst/>
            </c:spPr>
            <c:extLst>
              <c:ext xmlns:c16="http://schemas.microsoft.com/office/drawing/2014/chart" uri="{C3380CC4-5D6E-409C-BE32-E72D297353CC}">
                <c16:uniqueId val="{00000005-75AB-954A-AC41-BC78A4B3CCE7}"/>
              </c:ext>
            </c:extLst>
          </c:dPt>
          <c:dPt>
            <c:idx val="3"/>
            <c:invertIfNegative val="0"/>
            <c:bubble3D val="0"/>
            <c:spPr>
              <a:gradFill>
                <a:gsLst>
                  <a:gs pos="100000">
                    <a:schemeClr val="accent3"/>
                  </a:gs>
                  <a:gs pos="22000">
                    <a:schemeClr val="accent5"/>
                  </a:gs>
                  <a:gs pos="0">
                    <a:schemeClr val="accent4"/>
                  </a:gs>
                </a:gsLst>
                <a:path path="circle">
                  <a:fillToRect l="100000" t="100000"/>
                </a:path>
              </a:gradFill>
              <a:ln w="6350">
                <a:solidFill>
                  <a:srgbClr val="000000"/>
                </a:solidFill>
              </a:ln>
              <a:effectLst/>
            </c:spPr>
            <c:extLst>
              <c:ext xmlns:c16="http://schemas.microsoft.com/office/drawing/2014/chart" uri="{C3380CC4-5D6E-409C-BE32-E72D297353CC}">
                <c16:uniqueId val="{00000007-75AB-954A-AC41-BC78A4B3CCE7}"/>
              </c:ext>
            </c:extLst>
          </c:dPt>
          <c:dPt>
            <c:idx val="4"/>
            <c:invertIfNegative val="0"/>
            <c:bubble3D val="0"/>
            <c:spPr>
              <a:gradFill>
                <a:gsLst>
                  <a:gs pos="100000">
                    <a:schemeClr val="accent3"/>
                  </a:gs>
                  <a:gs pos="22000">
                    <a:schemeClr val="accent5"/>
                  </a:gs>
                  <a:gs pos="0">
                    <a:schemeClr val="accent4"/>
                  </a:gs>
                </a:gsLst>
                <a:path path="circle">
                  <a:fillToRect l="100000" t="100000"/>
                </a:path>
              </a:gradFill>
              <a:ln w="6350">
                <a:solidFill>
                  <a:srgbClr val="000000"/>
                </a:solidFill>
              </a:ln>
              <a:effectLst/>
            </c:spPr>
            <c:extLst>
              <c:ext xmlns:c16="http://schemas.microsoft.com/office/drawing/2014/chart" uri="{C3380CC4-5D6E-409C-BE32-E72D297353CC}">
                <c16:uniqueId val="{00000009-75AB-954A-AC41-BC78A4B3CCE7}"/>
              </c:ext>
            </c:extLst>
          </c:dPt>
          <c:dPt>
            <c:idx val="5"/>
            <c:invertIfNegative val="0"/>
            <c:bubble3D val="0"/>
            <c:spPr>
              <a:gradFill>
                <a:gsLst>
                  <a:gs pos="100000">
                    <a:schemeClr val="accent3"/>
                  </a:gs>
                  <a:gs pos="22000">
                    <a:schemeClr val="accent5"/>
                  </a:gs>
                  <a:gs pos="0">
                    <a:schemeClr val="accent4"/>
                  </a:gs>
                </a:gsLst>
                <a:path path="circle">
                  <a:fillToRect l="100000" t="100000"/>
                </a:path>
              </a:gradFill>
              <a:ln w="6350">
                <a:solidFill>
                  <a:srgbClr val="000000"/>
                </a:solidFill>
              </a:ln>
              <a:effectLst/>
            </c:spPr>
            <c:extLst>
              <c:ext xmlns:c16="http://schemas.microsoft.com/office/drawing/2014/chart" uri="{C3380CC4-5D6E-409C-BE32-E72D297353CC}">
                <c16:uniqueId val="{0000000B-75AB-954A-AC41-BC78A4B3CCE7}"/>
              </c:ext>
            </c:extLst>
          </c:dPt>
          <c:cat>
            <c:strRef>
              <c:f>Sheet1!$A$2:$A$7</c:f>
              <c:strCache>
                <c:ptCount val="6"/>
                <c:pt idx="0">
                  <c:v>Financial Services</c:v>
                </c:pt>
                <c:pt idx="1">
                  <c:v>Business Information &amp; Media</c:v>
                </c:pt>
                <c:pt idx="2">
                  <c:v>Software &amp; Hi-Tech</c:v>
                </c:pt>
                <c:pt idx="3">
                  <c:v>Emerging</c:v>
                </c:pt>
                <c:pt idx="4">
                  <c:v>Life Sciences &amp; Healthcare</c:v>
                </c:pt>
                <c:pt idx="5">
                  <c:v>Travel &amp; Consumer</c:v>
                </c:pt>
              </c:strCache>
            </c:strRef>
          </c:cat>
          <c:val>
            <c:numRef>
              <c:f>Sheet1!$B$2:$B$7</c:f>
              <c:numCache>
                <c:formatCode>0.0%</c:formatCode>
                <c:ptCount val="6"/>
                <c:pt idx="0">
                  <c:v>0.20799999999999999</c:v>
                </c:pt>
                <c:pt idx="1">
                  <c:v>0.17</c:v>
                </c:pt>
                <c:pt idx="2">
                  <c:v>0.16700000000000001</c:v>
                </c:pt>
                <c:pt idx="3">
                  <c:v>0.12</c:v>
                </c:pt>
                <c:pt idx="4">
                  <c:v>0.106</c:v>
                </c:pt>
                <c:pt idx="5">
                  <c:v>0.22900000000000001</c:v>
                </c:pt>
              </c:numCache>
            </c:numRef>
          </c:val>
          <c:extLst>
            <c:ext xmlns:c16="http://schemas.microsoft.com/office/drawing/2014/chart" uri="{C3380CC4-5D6E-409C-BE32-E72D297353CC}">
              <c16:uniqueId val="{0000000C-75AB-954A-AC41-BC78A4B3CCE7}"/>
            </c:ext>
          </c:extLst>
        </c:ser>
        <c:dLbls>
          <c:showLegendKey val="0"/>
          <c:showVal val="0"/>
          <c:showCatName val="0"/>
          <c:showSerName val="0"/>
          <c:showPercent val="0"/>
          <c:showBubbleSize val="0"/>
        </c:dLbls>
        <c:gapWidth val="100"/>
        <c:axId val="1082984672"/>
        <c:axId val="1083079856"/>
      </c:barChart>
      <c:valAx>
        <c:axId val="1083079856"/>
        <c:scaling>
          <c:orientation val="minMax"/>
        </c:scaling>
        <c:delete val="1"/>
        <c:axPos val="l"/>
        <c:majorGridlines>
          <c:spPr>
            <a:ln w="0" cap="flat" cmpd="sng" algn="ctr">
              <a:noFill/>
              <a:round/>
            </a:ln>
            <a:effectLst/>
          </c:spPr>
        </c:majorGridlines>
        <c:numFmt formatCode="0.0%" sourceLinked="1"/>
        <c:majorTickMark val="out"/>
        <c:minorTickMark val="none"/>
        <c:tickLblPos val="nextTo"/>
        <c:crossAx val="1082984672"/>
        <c:crosses val="autoZero"/>
        <c:crossBetween val="between"/>
      </c:valAx>
      <c:catAx>
        <c:axId val="1082984672"/>
        <c:scaling>
          <c:orientation val="minMax"/>
        </c:scaling>
        <c:delete val="0"/>
        <c:axPos val="b"/>
        <c:numFmt formatCode="General" sourceLinked="1"/>
        <c:majorTickMark val="none"/>
        <c:minorTickMark val="none"/>
        <c:tickLblPos val="nextTo"/>
        <c:spPr>
          <a:noFill/>
          <a:ln w="6350"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bg1"/>
                </a:solidFill>
                <a:latin typeface="+mn-lt"/>
                <a:ea typeface="+mn-ea"/>
                <a:cs typeface="+mn-cs"/>
              </a:defRPr>
            </a:pPr>
            <a:endParaRPr lang="en-US"/>
          </a:p>
        </c:txPr>
        <c:crossAx val="1083079856"/>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0.17154</cdr:x>
      <cdr:y>0.31437</cdr:y>
    </cdr:from>
    <cdr:to>
      <cdr:x>0.32026</cdr:x>
      <cdr:y>0.40433</cdr:y>
    </cdr:to>
    <cdr:sp macro="" textlink="">
      <cdr:nvSpPr>
        <cdr:cNvPr id="2" name="Rectangle 1">
          <a:extLst xmlns:a="http://schemas.openxmlformats.org/drawingml/2006/main">
            <a:ext uri="{FF2B5EF4-FFF2-40B4-BE49-F238E27FC236}">
              <a16:creationId xmlns:a16="http://schemas.microsoft.com/office/drawing/2014/main" id="{23A279F2-6E2F-7A66-1A0B-6F1E14E8AAE1}"/>
            </a:ext>
          </a:extLst>
        </cdr:cNvPr>
        <cdr:cNvSpPr/>
      </cdr:nvSpPr>
      <cdr:spPr>
        <a:xfrm xmlns:a="http://schemas.openxmlformats.org/drawingml/2006/main">
          <a:off x="397428" y="727858"/>
          <a:ext cx="344546" cy="208289"/>
        </a:xfrm>
        <a:prstGeom xmlns:a="http://schemas.openxmlformats.org/drawingml/2006/main" prst="rect">
          <a:avLst/>
        </a:prstGeom>
      </cdr:spPr>
      <cdr:txBody>
        <a:bodyPr xmlns:a="http://schemas.openxmlformats.org/drawingml/2006/main" wrap="none">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r" defTabSz="685783">
            <a:defRPr/>
          </a:pPr>
          <a:r>
            <a:rPr lang="en-US" sz="900" dirty="0">
              <a:solidFill>
                <a:schemeClr val="bg1"/>
              </a:solidFill>
            </a:rPr>
            <a:t>52%</a:t>
          </a:r>
        </a:p>
      </cdr:txBody>
    </cdr:sp>
  </cdr:relSizeAnchor>
  <cdr:relSizeAnchor xmlns:cdr="http://schemas.openxmlformats.org/drawingml/2006/chartDrawing">
    <cdr:from>
      <cdr:x>0.38837</cdr:x>
      <cdr:y>0.6732</cdr:y>
    </cdr:from>
    <cdr:to>
      <cdr:x>0.51461</cdr:x>
      <cdr:y>0.76316</cdr:y>
    </cdr:to>
    <cdr:sp macro="" textlink="">
      <cdr:nvSpPr>
        <cdr:cNvPr id="3" name="Rectangle 2">
          <a:extLst xmlns:a="http://schemas.openxmlformats.org/drawingml/2006/main">
            <a:ext uri="{FF2B5EF4-FFF2-40B4-BE49-F238E27FC236}">
              <a16:creationId xmlns:a16="http://schemas.microsoft.com/office/drawing/2014/main" id="{2ACFEA39-6ED8-DB15-76D5-EFEE2D955411}"/>
            </a:ext>
          </a:extLst>
        </cdr:cNvPr>
        <cdr:cNvSpPr/>
      </cdr:nvSpPr>
      <cdr:spPr>
        <a:xfrm xmlns:a="http://schemas.openxmlformats.org/drawingml/2006/main">
          <a:off x="899773" y="1558651"/>
          <a:ext cx="292475" cy="208289"/>
        </a:xfrm>
        <a:prstGeom xmlns:a="http://schemas.openxmlformats.org/drawingml/2006/main" prst="rect">
          <a:avLst/>
        </a:prstGeom>
      </cdr:spPr>
      <cdr:txBody>
        <a:bodyPr xmlns:a="http://schemas.openxmlformats.org/drawingml/2006/main" wrap="none">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r" defTabSz="685783">
            <a:defRPr/>
          </a:pPr>
          <a:r>
            <a:rPr lang="en-US" sz="900" dirty="0">
              <a:solidFill>
                <a:schemeClr val="bg1"/>
              </a:solidFill>
            </a:rPr>
            <a:t>6%</a:t>
          </a:r>
        </a:p>
      </cdr:txBody>
    </cdr:sp>
  </cdr:relSizeAnchor>
  <cdr:relSizeAnchor xmlns:cdr="http://schemas.openxmlformats.org/drawingml/2006/chartDrawing">
    <cdr:from>
      <cdr:x>0.61321</cdr:x>
      <cdr:y>0.67716</cdr:y>
    </cdr:from>
    <cdr:to>
      <cdr:x>0.73945</cdr:x>
      <cdr:y>0.76712</cdr:y>
    </cdr:to>
    <cdr:sp macro="" textlink="">
      <cdr:nvSpPr>
        <cdr:cNvPr id="4" name="Rectangle 3">
          <a:extLst xmlns:a="http://schemas.openxmlformats.org/drawingml/2006/main">
            <a:ext uri="{FF2B5EF4-FFF2-40B4-BE49-F238E27FC236}">
              <a16:creationId xmlns:a16="http://schemas.microsoft.com/office/drawing/2014/main" id="{E3ADE933-F538-15E5-63D6-2E44AD47182A}"/>
            </a:ext>
          </a:extLst>
        </cdr:cNvPr>
        <cdr:cNvSpPr/>
      </cdr:nvSpPr>
      <cdr:spPr>
        <a:xfrm xmlns:a="http://schemas.openxmlformats.org/drawingml/2006/main">
          <a:off x="1420688" y="1567819"/>
          <a:ext cx="292474" cy="208289"/>
        </a:xfrm>
        <a:prstGeom xmlns:a="http://schemas.openxmlformats.org/drawingml/2006/main" prst="rect">
          <a:avLst/>
        </a:prstGeom>
      </cdr:spPr>
      <cdr:txBody>
        <a:bodyPr xmlns:a="http://schemas.openxmlformats.org/drawingml/2006/main" wrap="none">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r" defTabSz="685783">
            <a:defRPr/>
          </a:pPr>
          <a:r>
            <a:rPr lang="en-US" sz="900" dirty="0">
              <a:solidFill>
                <a:schemeClr val="bg1"/>
              </a:solidFill>
            </a:rPr>
            <a:t>2%</a:t>
          </a:r>
        </a:p>
      </cdr:txBody>
    </cdr:sp>
  </cdr:relSizeAnchor>
  <cdr:relSizeAnchor xmlns:cdr="http://schemas.openxmlformats.org/drawingml/2006/chartDrawing">
    <cdr:from>
      <cdr:x>0.82137</cdr:x>
      <cdr:y>0.04971</cdr:y>
    </cdr:from>
    <cdr:to>
      <cdr:x>0.97009</cdr:x>
      <cdr:y>0.13968</cdr:y>
    </cdr:to>
    <cdr:sp macro="" textlink="">
      <cdr:nvSpPr>
        <cdr:cNvPr id="5" name="Rectangle 4">
          <a:extLst xmlns:a="http://schemas.openxmlformats.org/drawingml/2006/main">
            <a:ext uri="{FF2B5EF4-FFF2-40B4-BE49-F238E27FC236}">
              <a16:creationId xmlns:a16="http://schemas.microsoft.com/office/drawing/2014/main" id="{862DBF23-A8F1-F91D-CC9C-4D3103E42098}"/>
            </a:ext>
          </a:extLst>
        </cdr:cNvPr>
        <cdr:cNvSpPr/>
      </cdr:nvSpPr>
      <cdr:spPr>
        <a:xfrm xmlns:a="http://schemas.openxmlformats.org/drawingml/2006/main">
          <a:off x="1902947" y="115100"/>
          <a:ext cx="344547" cy="208290"/>
        </a:xfrm>
        <a:prstGeom xmlns:a="http://schemas.openxmlformats.org/drawingml/2006/main" prst="rect">
          <a:avLst/>
        </a:prstGeom>
      </cdr:spPr>
      <cdr:txBody>
        <a:bodyPr xmlns:a="http://schemas.openxmlformats.org/drawingml/2006/main" wrap="none">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r" defTabSz="685783">
            <a:defRPr/>
          </a:pPr>
          <a:r>
            <a:rPr lang="en-US" sz="900" dirty="0">
              <a:solidFill>
                <a:schemeClr val="bg1"/>
              </a:solidFill>
            </a:rPr>
            <a:t>81%</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10AE391-5090-4A20-BB83-AE7944D757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7E0C791-4472-47EB-A5D1-40410E8609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83E989-3A32-4871-848D-A577D002F4D8}" type="datetimeFigureOut">
              <a:rPr lang="en-US" smtClean="0"/>
              <a:t>4/9/2026</a:t>
            </a:fld>
            <a:endParaRPr lang="en-US"/>
          </a:p>
        </p:txBody>
      </p:sp>
      <p:sp>
        <p:nvSpPr>
          <p:cNvPr id="4" name="Footer Placeholder 3">
            <a:extLst>
              <a:ext uri="{FF2B5EF4-FFF2-40B4-BE49-F238E27FC236}">
                <a16:creationId xmlns:a16="http://schemas.microsoft.com/office/drawing/2014/main" id="{24289C3D-9323-4256-B98A-37D9853EA9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F71EE58-95EA-4121-8D8F-D9BF9D78CF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AC666C-E93D-47E9-A306-F95DA55A0DBF}" type="slidenum">
              <a:rPr lang="en-US" smtClean="0"/>
              <a:t>‹nº›</a:t>
            </a:fld>
            <a:endParaRPr lang="en-US"/>
          </a:p>
        </p:txBody>
      </p:sp>
    </p:spTree>
    <p:extLst>
      <p:ext uri="{BB962C8B-B14F-4D97-AF65-F5344CB8AC3E}">
        <p14:creationId xmlns:p14="http://schemas.microsoft.com/office/powerpoint/2010/main" val="51749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980DEF-0AD7-4BDB-840C-61DE4010FC3D}"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68A001-691D-41D9-91DC-B9507CB04C79}" type="slidenum">
              <a:rPr lang="en-US" smtClean="0"/>
              <a:t>‹nº›</a:t>
            </a:fld>
            <a:endParaRPr lang="en-US"/>
          </a:p>
        </p:txBody>
      </p:sp>
    </p:spTree>
    <p:extLst>
      <p:ext uri="{BB962C8B-B14F-4D97-AF65-F5344CB8AC3E}">
        <p14:creationId xmlns:p14="http://schemas.microsoft.com/office/powerpoint/2010/main" val="2206416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D418D-32E8-A0F2-4996-7E403A99BF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CEF3D2-7446-4F34-FABB-71966AB741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1A1507-FC05-11D6-6252-656C4F4872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A7B4B7-846C-0D2A-E15E-D8346727BADF}"/>
              </a:ext>
            </a:extLst>
          </p:cNvPr>
          <p:cNvSpPr>
            <a:spLocks noGrp="1"/>
          </p:cNvSpPr>
          <p:nvPr>
            <p:ph type="sldNum" sz="quarter" idx="5"/>
          </p:nvPr>
        </p:nvSpPr>
        <p:spPr/>
        <p:txBody>
          <a:bodyPr/>
          <a:lstStyle/>
          <a:p>
            <a:fld id="{3F68A001-691D-41D9-91DC-B9507CB04C79}" type="slidenum">
              <a:rPr lang="en-US" smtClean="0"/>
              <a:t>10</a:t>
            </a:fld>
            <a:endParaRPr lang="en-US"/>
          </a:p>
        </p:txBody>
      </p:sp>
    </p:spTree>
    <p:extLst>
      <p:ext uri="{BB962C8B-B14F-4D97-AF65-F5344CB8AC3E}">
        <p14:creationId xmlns:p14="http://schemas.microsoft.com/office/powerpoint/2010/main" val="1478744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EF9E1-EC3E-90AD-8B27-72C6059F9E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954AAB-A238-B27B-5180-D918B9D7ED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A4ACA-A714-431E-D704-A63B8036E6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906A04-92BD-9B28-E994-67BC8A47714D}"/>
              </a:ext>
            </a:extLst>
          </p:cNvPr>
          <p:cNvSpPr>
            <a:spLocks noGrp="1"/>
          </p:cNvSpPr>
          <p:nvPr>
            <p:ph type="sldNum" sz="quarter" idx="5"/>
          </p:nvPr>
        </p:nvSpPr>
        <p:spPr/>
        <p:txBody>
          <a:bodyPr/>
          <a:lstStyle/>
          <a:p>
            <a:fld id="{3F68A001-691D-41D9-91DC-B9507CB04C79}" type="slidenum">
              <a:rPr lang="en-US" smtClean="0"/>
              <a:t>13</a:t>
            </a:fld>
            <a:endParaRPr lang="en-US"/>
          </a:p>
        </p:txBody>
      </p:sp>
    </p:spTree>
    <p:extLst>
      <p:ext uri="{BB962C8B-B14F-4D97-AF65-F5344CB8AC3E}">
        <p14:creationId xmlns:p14="http://schemas.microsoft.com/office/powerpoint/2010/main" val="4174703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CC99D-ADEC-6152-BCD8-7CC4E912CC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5E4B9B-3757-B120-C9B0-737EEC1493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74335-D8E4-F7EA-1E43-77F9EB63D2C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0B4DFF-07B4-ECC8-66E8-C7A6AFAC9C74}"/>
              </a:ext>
            </a:extLst>
          </p:cNvPr>
          <p:cNvSpPr>
            <a:spLocks noGrp="1"/>
          </p:cNvSpPr>
          <p:nvPr>
            <p:ph type="sldNum" sz="quarter" idx="5"/>
          </p:nvPr>
        </p:nvSpPr>
        <p:spPr/>
        <p:txBody>
          <a:bodyPr/>
          <a:lstStyle/>
          <a:p>
            <a:fld id="{3F68A001-691D-41D9-91DC-B9507CB04C79}" type="slidenum">
              <a:rPr lang="en-US" smtClean="0"/>
              <a:t>16</a:t>
            </a:fld>
            <a:endParaRPr lang="en-US"/>
          </a:p>
        </p:txBody>
      </p:sp>
    </p:spTree>
    <p:extLst>
      <p:ext uri="{BB962C8B-B14F-4D97-AF65-F5344CB8AC3E}">
        <p14:creationId xmlns:p14="http://schemas.microsoft.com/office/powerpoint/2010/main" val="2457297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EPAM logo not lining up with text – what is the best way to do this in PPT if we need the logo to move on certain pages? </a:t>
            </a:r>
          </a:p>
        </p:txBody>
      </p:sp>
      <p:sp>
        <p:nvSpPr>
          <p:cNvPr id="4" name="Slide Number Placeholder 3"/>
          <p:cNvSpPr>
            <a:spLocks noGrp="1"/>
          </p:cNvSpPr>
          <p:nvPr>
            <p:ph type="sldNum" sz="quarter" idx="5"/>
          </p:nvPr>
        </p:nvSpPr>
        <p:spPr/>
        <p:txBody>
          <a:bodyPr/>
          <a:lstStyle/>
          <a:p>
            <a:fld id="{3F68A001-691D-41D9-91DC-B9507CB04C79}" type="slidenum">
              <a:rPr lang="en-US" smtClean="0"/>
              <a:t>19</a:t>
            </a:fld>
            <a:endParaRPr lang="en-US"/>
          </a:p>
        </p:txBody>
      </p:sp>
    </p:spTree>
    <p:extLst>
      <p:ext uri="{BB962C8B-B14F-4D97-AF65-F5344CB8AC3E}">
        <p14:creationId xmlns:p14="http://schemas.microsoft.com/office/powerpoint/2010/main" val="1986084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990F6-EA3F-F7C7-3C3D-19A1BDDD8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42DE07-CEEC-ADCF-1D51-608BC0D06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0F08D-16EB-62D5-F03F-781770D9D9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DCAD24-B59B-831B-C59C-8160CE433252}"/>
              </a:ext>
            </a:extLst>
          </p:cNvPr>
          <p:cNvSpPr>
            <a:spLocks noGrp="1"/>
          </p:cNvSpPr>
          <p:nvPr>
            <p:ph type="sldNum" sz="quarter" idx="5"/>
          </p:nvPr>
        </p:nvSpPr>
        <p:spPr/>
        <p:txBody>
          <a:bodyPr/>
          <a:lstStyle/>
          <a:p>
            <a:fld id="{3F68A001-691D-41D9-91DC-B9507CB04C79}" type="slidenum">
              <a:rPr lang="en-US" smtClean="0"/>
              <a:t>20</a:t>
            </a:fld>
            <a:endParaRPr lang="en-US"/>
          </a:p>
        </p:txBody>
      </p:sp>
    </p:spTree>
    <p:extLst>
      <p:ext uri="{BB962C8B-B14F-4D97-AF65-F5344CB8AC3E}">
        <p14:creationId xmlns:p14="http://schemas.microsoft.com/office/powerpoint/2010/main" val="1880599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68A001-691D-41D9-91DC-B9507CB04C79}" type="slidenum">
              <a:rPr lang="en-US" smtClean="0"/>
              <a:t>34</a:t>
            </a:fld>
            <a:endParaRPr lang="en-US"/>
          </a:p>
        </p:txBody>
      </p:sp>
    </p:spTree>
    <p:extLst>
      <p:ext uri="{BB962C8B-B14F-4D97-AF65-F5344CB8AC3E}">
        <p14:creationId xmlns:p14="http://schemas.microsoft.com/office/powerpoint/2010/main" val="2458710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F68A001-691D-41D9-91DC-B9507CB04C79}" type="slidenum">
              <a:rPr lang="en-US" smtClean="0"/>
              <a:t>35</a:t>
            </a:fld>
            <a:endParaRPr lang="en-US"/>
          </a:p>
        </p:txBody>
      </p:sp>
    </p:spTree>
    <p:extLst>
      <p:ext uri="{BB962C8B-B14F-4D97-AF65-F5344CB8AC3E}">
        <p14:creationId xmlns:p14="http://schemas.microsoft.com/office/powerpoint/2010/main" val="6501237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_Image">
    <p:bg>
      <p:bgPr>
        <a:solidFill>
          <a:schemeClr val="tx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35825" y="1655821"/>
            <a:ext cx="8060366" cy="2103140"/>
          </a:xfrm>
          <a:prstGeom prst="rect">
            <a:avLst/>
          </a:prstGeom>
        </p:spPr>
        <p:txBody>
          <a:bodyPr wrap="square">
            <a:spAutoFit/>
          </a:bodyPr>
          <a:lstStyle>
            <a:lvl1pPr>
              <a:lnSpc>
                <a:spcPts val="8200"/>
              </a:lnSpc>
              <a:spcBef>
                <a:spcPts val="0"/>
              </a:spcBef>
              <a:defRPr sz="80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Presentation Cover with Longer Title</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35825" y="4670399"/>
            <a:ext cx="10515600" cy="455381"/>
          </a:xfrm>
          <a:prstGeom prst="rect">
            <a:avLst/>
          </a:prstGeom>
        </p:spPr>
        <p:txBody>
          <a:bodyPr wrap="square">
            <a:spAutoFit/>
          </a:bodyPr>
          <a:lstStyle>
            <a:lvl1pPr>
              <a:lnSpc>
                <a:spcPct val="150000"/>
              </a:lnSpc>
              <a:spcBef>
                <a:spcPts val="0"/>
              </a:spcBef>
              <a:defRPr sz="22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35825" y="5393921"/>
            <a:ext cx="6489700" cy="200055"/>
          </a:xfrm>
          <a:prstGeom prst="rect">
            <a:avLst/>
          </a:prstGeom>
        </p:spPr>
        <p:txBody>
          <a:bodyPr>
            <a:spAutoFit/>
          </a:bodyPr>
          <a:lstStyle>
            <a:lvl1pPr>
              <a:lnSpc>
                <a:spcPct val="100000"/>
              </a:lnSpc>
              <a:spcBef>
                <a:spcPts val="0"/>
              </a:spcBef>
              <a:defRPr sz="1300" b="1" i="0" spc="400" baseline="0">
                <a:solidFill>
                  <a:srgbClr val="00F6FF"/>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2" name="Footer Placeholder 5">
            <a:extLst>
              <a:ext uri="{FF2B5EF4-FFF2-40B4-BE49-F238E27FC236}">
                <a16:creationId xmlns:a16="http://schemas.microsoft.com/office/drawing/2014/main" id="{88D4788E-EE52-507E-7D71-0F24A4DBD2C0}"/>
              </a:ext>
            </a:extLst>
          </p:cNvPr>
          <p:cNvSpPr>
            <a:spLocks noGrp="1"/>
          </p:cNvSpPr>
          <p:nvPr>
            <p:ph type="ftr" sz="quarter" idx="3"/>
          </p:nvPr>
        </p:nvSpPr>
        <p:spPr>
          <a:xfrm>
            <a:off x="635825" y="6403340"/>
            <a:ext cx="1645920" cy="226060"/>
          </a:xfrm>
          <a:prstGeom prst="rect">
            <a:avLst/>
          </a:prstGeom>
        </p:spPr>
        <p:txBody>
          <a:bodyPr vert="horz" lIns="0" tIns="0" rIns="0" bIns="0" rtlCol="0" anchor="ctr"/>
          <a:lstStyle>
            <a:lvl1pPr algn="l">
              <a:defRPr kumimoji="0" lang="en-US" sz="600" b="0" i="0" u="none" strike="noStrike" cap="none" spc="0" normalizeH="0" baseline="0" dirty="0" smtClean="0">
                <a:ln>
                  <a:noFill/>
                </a:ln>
                <a:solidFill>
                  <a:schemeClr val="bg1"/>
                </a:solidFill>
                <a:effectLst/>
                <a:uLnTx/>
                <a:uFillTx/>
                <a:ea typeface="Calibri" panose="020F0502020204030204" pitchFamily="34" charset="0"/>
                <a:cs typeface="Calibri" panose="020F0502020204030204" pitchFamily="34" charset="0"/>
              </a:defRPr>
            </a:lvl1pPr>
          </a:lstStyle>
          <a:p>
            <a:r>
              <a:rPr lang="en-US"/>
              <a:t>EPAM Proprietary &amp; Confidential.</a:t>
            </a:r>
          </a:p>
        </p:txBody>
      </p:sp>
      <p:pic>
        <p:nvPicPr>
          <p:cNvPr id="3" name="Picture 2">
            <a:extLst>
              <a:ext uri="{FF2B5EF4-FFF2-40B4-BE49-F238E27FC236}">
                <a16:creationId xmlns:a16="http://schemas.microsoft.com/office/drawing/2014/main" id="{8AA3D84A-3A3E-A95D-16B1-DEAB594B0BA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716555"/>
            <a:ext cx="658001" cy="241912"/>
          </a:xfrm>
          <a:prstGeom prst="rect">
            <a:avLst/>
          </a:prstGeom>
        </p:spPr>
      </p:pic>
      <p:sp>
        <p:nvSpPr>
          <p:cNvPr id="6" name="Picture Placeholder 5">
            <a:extLst>
              <a:ext uri="{FF2B5EF4-FFF2-40B4-BE49-F238E27FC236}">
                <a16:creationId xmlns:a16="http://schemas.microsoft.com/office/drawing/2014/main" id="{0374159C-7297-E470-BBCD-D20C41E7AF68}"/>
              </a:ext>
            </a:extLst>
          </p:cNvPr>
          <p:cNvSpPr>
            <a:spLocks noGrp="1"/>
          </p:cNvSpPr>
          <p:nvPr>
            <p:ph type="pic" sz="quarter" idx="13"/>
          </p:nvPr>
        </p:nvSpPr>
        <p:spPr>
          <a:xfrm>
            <a:off x="0" y="0"/>
            <a:ext cx="12192000" cy="6858000"/>
          </a:xfrm>
          <a:prstGeom prst="rect">
            <a:avLst/>
          </a:prstGeom>
        </p:spPr>
        <p:txBody>
          <a:bodyPr/>
          <a:lstStyle/>
          <a:p>
            <a:endParaRPr lang="en-US"/>
          </a:p>
        </p:txBody>
      </p:sp>
    </p:spTree>
    <p:extLst>
      <p:ext uri="{BB962C8B-B14F-4D97-AF65-F5344CB8AC3E}">
        <p14:creationId xmlns:p14="http://schemas.microsoft.com/office/powerpoint/2010/main" val="1218219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_Dark">
    <p:bg>
      <p:bgPr>
        <a:solidFill>
          <a:srgbClr val="060606"/>
        </a:solidFill>
        <a:effectLst/>
      </p:bgPr>
    </p:bg>
    <p:spTree>
      <p:nvGrpSpPr>
        <p:cNvPr id="1" name=""/>
        <p:cNvGrpSpPr/>
        <p:nvPr/>
      </p:nvGrpSpPr>
      <p:grpSpPr>
        <a:xfrm>
          <a:off x="0" y="0"/>
          <a:ext cx="0" cy="0"/>
          <a:chOff x="0" y="0"/>
          <a:chExt cx="0" cy="0"/>
        </a:xfrm>
      </p:grpSpPr>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35825" y="4670399"/>
            <a:ext cx="7068944" cy="455381"/>
          </a:xfrm>
          <a:prstGeom prst="rect">
            <a:avLst/>
          </a:prstGeom>
        </p:spPr>
        <p:txBody>
          <a:bodyPr wrap="square">
            <a:spAutoFit/>
          </a:bodyPr>
          <a:lstStyle>
            <a:lvl1pPr>
              <a:lnSpc>
                <a:spcPct val="150000"/>
              </a:lnSpc>
              <a:spcBef>
                <a:spcPts val="0"/>
              </a:spcBef>
              <a:defRPr sz="22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14" name="Text Placeholder 4">
            <a:extLst>
              <a:ext uri="{FF2B5EF4-FFF2-40B4-BE49-F238E27FC236}">
                <a16:creationId xmlns:a16="http://schemas.microsoft.com/office/drawing/2014/main" id="{2F6A18E7-9305-4C6B-A5A3-4962D30A22A2}"/>
              </a:ext>
            </a:extLst>
          </p:cNvPr>
          <p:cNvSpPr>
            <a:spLocks noGrp="1"/>
          </p:cNvSpPr>
          <p:nvPr>
            <p:ph type="body" sz="quarter" idx="12" hasCustomPrompt="1"/>
          </p:nvPr>
        </p:nvSpPr>
        <p:spPr>
          <a:xfrm>
            <a:off x="635825" y="5393921"/>
            <a:ext cx="6489700" cy="200055"/>
          </a:xfrm>
          <a:prstGeom prst="rect">
            <a:avLst/>
          </a:prstGeom>
        </p:spPr>
        <p:txBody>
          <a:bodyPr>
            <a:spAutoFit/>
          </a:bodyPr>
          <a:lstStyle>
            <a:lvl1pPr>
              <a:lnSpc>
                <a:spcPct val="100000"/>
              </a:lnSpc>
              <a:spcBef>
                <a:spcPts val="0"/>
              </a:spcBef>
              <a:defRPr sz="1300" b="1" i="0" spc="400" baseline="0">
                <a:solidFill>
                  <a:srgbClr val="00F6FF"/>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2" name="Footer Placeholder 5">
            <a:extLst>
              <a:ext uri="{FF2B5EF4-FFF2-40B4-BE49-F238E27FC236}">
                <a16:creationId xmlns:a16="http://schemas.microsoft.com/office/drawing/2014/main" id="{88D4788E-EE52-507E-7D71-0F24A4DBD2C0}"/>
              </a:ext>
            </a:extLst>
          </p:cNvPr>
          <p:cNvSpPr>
            <a:spLocks noGrp="1"/>
          </p:cNvSpPr>
          <p:nvPr>
            <p:ph type="ftr" sz="quarter" idx="3"/>
          </p:nvPr>
        </p:nvSpPr>
        <p:spPr>
          <a:xfrm>
            <a:off x="635825" y="6403340"/>
            <a:ext cx="1645920" cy="226060"/>
          </a:xfrm>
          <a:prstGeom prst="rect">
            <a:avLst/>
          </a:prstGeom>
        </p:spPr>
        <p:txBody>
          <a:bodyPr vert="horz" lIns="0" tIns="0" rIns="0" bIns="0" rtlCol="0" anchor="ctr"/>
          <a:lstStyle>
            <a:lvl1pPr algn="l">
              <a:defRPr kumimoji="0" lang="en-US" sz="600" b="0" i="0" u="none" strike="noStrike" cap="none" spc="0" normalizeH="0" baseline="0" dirty="0" smtClean="0">
                <a:ln>
                  <a:noFill/>
                </a:ln>
                <a:solidFill>
                  <a:schemeClr val="bg1"/>
                </a:solidFill>
                <a:effectLst/>
                <a:uLnTx/>
                <a:uFillTx/>
                <a:ea typeface="Calibri" panose="020F0502020204030204" pitchFamily="34" charset="0"/>
                <a:cs typeface="Calibri" panose="020F0502020204030204" pitchFamily="34" charset="0"/>
              </a:defRPr>
            </a:lvl1pPr>
          </a:lstStyle>
          <a:p>
            <a:r>
              <a:rPr lang="en-US"/>
              <a:t>EPAM Proprietary &amp; Confidential.</a:t>
            </a:r>
          </a:p>
        </p:txBody>
      </p:sp>
      <p:sp>
        <p:nvSpPr>
          <p:cNvPr id="8" name="Text Placeholder 4">
            <a:extLst>
              <a:ext uri="{FF2B5EF4-FFF2-40B4-BE49-F238E27FC236}">
                <a16:creationId xmlns:a16="http://schemas.microsoft.com/office/drawing/2014/main" id="{DF86B7FC-77D7-4734-103B-B7BEE343FE4C}"/>
              </a:ext>
            </a:extLst>
          </p:cNvPr>
          <p:cNvSpPr>
            <a:spLocks noGrp="1"/>
          </p:cNvSpPr>
          <p:nvPr>
            <p:ph type="body" sz="quarter" idx="10" hasCustomPrompt="1"/>
          </p:nvPr>
        </p:nvSpPr>
        <p:spPr>
          <a:xfrm>
            <a:off x="635825" y="1653938"/>
            <a:ext cx="8060366" cy="2103140"/>
          </a:xfrm>
          <a:prstGeom prst="rect">
            <a:avLst/>
          </a:prstGeom>
        </p:spPr>
        <p:txBody>
          <a:bodyPr wrap="square">
            <a:spAutoFit/>
          </a:bodyPr>
          <a:lstStyle>
            <a:lvl1pPr>
              <a:lnSpc>
                <a:spcPts val="8200"/>
              </a:lnSpc>
              <a:spcBef>
                <a:spcPts val="0"/>
              </a:spcBef>
              <a:defRPr sz="80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Presentation Cover with Longer Title</a:t>
            </a:r>
          </a:p>
        </p:txBody>
      </p:sp>
      <p:pic>
        <p:nvPicPr>
          <p:cNvPr id="3" name="Picture 2">
            <a:extLst>
              <a:ext uri="{FF2B5EF4-FFF2-40B4-BE49-F238E27FC236}">
                <a16:creationId xmlns:a16="http://schemas.microsoft.com/office/drawing/2014/main" id="{8525FA4B-8346-1D65-A1A6-BE46B3388E8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716555"/>
            <a:ext cx="658001" cy="241912"/>
          </a:xfrm>
          <a:prstGeom prst="rect">
            <a:avLst/>
          </a:prstGeom>
        </p:spPr>
      </p:pic>
    </p:spTree>
    <p:extLst>
      <p:ext uri="{BB962C8B-B14F-4D97-AF65-F5344CB8AC3E}">
        <p14:creationId xmlns:p14="http://schemas.microsoft.com/office/powerpoint/2010/main" val="70088282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Shorter_Title_Half_Page">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040E1BA6-2B94-3FB9-8A61-22A11D25EDE1}"/>
              </a:ext>
            </a:extLst>
          </p:cNvPr>
          <p:cNvSpPr>
            <a:spLocks noGrp="1"/>
          </p:cNvSpPr>
          <p:nvPr>
            <p:ph type="pic" sz="quarter" idx="24"/>
          </p:nvPr>
        </p:nvSpPr>
        <p:spPr>
          <a:xfrm>
            <a:off x="6123008" y="0"/>
            <a:ext cx="6068992" cy="6858000"/>
          </a:xfrm>
          <a:prstGeom prst="rect">
            <a:avLst/>
          </a:prstGeom>
        </p:spPr>
        <p:txBody>
          <a:bodyPr/>
          <a:lstStyle/>
          <a:p>
            <a:endParaRPr lang="en-US"/>
          </a:p>
        </p:txBody>
      </p:sp>
      <p:sp>
        <p:nvSpPr>
          <p:cNvPr id="6" name="Text Placeholder 4">
            <a:extLst>
              <a:ext uri="{FF2B5EF4-FFF2-40B4-BE49-F238E27FC236}">
                <a16:creationId xmlns:a16="http://schemas.microsoft.com/office/drawing/2014/main" id="{5DF60C00-4DF7-EA8B-64E5-6D8707C3F163}"/>
              </a:ext>
            </a:extLst>
          </p:cNvPr>
          <p:cNvSpPr>
            <a:spLocks noGrp="1"/>
          </p:cNvSpPr>
          <p:nvPr>
            <p:ph type="body" sz="quarter" idx="25" hasCustomPrompt="1"/>
          </p:nvPr>
        </p:nvSpPr>
        <p:spPr>
          <a:xfrm>
            <a:off x="635825" y="4670399"/>
            <a:ext cx="5151216" cy="372538"/>
          </a:xfrm>
          <a:prstGeom prst="rect">
            <a:avLst/>
          </a:prstGeom>
        </p:spPr>
        <p:txBody>
          <a:bodyPr wrap="square">
            <a:spAutoFit/>
          </a:bodyPr>
          <a:lstStyle>
            <a:lvl1pPr>
              <a:lnSpc>
                <a:spcPct val="15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 over one or two lines</a:t>
            </a:r>
            <a:endParaRPr lang="en-US"/>
          </a:p>
        </p:txBody>
      </p:sp>
      <p:sp>
        <p:nvSpPr>
          <p:cNvPr id="7" name="Text Placeholder 4">
            <a:extLst>
              <a:ext uri="{FF2B5EF4-FFF2-40B4-BE49-F238E27FC236}">
                <a16:creationId xmlns:a16="http://schemas.microsoft.com/office/drawing/2014/main" id="{1CED6F17-ABB3-3BF2-0943-BB3D363DB394}"/>
              </a:ext>
            </a:extLst>
          </p:cNvPr>
          <p:cNvSpPr>
            <a:spLocks noGrp="1"/>
          </p:cNvSpPr>
          <p:nvPr>
            <p:ph type="body" sz="quarter" idx="12" hasCustomPrompt="1"/>
          </p:nvPr>
        </p:nvSpPr>
        <p:spPr>
          <a:xfrm>
            <a:off x="635825" y="5393921"/>
            <a:ext cx="5185941" cy="200055"/>
          </a:xfrm>
          <a:prstGeom prst="rect">
            <a:avLst/>
          </a:prstGeom>
        </p:spPr>
        <p:txBody>
          <a:bodyPr wrap="square">
            <a:spAutoFit/>
          </a:bodyPr>
          <a:lstStyle>
            <a:lvl1pPr>
              <a:lnSpc>
                <a:spcPct val="100000"/>
              </a:lnSpc>
              <a:spcBef>
                <a:spcPts val="0"/>
              </a:spcBef>
              <a:defRPr sz="1300" b="1" i="0" spc="400" baseline="0">
                <a:solidFill>
                  <a:srgbClr val="00F6FF"/>
                </a:solidFill>
                <a:latin typeface="Calibri" panose="020F0502020204030204" pitchFamily="34" charset="0"/>
                <a:cs typeface="Calibri" panose="020F0502020204030204" pitchFamily="34" charset="0"/>
              </a:defRPr>
            </a:lvl1pPr>
            <a:lvl2pPr>
              <a:buNone/>
              <a:defRPr/>
            </a:lvl2pPr>
          </a:lstStyle>
          <a:p>
            <a:pPr lvl="0"/>
            <a:r>
              <a:rPr lang="en-US">
                <a:effectLst/>
              </a:rPr>
              <a:t>DECEMBER 2022</a:t>
            </a:r>
            <a:endParaRPr lang="en-US"/>
          </a:p>
        </p:txBody>
      </p:sp>
      <p:sp>
        <p:nvSpPr>
          <p:cNvPr id="8" name="Text Placeholder 4">
            <a:extLst>
              <a:ext uri="{FF2B5EF4-FFF2-40B4-BE49-F238E27FC236}">
                <a16:creationId xmlns:a16="http://schemas.microsoft.com/office/drawing/2014/main" id="{03242F72-C056-2877-37FC-0C0E8E2FA1E4}"/>
              </a:ext>
            </a:extLst>
          </p:cNvPr>
          <p:cNvSpPr>
            <a:spLocks noGrp="1"/>
          </p:cNvSpPr>
          <p:nvPr>
            <p:ph type="body" sz="quarter" idx="26" hasCustomPrompt="1"/>
          </p:nvPr>
        </p:nvSpPr>
        <p:spPr>
          <a:xfrm>
            <a:off x="635825" y="1653938"/>
            <a:ext cx="5139642" cy="1846659"/>
          </a:xfrm>
          <a:prstGeom prst="rect">
            <a:avLst/>
          </a:prstGeom>
        </p:spPr>
        <p:txBody>
          <a:bodyPr wrap="square">
            <a:spAutoFit/>
          </a:bodyPr>
          <a:lstStyle>
            <a:lvl1pPr>
              <a:lnSpc>
                <a:spcPct val="100000"/>
              </a:lnSpc>
              <a:spcBef>
                <a:spcPts val="0"/>
              </a:spcBef>
              <a:defRPr sz="60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Cover with Shorter Title</a:t>
            </a:r>
          </a:p>
        </p:txBody>
      </p:sp>
      <p:pic>
        <p:nvPicPr>
          <p:cNvPr id="9" name="Picture 8">
            <a:extLst>
              <a:ext uri="{FF2B5EF4-FFF2-40B4-BE49-F238E27FC236}">
                <a16:creationId xmlns:a16="http://schemas.microsoft.com/office/drawing/2014/main" id="{522237D0-4B7C-4C74-1B34-6585F8B84CE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716555"/>
            <a:ext cx="658001" cy="241912"/>
          </a:xfrm>
          <a:prstGeom prst="rect">
            <a:avLst/>
          </a:prstGeom>
        </p:spPr>
      </p:pic>
    </p:spTree>
    <p:extLst>
      <p:ext uri="{BB962C8B-B14F-4D97-AF65-F5344CB8AC3E}">
        <p14:creationId xmlns:p14="http://schemas.microsoft.com/office/powerpoint/2010/main" val="1699840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635825" y="1350512"/>
            <a:ext cx="3594735" cy="923330"/>
          </a:xfrm>
          <a:prstGeom prst="rect">
            <a:avLst/>
          </a:prstGeom>
        </p:spPr>
        <p:txBody>
          <a:bodyPr wrap="square">
            <a:spAutoFit/>
          </a:bodyPr>
          <a:lstStyle>
            <a:lvl1pPr>
              <a:defRPr sz="6000" b="0" i="0">
                <a:gradFill>
                  <a:gsLst>
                    <a:gs pos="0">
                      <a:srgbClr val="00F6FF"/>
                    </a:gs>
                    <a:gs pos="70000">
                      <a:srgbClr val="00FFF0"/>
                    </a:gs>
                    <a:gs pos="100000">
                      <a:srgbClr val="B896FF"/>
                    </a:gs>
                  </a:gsLst>
                  <a:lin ang="0" scaled="0"/>
                </a:gradFill>
                <a:latin typeface="Calibri" panose="020F0502020204030204" pitchFamily="34" charset="0"/>
                <a:cs typeface="Calibri" panose="020F0502020204030204" pitchFamily="34" charset="0"/>
              </a:defRPr>
            </a:lvl1pPr>
          </a:lstStyle>
          <a:p>
            <a:r>
              <a:rPr lang="en-US"/>
              <a:t>Contents</a:t>
            </a:r>
          </a:p>
        </p:txBody>
      </p:sp>
      <p:sp>
        <p:nvSpPr>
          <p:cNvPr id="5" name="Text Placeholder 4">
            <a:extLst>
              <a:ext uri="{FF2B5EF4-FFF2-40B4-BE49-F238E27FC236}">
                <a16:creationId xmlns:a16="http://schemas.microsoft.com/office/drawing/2014/main" id="{0B94A4A7-1D42-43C4-8DAE-D39D6017417F}"/>
              </a:ext>
            </a:extLst>
          </p:cNvPr>
          <p:cNvSpPr>
            <a:spLocks noGrp="1"/>
          </p:cNvSpPr>
          <p:nvPr>
            <p:ph type="body" sz="quarter" idx="10" hasCustomPrompt="1"/>
          </p:nvPr>
        </p:nvSpPr>
        <p:spPr>
          <a:xfrm>
            <a:off x="4566051" y="1542286"/>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01</a:t>
            </a:r>
          </a:p>
        </p:txBody>
      </p:sp>
      <p:sp>
        <p:nvSpPr>
          <p:cNvPr id="9" name="Text Placeholder 4">
            <a:extLst>
              <a:ext uri="{FF2B5EF4-FFF2-40B4-BE49-F238E27FC236}">
                <a16:creationId xmlns:a16="http://schemas.microsoft.com/office/drawing/2014/main" id="{914B7CA8-C6E3-4D9A-BDD1-5A660A9FF442}"/>
              </a:ext>
            </a:extLst>
          </p:cNvPr>
          <p:cNvSpPr>
            <a:spLocks noGrp="1"/>
          </p:cNvSpPr>
          <p:nvPr>
            <p:ph type="body" sz="quarter" idx="11" hasCustomPrompt="1"/>
          </p:nvPr>
        </p:nvSpPr>
        <p:spPr>
          <a:xfrm>
            <a:off x="4566051" y="2235353"/>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02</a:t>
            </a:r>
          </a:p>
        </p:txBody>
      </p:sp>
      <p:sp>
        <p:nvSpPr>
          <p:cNvPr id="13" name="Text Placeholder 4">
            <a:extLst>
              <a:ext uri="{FF2B5EF4-FFF2-40B4-BE49-F238E27FC236}">
                <a16:creationId xmlns:a16="http://schemas.microsoft.com/office/drawing/2014/main" id="{29CF7C84-314E-4FB2-901C-E4AD0E759351}"/>
              </a:ext>
            </a:extLst>
          </p:cNvPr>
          <p:cNvSpPr>
            <a:spLocks noGrp="1"/>
          </p:cNvSpPr>
          <p:nvPr>
            <p:ph type="body" sz="quarter" idx="12" hasCustomPrompt="1"/>
          </p:nvPr>
        </p:nvSpPr>
        <p:spPr>
          <a:xfrm>
            <a:off x="4566051" y="2918259"/>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03</a:t>
            </a:r>
          </a:p>
        </p:txBody>
      </p:sp>
      <p:sp>
        <p:nvSpPr>
          <p:cNvPr id="14" name="Text Placeholder 4">
            <a:extLst>
              <a:ext uri="{FF2B5EF4-FFF2-40B4-BE49-F238E27FC236}">
                <a16:creationId xmlns:a16="http://schemas.microsoft.com/office/drawing/2014/main" id="{F4E24727-48EE-48AA-9B6F-F26524FCED2B}"/>
              </a:ext>
            </a:extLst>
          </p:cNvPr>
          <p:cNvSpPr>
            <a:spLocks noGrp="1"/>
          </p:cNvSpPr>
          <p:nvPr>
            <p:ph type="body" sz="quarter" idx="13" hasCustomPrompt="1"/>
          </p:nvPr>
        </p:nvSpPr>
        <p:spPr>
          <a:xfrm>
            <a:off x="4566051" y="3611326"/>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04</a:t>
            </a:r>
          </a:p>
        </p:txBody>
      </p:sp>
      <p:sp>
        <p:nvSpPr>
          <p:cNvPr id="15" name="Text Placeholder 4">
            <a:extLst>
              <a:ext uri="{FF2B5EF4-FFF2-40B4-BE49-F238E27FC236}">
                <a16:creationId xmlns:a16="http://schemas.microsoft.com/office/drawing/2014/main" id="{18BC4A81-2FF3-4AC4-8F40-4F95105F594C}"/>
              </a:ext>
            </a:extLst>
          </p:cNvPr>
          <p:cNvSpPr>
            <a:spLocks noGrp="1"/>
          </p:cNvSpPr>
          <p:nvPr>
            <p:ph type="body" sz="quarter" idx="14" hasCustomPrompt="1"/>
          </p:nvPr>
        </p:nvSpPr>
        <p:spPr>
          <a:xfrm>
            <a:off x="4566051" y="4294232"/>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05</a:t>
            </a:r>
          </a:p>
        </p:txBody>
      </p:sp>
      <p:sp>
        <p:nvSpPr>
          <p:cNvPr id="16" name="Text Placeholder 4">
            <a:extLst>
              <a:ext uri="{FF2B5EF4-FFF2-40B4-BE49-F238E27FC236}">
                <a16:creationId xmlns:a16="http://schemas.microsoft.com/office/drawing/2014/main" id="{A53DF3A1-A093-468B-B30D-D2DB4C1595BF}"/>
              </a:ext>
            </a:extLst>
          </p:cNvPr>
          <p:cNvSpPr>
            <a:spLocks noGrp="1"/>
          </p:cNvSpPr>
          <p:nvPr>
            <p:ph type="body" sz="quarter" idx="15" hasCustomPrompt="1"/>
          </p:nvPr>
        </p:nvSpPr>
        <p:spPr>
          <a:xfrm>
            <a:off x="4566051" y="4977139"/>
            <a:ext cx="498928" cy="307777"/>
          </a:xfrm>
          <a:prstGeom prst="rect">
            <a:avLst/>
          </a:prstGeom>
        </p:spPr>
        <p:txBody>
          <a:bodyPr wrap="square" anchor="t" anchorCtr="0">
            <a:spAutoFit/>
          </a:bodyPr>
          <a:lstStyle>
            <a:lvl1pPr algn="r">
              <a:defRPr sz="2000" b="1">
                <a:solidFill>
                  <a:schemeClr val="accent2"/>
                </a:solidFill>
              </a:defRPr>
            </a:lvl1pPr>
          </a:lstStyle>
          <a:p>
            <a:pPr lvl="0"/>
            <a:r>
              <a:rPr lang="en-US"/>
              <a:t>06</a:t>
            </a:r>
          </a:p>
        </p:txBody>
      </p:sp>
      <p:sp>
        <p:nvSpPr>
          <p:cNvPr id="17" name="Text Placeholder 4">
            <a:extLst>
              <a:ext uri="{FF2B5EF4-FFF2-40B4-BE49-F238E27FC236}">
                <a16:creationId xmlns:a16="http://schemas.microsoft.com/office/drawing/2014/main" id="{73338DC0-8609-4542-8807-E7838F7CE5D6}"/>
              </a:ext>
            </a:extLst>
          </p:cNvPr>
          <p:cNvSpPr>
            <a:spLocks noGrp="1"/>
          </p:cNvSpPr>
          <p:nvPr>
            <p:ph type="body" sz="quarter" idx="16" hasCustomPrompt="1"/>
          </p:nvPr>
        </p:nvSpPr>
        <p:spPr>
          <a:xfrm>
            <a:off x="5298342" y="1542286"/>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18" name="Text Placeholder 4">
            <a:extLst>
              <a:ext uri="{FF2B5EF4-FFF2-40B4-BE49-F238E27FC236}">
                <a16:creationId xmlns:a16="http://schemas.microsoft.com/office/drawing/2014/main" id="{43948224-37C6-4D02-AFD9-C1D88C1C073C}"/>
              </a:ext>
            </a:extLst>
          </p:cNvPr>
          <p:cNvSpPr>
            <a:spLocks noGrp="1"/>
          </p:cNvSpPr>
          <p:nvPr>
            <p:ph type="body" sz="quarter" idx="17" hasCustomPrompt="1"/>
          </p:nvPr>
        </p:nvSpPr>
        <p:spPr>
          <a:xfrm>
            <a:off x="5298342" y="2235353"/>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19" name="Text Placeholder 4">
            <a:extLst>
              <a:ext uri="{FF2B5EF4-FFF2-40B4-BE49-F238E27FC236}">
                <a16:creationId xmlns:a16="http://schemas.microsoft.com/office/drawing/2014/main" id="{4BDE3CEE-0230-44C2-A389-A8747AA6BB8C}"/>
              </a:ext>
            </a:extLst>
          </p:cNvPr>
          <p:cNvSpPr>
            <a:spLocks noGrp="1"/>
          </p:cNvSpPr>
          <p:nvPr>
            <p:ph type="body" sz="quarter" idx="18" hasCustomPrompt="1"/>
          </p:nvPr>
        </p:nvSpPr>
        <p:spPr>
          <a:xfrm>
            <a:off x="5298342" y="2918259"/>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0" name="Text Placeholder 4">
            <a:extLst>
              <a:ext uri="{FF2B5EF4-FFF2-40B4-BE49-F238E27FC236}">
                <a16:creationId xmlns:a16="http://schemas.microsoft.com/office/drawing/2014/main" id="{76BF9761-22A6-4919-B7B5-2A027DDC6D44}"/>
              </a:ext>
            </a:extLst>
          </p:cNvPr>
          <p:cNvSpPr>
            <a:spLocks noGrp="1"/>
          </p:cNvSpPr>
          <p:nvPr>
            <p:ph type="body" sz="quarter" idx="19" hasCustomPrompt="1"/>
          </p:nvPr>
        </p:nvSpPr>
        <p:spPr>
          <a:xfrm>
            <a:off x="5298342" y="3611326"/>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1" name="Text Placeholder 4">
            <a:extLst>
              <a:ext uri="{FF2B5EF4-FFF2-40B4-BE49-F238E27FC236}">
                <a16:creationId xmlns:a16="http://schemas.microsoft.com/office/drawing/2014/main" id="{1BA13C9B-9D26-4B3E-8215-17F0475C2000}"/>
              </a:ext>
            </a:extLst>
          </p:cNvPr>
          <p:cNvSpPr>
            <a:spLocks noGrp="1"/>
          </p:cNvSpPr>
          <p:nvPr>
            <p:ph type="body" sz="quarter" idx="20" hasCustomPrompt="1"/>
          </p:nvPr>
        </p:nvSpPr>
        <p:spPr>
          <a:xfrm>
            <a:off x="5298342" y="4294232"/>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sp>
        <p:nvSpPr>
          <p:cNvPr id="22" name="Text Placeholder 4">
            <a:extLst>
              <a:ext uri="{FF2B5EF4-FFF2-40B4-BE49-F238E27FC236}">
                <a16:creationId xmlns:a16="http://schemas.microsoft.com/office/drawing/2014/main" id="{64AC5FFC-6616-4F1B-B644-F0560ADC7ED3}"/>
              </a:ext>
            </a:extLst>
          </p:cNvPr>
          <p:cNvSpPr>
            <a:spLocks noGrp="1"/>
          </p:cNvSpPr>
          <p:nvPr>
            <p:ph type="body" sz="quarter" idx="21" hasCustomPrompt="1"/>
          </p:nvPr>
        </p:nvSpPr>
        <p:spPr>
          <a:xfrm>
            <a:off x="5298342" y="4977139"/>
            <a:ext cx="6245958"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Section header here</a:t>
            </a:r>
          </a:p>
        </p:txBody>
      </p:sp>
      <p:cxnSp>
        <p:nvCxnSpPr>
          <p:cNvPr id="6" name="Straight Connector 5">
            <a:extLst>
              <a:ext uri="{FF2B5EF4-FFF2-40B4-BE49-F238E27FC236}">
                <a16:creationId xmlns:a16="http://schemas.microsoft.com/office/drawing/2014/main" id="{68522FB4-D05A-7BBC-4925-8F44384D8BAF}"/>
              </a:ext>
            </a:extLst>
          </p:cNvPr>
          <p:cNvCxnSpPr>
            <a:cxnSpLocks/>
          </p:cNvCxnSpPr>
          <p:nvPr userDrawn="1"/>
        </p:nvCxnSpPr>
        <p:spPr>
          <a:xfrm>
            <a:off x="4828321" y="2043581"/>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43E4466-9172-11FF-B631-0772F610EC0A}"/>
              </a:ext>
            </a:extLst>
          </p:cNvPr>
          <p:cNvCxnSpPr>
            <a:cxnSpLocks/>
          </p:cNvCxnSpPr>
          <p:nvPr userDrawn="1"/>
        </p:nvCxnSpPr>
        <p:spPr>
          <a:xfrm>
            <a:off x="4828321" y="2736156"/>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39B406A-62F3-7DD2-AFDA-098BD84DC9B8}"/>
              </a:ext>
            </a:extLst>
          </p:cNvPr>
          <p:cNvCxnSpPr>
            <a:cxnSpLocks/>
          </p:cNvCxnSpPr>
          <p:nvPr userDrawn="1"/>
        </p:nvCxnSpPr>
        <p:spPr>
          <a:xfrm>
            <a:off x="4828321" y="3428731"/>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F9CE8E-C61D-47C9-7C92-80C8B9BE9261}"/>
              </a:ext>
            </a:extLst>
          </p:cNvPr>
          <p:cNvCxnSpPr>
            <a:cxnSpLocks/>
          </p:cNvCxnSpPr>
          <p:nvPr userDrawn="1"/>
        </p:nvCxnSpPr>
        <p:spPr>
          <a:xfrm>
            <a:off x="4828321" y="4121306"/>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02BA3F-B120-FB36-1C74-89FF4B905719}"/>
              </a:ext>
            </a:extLst>
          </p:cNvPr>
          <p:cNvCxnSpPr>
            <a:cxnSpLocks/>
          </p:cNvCxnSpPr>
          <p:nvPr userDrawn="1"/>
        </p:nvCxnSpPr>
        <p:spPr>
          <a:xfrm>
            <a:off x="4828321" y="4813881"/>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237AFC-258A-A0AE-B66B-CB1C869A2032}"/>
              </a:ext>
            </a:extLst>
          </p:cNvPr>
          <p:cNvCxnSpPr>
            <a:cxnSpLocks/>
          </p:cNvCxnSpPr>
          <p:nvPr userDrawn="1"/>
        </p:nvCxnSpPr>
        <p:spPr>
          <a:xfrm>
            <a:off x="4828321" y="5511461"/>
            <a:ext cx="6715979"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618991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CC2842-970F-4D83-A7C9-C111F3E9E8F4}"/>
              </a:ext>
            </a:extLst>
          </p:cNvPr>
          <p:cNvSpPr>
            <a:spLocks noGrp="1"/>
          </p:cNvSpPr>
          <p:nvPr>
            <p:ph type="title" hasCustomPrompt="1"/>
          </p:nvPr>
        </p:nvSpPr>
        <p:spPr>
          <a:xfrm>
            <a:off x="635825" y="1353882"/>
            <a:ext cx="3594735" cy="923330"/>
          </a:xfrm>
          <a:prstGeom prst="rect">
            <a:avLst/>
          </a:prstGeom>
        </p:spPr>
        <p:txBody>
          <a:bodyPr wrap="square" lIns="0" tIns="0" rIns="0" bIns="0">
            <a:spAutoFit/>
          </a:bodyPr>
          <a:lstStyle>
            <a:lvl1pPr>
              <a:defRPr lang="en-US" sz="6000" b="0" dirty="0">
                <a:gradFill>
                  <a:gsLst>
                    <a:gs pos="0">
                      <a:srgbClr val="00F6FF"/>
                    </a:gs>
                    <a:gs pos="70000">
                      <a:srgbClr val="00FFF0"/>
                    </a:gs>
                    <a:gs pos="100000">
                      <a:srgbClr val="B896FF"/>
                    </a:gs>
                  </a:gsLst>
                  <a:lin ang="0" scaled="0"/>
                </a:gradFill>
              </a:defRPr>
            </a:lvl1pPr>
          </a:lstStyle>
          <a:p>
            <a:pPr lvl="0"/>
            <a:r>
              <a:rPr lang="en-US"/>
              <a:t>Agenda</a:t>
            </a:r>
          </a:p>
        </p:txBody>
      </p:sp>
      <p:cxnSp>
        <p:nvCxnSpPr>
          <p:cNvPr id="29" name="Straight Connector 28">
            <a:extLst>
              <a:ext uri="{FF2B5EF4-FFF2-40B4-BE49-F238E27FC236}">
                <a16:creationId xmlns:a16="http://schemas.microsoft.com/office/drawing/2014/main" id="{49F9CE8E-C61D-47C9-7C92-80C8B9BE9261}"/>
              </a:ext>
            </a:extLst>
          </p:cNvPr>
          <p:cNvCxnSpPr>
            <a:cxnSpLocks/>
          </p:cNvCxnSpPr>
          <p:nvPr userDrawn="1"/>
        </p:nvCxnSpPr>
        <p:spPr>
          <a:xfrm>
            <a:off x="4597093" y="4127679"/>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202BA3F-B120-FB36-1C74-89FF4B905719}"/>
              </a:ext>
            </a:extLst>
          </p:cNvPr>
          <p:cNvCxnSpPr>
            <a:cxnSpLocks/>
          </p:cNvCxnSpPr>
          <p:nvPr userDrawn="1"/>
        </p:nvCxnSpPr>
        <p:spPr>
          <a:xfrm>
            <a:off x="4597093" y="4821255"/>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E237AFC-258A-A0AE-B66B-CB1C869A2032}"/>
              </a:ext>
            </a:extLst>
          </p:cNvPr>
          <p:cNvCxnSpPr>
            <a:cxnSpLocks/>
          </p:cNvCxnSpPr>
          <p:nvPr userDrawn="1"/>
        </p:nvCxnSpPr>
        <p:spPr>
          <a:xfrm>
            <a:off x="4597093" y="5514831"/>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F38260B-0DC8-F1D9-0A04-B34FD9548DDE}"/>
              </a:ext>
            </a:extLst>
          </p:cNvPr>
          <p:cNvCxnSpPr>
            <a:cxnSpLocks/>
          </p:cNvCxnSpPr>
          <p:nvPr userDrawn="1"/>
        </p:nvCxnSpPr>
        <p:spPr>
          <a:xfrm>
            <a:off x="4597093" y="3434103"/>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34323139-2B65-F98E-4BA6-26EBD4E0ADE2}"/>
              </a:ext>
            </a:extLst>
          </p:cNvPr>
          <p:cNvSpPr>
            <a:spLocks noGrp="1"/>
          </p:cNvSpPr>
          <p:nvPr>
            <p:ph type="body" sz="quarter" idx="10" hasCustomPrompt="1"/>
          </p:nvPr>
        </p:nvSpPr>
        <p:spPr>
          <a:xfrm>
            <a:off x="4114801" y="1544424"/>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23" name="Text Placeholder 4">
            <a:extLst>
              <a:ext uri="{FF2B5EF4-FFF2-40B4-BE49-F238E27FC236}">
                <a16:creationId xmlns:a16="http://schemas.microsoft.com/office/drawing/2014/main" id="{4203F9BF-BF5F-6A91-5F78-9E13CFB34688}"/>
              </a:ext>
            </a:extLst>
          </p:cNvPr>
          <p:cNvSpPr>
            <a:spLocks noGrp="1"/>
          </p:cNvSpPr>
          <p:nvPr>
            <p:ph type="body" sz="quarter" idx="16" hasCustomPrompt="1"/>
          </p:nvPr>
        </p:nvSpPr>
        <p:spPr>
          <a:xfrm>
            <a:off x="6248400" y="1544424"/>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24" name="Text Placeholder 4">
            <a:extLst>
              <a:ext uri="{FF2B5EF4-FFF2-40B4-BE49-F238E27FC236}">
                <a16:creationId xmlns:a16="http://schemas.microsoft.com/office/drawing/2014/main" id="{876CC08A-4820-35BC-92E1-8230BD9D360A}"/>
              </a:ext>
            </a:extLst>
          </p:cNvPr>
          <p:cNvSpPr>
            <a:spLocks noGrp="1"/>
          </p:cNvSpPr>
          <p:nvPr>
            <p:ph type="body" sz="quarter" idx="24" hasCustomPrompt="1"/>
          </p:nvPr>
        </p:nvSpPr>
        <p:spPr>
          <a:xfrm>
            <a:off x="4114801" y="2237970"/>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25" name="Text Placeholder 4">
            <a:extLst>
              <a:ext uri="{FF2B5EF4-FFF2-40B4-BE49-F238E27FC236}">
                <a16:creationId xmlns:a16="http://schemas.microsoft.com/office/drawing/2014/main" id="{F7291D4C-4D95-8F05-0F5C-BA39164C8277}"/>
              </a:ext>
            </a:extLst>
          </p:cNvPr>
          <p:cNvSpPr>
            <a:spLocks noGrp="1"/>
          </p:cNvSpPr>
          <p:nvPr>
            <p:ph type="body" sz="quarter" idx="25" hasCustomPrompt="1"/>
          </p:nvPr>
        </p:nvSpPr>
        <p:spPr>
          <a:xfrm>
            <a:off x="6248400" y="2237970"/>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26" name="Text Placeholder 4">
            <a:extLst>
              <a:ext uri="{FF2B5EF4-FFF2-40B4-BE49-F238E27FC236}">
                <a16:creationId xmlns:a16="http://schemas.microsoft.com/office/drawing/2014/main" id="{B6CEF688-2334-22F4-39C4-5CC9525BC52D}"/>
              </a:ext>
            </a:extLst>
          </p:cNvPr>
          <p:cNvSpPr>
            <a:spLocks noGrp="1"/>
          </p:cNvSpPr>
          <p:nvPr>
            <p:ph type="body" sz="quarter" idx="26" hasCustomPrompt="1"/>
          </p:nvPr>
        </p:nvSpPr>
        <p:spPr>
          <a:xfrm>
            <a:off x="4114801" y="2931516"/>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1" name="Text Placeholder 4">
            <a:extLst>
              <a:ext uri="{FF2B5EF4-FFF2-40B4-BE49-F238E27FC236}">
                <a16:creationId xmlns:a16="http://schemas.microsoft.com/office/drawing/2014/main" id="{6C7F5B96-F4B8-B78A-06A1-1387CE2660EF}"/>
              </a:ext>
            </a:extLst>
          </p:cNvPr>
          <p:cNvSpPr>
            <a:spLocks noGrp="1"/>
          </p:cNvSpPr>
          <p:nvPr>
            <p:ph type="body" sz="quarter" idx="27" hasCustomPrompt="1"/>
          </p:nvPr>
        </p:nvSpPr>
        <p:spPr>
          <a:xfrm>
            <a:off x="6248400" y="2931516"/>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2" name="Text Placeholder 4">
            <a:extLst>
              <a:ext uri="{FF2B5EF4-FFF2-40B4-BE49-F238E27FC236}">
                <a16:creationId xmlns:a16="http://schemas.microsoft.com/office/drawing/2014/main" id="{F2D20F35-3DAA-AC00-0D89-CD5517054A4A}"/>
              </a:ext>
            </a:extLst>
          </p:cNvPr>
          <p:cNvSpPr>
            <a:spLocks noGrp="1"/>
          </p:cNvSpPr>
          <p:nvPr>
            <p:ph type="body" sz="quarter" idx="28" hasCustomPrompt="1"/>
          </p:nvPr>
        </p:nvSpPr>
        <p:spPr>
          <a:xfrm>
            <a:off x="4114801" y="3625062"/>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4" name="Text Placeholder 4">
            <a:extLst>
              <a:ext uri="{FF2B5EF4-FFF2-40B4-BE49-F238E27FC236}">
                <a16:creationId xmlns:a16="http://schemas.microsoft.com/office/drawing/2014/main" id="{7CEC68D4-F109-8967-2138-7755BCDA7F53}"/>
              </a:ext>
            </a:extLst>
          </p:cNvPr>
          <p:cNvSpPr>
            <a:spLocks noGrp="1"/>
          </p:cNvSpPr>
          <p:nvPr>
            <p:ph type="body" sz="quarter" idx="29" hasCustomPrompt="1"/>
          </p:nvPr>
        </p:nvSpPr>
        <p:spPr>
          <a:xfrm>
            <a:off x="6248400" y="3625062"/>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5" name="Text Placeholder 4">
            <a:extLst>
              <a:ext uri="{FF2B5EF4-FFF2-40B4-BE49-F238E27FC236}">
                <a16:creationId xmlns:a16="http://schemas.microsoft.com/office/drawing/2014/main" id="{9D31E2A1-E7D9-C6E2-1CAD-132E8FC15028}"/>
              </a:ext>
            </a:extLst>
          </p:cNvPr>
          <p:cNvSpPr>
            <a:spLocks noGrp="1"/>
          </p:cNvSpPr>
          <p:nvPr>
            <p:ph type="body" sz="quarter" idx="30" hasCustomPrompt="1"/>
          </p:nvPr>
        </p:nvSpPr>
        <p:spPr>
          <a:xfrm>
            <a:off x="4114801" y="4318608"/>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6" name="Text Placeholder 4">
            <a:extLst>
              <a:ext uri="{FF2B5EF4-FFF2-40B4-BE49-F238E27FC236}">
                <a16:creationId xmlns:a16="http://schemas.microsoft.com/office/drawing/2014/main" id="{9FFDA3CA-2B8B-D638-20E4-71AC7A34D736}"/>
              </a:ext>
            </a:extLst>
          </p:cNvPr>
          <p:cNvSpPr>
            <a:spLocks noGrp="1"/>
          </p:cNvSpPr>
          <p:nvPr>
            <p:ph type="body" sz="quarter" idx="31" hasCustomPrompt="1"/>
          </p:nvPr>
        </p:nvSpPr>
        <p:spPr>
          <a:xfrm>
            <a:off x="6248400" y="4318608"/>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sp>
        <p:nvSpPr>
          <p:cNvPr id="37" name="Text Placeholder 4">
            <a:extLst>
              <a:ext uri="{FF2B5EF4-FFF2-40B4-BE49-F238E27FC236}">
                <a16:creationId xmlns:a16="http://schemas.microsoft.com/office/drawing/2014/main" id="{557F9336-F799-453A-9AE4-57BF009F4E49}"/>
              </a:ext>
            </a:extLst>
          </p:cNvPr>
          <p:cNvSpPr>
            <a:spLocks noGrp="1"/>
          </p:cNvSpPr>
          <p:nvPr>
            <p:ph type="body" sz="quarter" idx="32" hasCustomPrompt="1"/>
          </p:nvPr>
        </p:nvSpPr>
        <p:spPr>
          <a:xfrm>
            <a:off x="4114801" y="5012153"/>
            <a:ext cx="1866900" cy="307777"/>
          </a:xfrm>
          <a:prstGeom prst="rect">
            <a:avLst/>
          </a:prstGeom>
        </p:spPr>
        <p:txBody>
          <a:bodyPr wrap="square" anchor="t" anchorCtr="0">
            <a:spAutoFit/>
          </a:bodyPr>
          <a:lstStyle>
            <a:lvl1pPr algn="r">
              <a:defRPr sz="2000" b="1">
                <a:solidFill>
                  <a:schemeClr val="accent2"/>
                </a:solidFill>
              </a:defRPr>
            </a:lvl1pPr>
          </a:lstStyle>
          <a:p>
            <a:pPr lvl="0"/>
            <a:r>
              <a:rPr lang="en-US"/>
              <a:t>00:00 – 00:00</a:t>
            </a:r>
          </a:p>
        </p:txBody>
      </p:sp>
      <p:sp>
        <p:nvSpPr>
          <p:cNvPr id="38" name="Text Placeholder 4">
            <a:extLst>
              <a:ext uri="{FF2B5EF4-FFF2-40B4-BE49-F238E27FC236}">
                <a16:creationId xmlns:a16="http://schemas.microsoft.com/office/drawing/2014/main" id="{3ACF06D8-4539-871E-68C7-607E7092437D}"/>
              </a:ext>
            </a:extLst>
          </p:cNvPr>
          <p:cNvSpPr>
            <a:spLocks noGrp="1"/>
          </p:cNvSpPr>
          <p:nvPr>
            <p:ph type="body" sz="quarter" idx="33" hasCustomPrompt="1"/>
          </p:nvPr>
        </p:nvSpPr>
        <p:spPr>
          <a:xfrm>
            <a:off x="6248400" y="5012153"/>
            <a:ext cx="5295900" cy="307777"/>
          </a:xfrm>
          <a:prstGeom prst="rect">
            <a:avLst/>
          </a:prstGeom>
        </p:spPr>
        <p:txBody>
          <a:bodyPr wrap="square" anchor="t" anchorCtr="0">
            <a:spAutoFit/>
          </a:bodyPr>
          <a:lstStyle>
            <a:lvl1pPr>
              <a:defRPr sz="2000" b="0" i="0">
                <a:latin typeface="Calibri Light" panose="020F0302020204030204" pitchFamily="34" charset="0"/>
                <a:cs typeface="Calibri Light" panose="020F0302020204030204" pitchFamily="34" charset="0"/>
              </a:defRPr>
            </a:lvl1pPr>
          </a:lstStyle>
          <a:p>
            <a:pPr lvl="0"/>
            <a:r>
              <a:rPr lang="en-US"/>
              <a:t>Agenda item here</a:t>
            </a:r>
          </a:p>
        </p:txBody>
      </p:sp>
      <p:cxnSp>
        <p:nvCxnSpPr>
          <p:cNvPr id="41" name="Straight Connector 40">
            <a:extLst>
              <a:ext uri="{FF2B5EF4-FFF2-40B4-BE49-F238E27FC236}">
                <a16:creationId xmlns:a16="http://schemas.microsoft.com/office/drawing/2014/main" id="{A040C191-15FC-CC2A-76C6-F51F8764B2F0}"/>
              </a:ext>
            </a:extLst>
          </p:cNvPr>
          <p:cNvCxnSpPr>
            <a:cxnSpLocks/>
          </p:cNvCxnSpPr>
          <p:nvPr userDrawn="1"/>
        </p:nvCxnSpPr>
        <p:spPr>
          <a:xfrm>
            <a:off x="4597093" y="2740527"/>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2D121A1-59B7-61ED-F9B5-D7F3CF3FA035}"/>
              </a:ext>
            </a:extLst>
          </p:cNvPr>
          <p:cNvCxnSpPr>
            <a:cxnSpLocks/>
          </p:cNvCxnSpPr>
          <p:nvPr userDrawn="1"/>
        </p:nvCxnSpPr>
        <p:spPr>
          <a:xfrm>
            <a:off x="4597094" y="2046951"/>
            <a:ext cx="694944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625626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_Header_Half_Page_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5825" y="1772483"/>
            <a:ext cx="3594735" cy="1846659"/>
          </a:xfrm>
          <a:prstGeom prst="rect">
            <a:avLst/>
          </a:prstGeom>
        </p:spPr>
        <p:txBody>
          <a:bodyPr wrap="square">
            <a:spAutoFit/>
          </a:bodyPr>
          <a:lstStyle>
            <a:lvl1pPr>
              <a:defRPr sz="6000" b="0" i="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35825" y="3939611"/>
            <a:ext cx="4554537" cy="276999"/>
          </a:xfrm>
          <a:prstGeom prst="rect">
            <a:avLst/>
          </a:prstGeom>
        </p:spPr>
        <p:txBody>
          <a:bodyPr wrap="square" anchor="t" anchorCtr="0">
            <a:spAutoFit/>
          </a:bodyPr>
          <a:lstStyle>
            <a:lvl1pPr>
              <a:defRPr sz="1800" b="0" i="0">
                <a:latin typeface="Calibri Light" panose="020F0302020204030204" pitchFamily="34" charset="0"/>
                <a:cs typeface="Calibri Light" panose="020F0302020204030204" pitchFamily="34" charset="0"/>
              </a:defRPr>
            </a:lvl1pPr>
          </a:lstStyle>
          <a:p>
            <a:pPr lvl="0"/>
            <a:r>
              <a:rPr lang="en-US"/>
              <a:t>Section description</a:t>
            </a:r>
          </a:p>
        </p:txBody>
      </p:sp>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endParaRPr lang="en-US"/>
          </a:p>
        </p:txBody>
      </p:sp>
      <p:sp>
        <p:nvSpPr>
          <p:cNvPr id="14" name="Oval 13">
            <a:extLst>
              <a:ext uri="{FF2B5EF4-FFF2-40B4-BE49-F238E27FC236}">
                <a16:creationId xmlns:a16="http://schemas.microsoft.com/office/drawing/2014/main" id="{1BFE2FC0-3FA5-A96D-8741-0967434C45D8}"/>
              </a:ext>
            </a:extLst>
          </p:cNvPr>
          <p:cNvSpPr/>
          <p:nvPr userDrawn="1"/>
        </p:nvSpPr>
        <p:spPr bwMode="auto">
          <a:xfrm>
            <a:off x="7006459" y="0"/>
            <a:ext cx="1507755" cy="1507755"/>
          </a:xfrm>
          <a:prstGeom prst="ellipse">
            <a:avLst/>
          </a:prstGeom>
          <a:solidFill>
            <a:srgbClr val="B896FF"/>
          </a:solidFill>
          <a:ln>
            <a:noFill/>
          </a:ln>
          <a:effectLst>
            <a:softEdge rad="501929"/>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Text Placeholder 4">
            <a:extLst>
              <a:ext uri="{FF2B5EF4-FFF2-40B4-BE49-F238E27FC236}">
                <a16:creationId xmlns:a16="http://schemas.microsoft.com/office/drawing/2014/main" id="{044D886A-7EE9-3D61-5350-BFDC9DEF7721}"/>
              </a:ext>
            </a:extLst>
          </p:cNvPr>
          <p:cNvSpPr>
            <a:spLocks noGrp="1"/>
          </p:cNvSpPr>
          <p:nvPr>
            <p:ph type="body" sz="quarter" idx="10" hasCustomPrompt="1"/>
          </p:nvPr>
        </p:nvSpPr>
        <p:spPr>
          <a:xfrm>
            <a:off x="635825" y="1335603"/>
            <a:ext cx="498928" cy="307777"/>
          </a:xfrm>
          <a:prstGeom prst="rect">
            <a:avLst/>
          </a:prstGeom>
        </p:spPr>
        <p:txBody>
          <a:bodyPr wrap="square" anchor="t" anchorCtr="0">
            <a:spAutoFit/>
          </a:bodyPr>
          <a:lstStyle>
            <a:lvl1pPr algn="l">
              <a:defRPr sz="2000" b="1">
                <a:solidFill>
                  <a:schemeClr val="accent2"/>
                </a:solidFill>
              </a:defRPr>
            </a:lvl1pPr>
          </a:lstStyle>
          <a:p>
            <a:pPr lvl="0"/>
            <a:r>
              <a:rPr lang="en-US"/>
              <a:t>01</a:t>
            </a:r>
          </a:p>
        </p:txBody>
      </p:sp>
    </p:spTree>
    <p:extLst>
      <p:ext uri="{BB962C8B-B14F-4D97-AF65-F5344CB8AC3E}">
        <p14:creationId xmlns:p14="http://schemas.microsoft.com/office/powerpoint/2010/main" val="139883882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_Header_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5825" y="1793240"/>
            <a:ext cx="5640805" cy="923330"/>
          </a:xfrm>
          <a:prstGeom prst="rect">
            <a:avLst/>
          </a:prstGeom>
        </p:spPr>
        <p:txBody>
          <a:bodyPr wrap="square">
            <a:spAutoFit/>
          </a:bodyPr>
          <a:lstStyle>
            <a:lvl1pPr>
              <a:defRPr sz="6000" b="0" i="0">
                <a:solidFill>
                  <a:schemeClr val="bg1"/>
                </a:solidFill>
                <a:latin typeface="Calibri Light" panose="020F0302020204030204" pitchFamily="34" charset="0"/>
                <a:cs typeface="Calibri Light" panose="020F0302020204030204" pitchFamily="34" charset="0"/>
              </a:defRPr>
            </a:lvl1pPr>
          </a:lstStyle>
          <a:p>
            <a:r>
              <a:rPr lang="en-US"/>
              <a:t>Section Header</a:t>
            </a:r>
          </a:p>
        </p:txBody>
      </p:sp>
      <p:sp>
        <p:nvSpPr>
          <p:cNvPr id="10" name="Text Placeholder 4">
            <a:extLst>
              <a:ext uri="{FF2B5EF4-FFF2-40B4-BE49-F238E27FC236}">
                <a16:creationId xmlns:a16="http://schemas.microsoft.com/office/drawing/2014/main" id="{00F545EE-05C3-C60B-A33C-54CA3165B80C}"/>
              </a:ext>
            </a:extLst>
          </p:cNvPr>
          <p:cNvSpPr>
            <a:spLocks noGrp="1"/>
          </p:cNvSpPr>
          <p:nvPr>
            <p:ph type="body" sz="quarter" idx="10" hasCustomPrompt="1"/>
          </p:nvPr>
        </p:nvSpPr>
        <p:spPr>
          <a:xfrm>
            <a:off x="635825" y="1336040"/>
            <a:ext cx="498928" cy="307777"/>
          </a:xfrm>
          <a:prstGeom prst="rect">
            <a:avLst/>
          </a:prstGeom>
        </p:spPr>
        <p:txBody>
          <a:bodyPr wrap="square" anchor="t" anchorCtr="0">
            <a:spAutoFit/>
          </a:bodyPr>
          <a:lstStyle>
            <a:lvl1pPr algn="l">
              <a:defRPr sz="2000" b="1">
                <a:solidFill>
                  <a:schemeClr val="accent2"/>
                </a:solidFill>
              </a:defRPr>
            </a:lvl1pPr>
          </a:lstStyle>
          <a:p>
            <a:pPr lvl="0"/>
            <a:r>
              <a:rPr lang="en-US"/>
              <a:t>01</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35825" y="3126991"/>
            <a:ext cx="4554537" cy="276999"/>
          </a:xfrm>
          <a:prstGeom prst="rect">
            <a:avLst/>
          </a:prstGeom>
        </p:spPr>
        <p:txBody>
          <a:bodyPr wrap="square" anchor="t" anchorCtr="0">
            <a:spAutoFit/>
          </a:bodyPr>
          <a:lstStyle>
            <a:lvl1pPr>
              <a:defRPr sz="1800" b="0" i="0">
                <a:latin typeface="Calibri Light" panose="020F0302020204030204" pitchFamily="34" charset="0"/>
                <a:cs typeface="Calibri Light" panose="020F0302020204030204" pitchFamily="34" charset="0"/>
              </a:defRPr>
            </a:lvl1pPr>
          </a:lstStyle>
          <a:p>
            <a:pPr lvl="0"/>
            <a:r>
              <a:rPr lang="en-US"/>
              <a:t>Section description</a:t>
            </a:r>
          </a:p>
        </p:txBody>
      </p:sp>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7202904" y="0"/>
            <a:ext cx="4989095" cy="6858000"/>
          </a:xfrm>
          <a:prstGeom prst="rect">
            <a:avLst/>
          </a:prstGeom>
        </p:spPr>
        <p:txBody>
          <a:bodyPr/>
          <a:lstStyle/>
          <a:p>
            <a:endParaRPr lang="en-US"/>
          </a:p>
        </p:txBody>
      </p:sp>
    </p:spTree>
    <p:extLst>
      <p:ext uri="{BB962C8B-B14F-4D97-AF65-F5344CB8AC3E}">
        <p14:creationId xmlns:p14="http://schemas.microsoft.com/office/powerpoint/2010/main" val="336128417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x_Section_Header_Cool">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3CF198-2C15-1B0B-2941-6BA5258C3280}"/>
              </a:ext>
            </a:extLst>
          </p:cNvPr>
          <p:cNvSpPr/>
          <p:nvPr userDrawn="1"/>
        </p:nvSpPr>
        <p:spPr bwMode="auto">
          <a:xfrm>
            <a:off x="620713" y="647700"/>
            <a:ext cx="10969625" cy="5562600"/>
          </a:xfrm>
          <a:prstGeom prst="rect">
            <a:avLst/>
          </a:prstGeom>
          <a:gradFill flip="none" rotWithShape="1">
            <a:gsLst>
              <a:gs pos="0">
                <a:schemeClr val="accent4"/>
              </a:gs>
              <a:gs pos="99000">
                <a:schemeClr val="accent2"/>
              </a:gs>
              <a:gs pos="17000">
                <a:schemeClr val="accent4">
                  <a:alpha val="79000"/>
                </a:schemeClr>
              </a:gs>
              <a:gs pos="37000">
                <a:schemeClr val="accent2"/>
              </a:gs>
            </a:gsLst>
            <a:path path="circle">
              <a:fillToRect l="100000" t="100000"/>
            </a:path>
            <a:tileRect r="-100000" b="-10000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 Placeholder 7">
            <a:extLst>
              <a:ext uri="{FF2B5EF4-FFF2-40B4-BE49-F238E27FC236}">
                <a16:creationId xmlns:a16="http://schemas.microsoft.com/office/drawing/2014/main" id="{F83EE370-5755-0FBB-7D84-A96FB6BC6317}"/>
              </a:ext>
            </a:extLst>
          </p:cNvPr>
          <p:cNvSpPr>
            <a:spLocks noGrp="1"/>
          </p:cNvSpPr>
          <p:nvPr>
            <p:ph type="body" sz="quarter" idx="10" hasCustomPrompt="1"/>
          </p:nvPr>
        </p:nvSpPr>
        <p:spPr>
          <a:xfrm>
            <a:off x="1295400" y="2977260"/>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4" name="Title 8">
            <a:extLst>
              <a:ext uri="{FF2B5EF4-FFF2-40B4-BE49-F238E27FC236}">
                <a16:creationId xmlns:a16="http://schemas.microsoft.com/office/drawing/2014/main" id="{90735A68-7AD1-6A4F-4FBB-D417739247BA}"/>
              </a:ext>
            </a:extLst>
          </p:cNvPr>
          <p:cNvSpPr>
            <a:spLocks noGrp="1"/>
          </p:cNvSpPr>
          <p:nvPr>
            <p:ph type="title" hasCustomPrompt="1"/>
          </p:nvPr>
        </p:nvSpPr>
        <p:spPr>
          <a:xfrm>
            <a:off x="1285240" y="1723225"/>
            <a:ext cx="9601200" cy="1212018"/>
          </a:xfrm>
          <a:prstGeom prst="rect">
            <a:avLst/>
          </a:prstGeom>
        </p:spPr>
        <p:txBody>
          <a:bodyPr/>
          <a:lstStyle>
            <a:lvl1pPr>
              <a:defRPr sz="6000">
                <a:solidFill>
                  <a:srgbClr val="000000"/>
                </a:solidFill>
              </a:defRPr>
            </a:lvl1pPr>
          </a:lstStyle>
          <a:p>
            <a:r>
              <a:rPr lang="en-US"/>
              <a:t>Section Header</a:t>
            </a:r>
          </a:p>
        </p:txBody>
      </p:sp>
      <p:sp>
        <p:nvSpPr>
          <p:cNvPr id="5" name="Text Placeholder 4">
            <a:extLst>
              <a:ext uri="{FF2B5EF4-FFF2-40B4-BE49-F238E27FC236}">
                <a16:creationId xmlns:a16="http://schemas.microsoft.com/office/drawing/2014/main" id="{B6749C80-4012-9B9E-C0D6-07426A51EF8D}"/>
              </a:ext>
            </a:extLst>
          </p:cNvPr>
          <p:cNvSpPr>
            <a:spLocks noGrp="1"/>
          </p:cNvSpPr>
          <p:nvPr>
            <p:ph type="body" sz="quarter" idx="11" hasCustomPrompt="1"/>
          </p:nvPr>
        </p:nvSpPr>
        <p:spPr>
          <a:xfrm>
            <a:off x="1295400" y="1328420"/>
            <a:ext cx="498928" cy="307777"/>
          </a:xfrm>
          <a:prstGeom prst="rect">
            <a:avLst/>
          </a:prstGeom>
        </p:spPr>
        <p:txBody>
          <a:bodyPr wrap="square" anchor="t" anchorCtr="0">
            <a:spAutoFit/>
          </a:bodyPr>
          <a:lstStyle>
            <a:lvl1pPr algn="l">
              <a:defRPr sz="2000" b="1">
                <a:solidFill>
                  <a:srgbClr val="000000"/>
                </a:solidFill>
              </a:defRPr>
            </a:lvl1pPr>
          </a:lstStyle>
          <a:p>
            <a:pPr lvl="0"/>
            <a:r>
              <a:rPr lang="en-US"/>
              <a:t>01</a:t>
            </a:r>
          </a:p>
        </p:txBody>
      </p:sp>
      <p:pic>
        <p:nvPicPr>
          <p:cNvPr id="6" name="Picture 5">
            <a:extLst>
              <a:ext uri="{FF2B5EF4-FFF2-40B4-BE49-F238E27FC236}">
                <a16:creationId xmlns:a16="http://schemas.microsoft.com/office/drawing/2014/main" id="{CC04B4EE-632B-DECA-21A7-CE4B30649ED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1" y="6413859"/>
            <a:ext cx="495300" cy="182096"/>
          </a:xfrm>
          <a:prstGeom prst="rect">
            <a:avLst/>
          </a:prstGeom>
        </p:spPr>
      </p:pic>
      <p:sp>
        <p:nvSpPr>
          <p:cNvPr id="7" name="TextBox 6">
            <a:extLst>
              <a:ext uri="{FF2B5EF4-FFF2-40B4-BE49-F238E27FC236}">
                <a16:creationId xmlns:a16="http://schemas.microsoft.com/office/drawing/2014/main" id="{6D4AEAE2-ED8B-F9AA-7FD1-83D75695B020}"/>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58A49E1C-D7C7-5097-0968-F987FEF5622B}"/>
              </a:ext>
            </a:extLst>
          </p:cNvPr>
          <p:cNvSpPr txBox="1">
            <a:spLocks/>
          </p:cNvSpPr>
          <p:nvPr userDrawn="1"/>
        </p:nvSpPr>
        <p:spPr>
          <a:xfrm>
            <a:off x="11352791"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‹nº›</a:t>
            </a:fld>
            <a:endParaRPr lang="en-US" sz="1000">
              <a:solidFill>
                <a:schemeClr val="tx1"/>
              </a:solidFill>
            </a:endParaRPr>
          </a:p>
        </p:txBody>
      </p:sp>
    </p:spTree>
    <p:extLst>
      <p:ext uri="{BB962C8B-B14F-4D97-AF65-F5344CB8AC3E}">
        <p14:creationId xmlns:p14="http://schemas.microsoft.com/office/powerpoint/2010/main" val="3297147376"/>
      </p:ext>
    </p:extLst>
  </p:cSld>
  <p:clrMapOvr>
    <a:masterClrMapping/>
  </p:clrMapOvr>
  <p:extLst>
    <p:ext uri="{DCECCB84-F9BA-43D5-87BE-67443E8EF086}">
      <p15:sldGuideLst xmlns:p15="http://schemas.microsoft.com/office/powerpoint/2012/main">
        <p15:guide id="1" orient="horz" pos="408">
          <p15:clr>
            <a:srgbClr val="FBAE40"/>
          </p15:clr>
        </p15:guide>
        <p15:guide id="2" pos="3840">
          <p15:clr>
            <a:srgbClr val="FBAE40"/>
          </p15:clr>
        </p15:guide>
        <p15:guide id="4" orient="horz" pos="412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x_Section_Header_Cool">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B8FFF1-7BEF-FB67-FD62-E5D324B98FDF}"/>
              </a:ext>
            </a:extLst>
          </p:cNvPr>
          <p:cNvSpPr/>
          <p:nvPr userDrawn="1"/>
        </p:nvSpPr>
        <p:spPr bwMode="auto">
          <a:xfrm>
            <a:off x="620713" y="647700"/>
            <a:ext cx="10969625" cy="5562600"/>
          </a:xfrm>
          <a:prstGeom prst="rect">
            <a:avLst/>
          </a:prstGeom>
          <a:gradFill flip="none" rotWithShape="1">
            <a:gsLst>
              <a:gs pos="0">
                <a:schemeClr val="accent4"/>
              </a:gs>
              <a:gs pos="99000">
                <a:schemeClr val="accent6"/>
              </a:gs>
              <a:gs pos="17000">
                <a:schemeClr val="accent4">
                  <a:alpha val="79000"/>
                </a:schemeClr>
              </a:gs>
              <a:gs pos="38000">
                <a:schemeClr val="accent2"/>
              </a:gs>
            </a:gsLst>
            <a:path path="circle">
              <a:fillToRect l="100000" t="100000"/>
            </a:path>
            <a:tileRect r="-100000" b="-10000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 name="Text Placeholder 7">
            <a:extLst>
              <a:ext uri="{FF2B5EF4-FFF2-40B4-BE49-F238E27FC236}">
                <a16:creationId xmlns:a16="http://schemas.microsoft.com/office/drawing/2014/main" id="{11C718F0-D4A4-9872-BDD6-D7C7A94D7EE1}"/>
              </a:ext>
            </a:extLst>
          </p:cNvPr>
          <p:cNvSpPr>
            <a:spLocks noGrp="1"/>
          </p:cNvSpPr>
          <p:nvPr>
            <p:ph type="body" sz="quarter" idx="10" hasCustomPrompt="1"/>
          </p:nvPr>
        </p:nvSpPr>
        <p:spPr>
          <a:xfrm>
            <a:off x="1295400" y="2977260"/>
            <a:ext cx="8686800" cy="2692020"/>
          </a:xfrm>
          <a:prstGeom prst="rect">
            <a:avLst/>
          </a:prstGeom>
        </p:spPr>
        <p:txBody>
          <a:bodyPr/>
          <a:lstStyle>
            <a:lvl1pPr>
              <a:defRPr sz="1800" b="0" i="0">
                <a:solidFill>
                  <a:srgbClr val="000000"/>
                </a:solidFill>
                <a:latin typeface="Calibri Light" panose="020F0302020204030204" pitchFamily="34" charset="0"/>
                <a:cs typeface="Calibri Light" panose="020F0302020204030204" pitchFamily="34" charset="0"/>
              </a:defRPr>
            </a:lvl1pPr>
          </a:lstStyle>
          <a:p>
            <a:pPr lvl="0"/>
            <a:r>
              <a:rPr lang="en-US">
                <a:effectLst/>
              </a:rPr>
              <a:t>Section description</a:t>
            </a:r>
            <a:endParaRPr lang="en-US"/>
          </a:p>
        </p:txBody>
      </p:sp>
      <p:sp>
        <p:nvSpPr>
          <p:cNvPr id="5" name="Title 8">
            <a:extLst>
              <a:ext uri="{FF2B5EF4-FFF2-40B4-BE49-F238E27FC236}">
                <a16:creationId xmlns:a16="http://schemas.microsoft.com/office/drawing/2014/main" id="{7C5E3EB5-098F-0D6A-8385-E69FD287B54F}"/>
              </a:ext>
            </a:extLst>
          </p:cNvPr>
          <p:cNvSpPr>
            <a:spLocks noGrp="1"/>
          </p:cNvSpPr>
          <p:nvPr>
            <p:ph type="title" hasCustomPrompt="1"/>
          </p:nvPr>
        </p:nvSpPr>
        <p:spPr>
          <a:xfrm>
            <a:off x="1285240" y="1723225"/>
            <a:ext cx="9601200" cy="1212018"/>
          </a:xfrm>
          <a:prstGeom prst="rect">
            <a:avLst/>
          </a:prstGeom>
        </p:spPr>
        <p:txBody>
          <a:bodyPr/>
          <a:lstStyle>
            <a:lvl1pPr>
              <a:defRPr sz="6000">
                <a:solidFill>
                  <a:srgbClr val="000000"/>
                </a:solidFill>
              </a:defRPr>
            </a:lvl1pPr>
          </a:lstStyle>
          <a:p>
            <a:r>
              <a:rPr lang="en-US"/>
              <a:t>Section Header</a:t>
            </a:r>
          </a:p>
        </p:txBody>
      </p:sp>
      <p:sp>
        <p:nvSpPr>
          <p:cNvPr id="6" name="Text Placeholder 4">
            <a:extLst>
              <a:ext uri="{FF2B5EF4-FFF2-40B4-BE49-F238E27FC236}">
                <a16:creationId xmlns:a16="http://schemas.microsoft.com/office/drawing/2014/main" id="{9F3FBB37-F96B-0FEB-0FAA-3A60AA02654D}"/>
              </a:ext>
            </a:extLst>
          </p:cNvPr>
          <p:cNvSpPr>
            <a:spLocks noGrp="1"/>
          </p:cNvSpPr>
          <p:nvPr>
            <p:ph type="body" sz="quarter" idx="11" hasCustomPrompt="1"/>
          </p:nvPr>
        </p:nvSpPr>
        <p:spPr>
          <a:xfrm>
            <a:off x="1295400" y="1328420"/>
            <a:ext cx="498928" cy="307777"/>
          </a:xfrm>
          <a:prstGeom prst="rect">
            <a:avLst/>
          </a:prstGeom>
        </p:spPr>
        <p:txBody>
          <a:bodyPr wrap="square" anchor="t" anchorCtr="0">
            <a:spAutoFit/>
          </a:bodyPr>
          <a:lstStyle>
            <a:lvl1pPr algn="l">
              <a:defRPr sz="2000" b="1">
                <a:solidFill>
                  <a:srgbClr val="000000"/>
                </a:solidFill>
              </a:defRPr>
            </a:lvl1pPr>
          </a:lstStyle>
          <a:p>
            <a:pPr lvl="0"/>
            <a:r>
              <a:rPr lang="en-US"/>
              <a:t>01</a:t>
            </a:r>
          </a:p>
        </p:txBody>
      </p:sp>
      <p:pic>
        <p:nvPicPr>
          <p:cNvPr id="3" name="Picture 2">
            <a:extLst>
              <a:ext uri="{FF2B5EF4-FFF2-40B4-BE49-F238E27FC236}">
                <a16:creationId xmlns:a16="http://schemas.microsoft.com/office/drawing/2014/main" id="{DB847CF6-2723-8A78-E571-E5E1D96EE7E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1" y="6413859"/>
            <a:ext cx="495300" cy="182096"/>
          </a:xfrm>
          <a:prstGeom prst="rect">
            <a:avLst/>
          </a:prstGeom>
        </p:spPr>
      </p:pic>
      <p:sp>
        <p:nvSpPr>
          <p:cNvPr id="7" name="TextBox 6">
            <a:extLst>
              <a:ext uri="{FF2B5EF4-FFF2-40B4-BE49-F238E27FC236}">
                <a16:creationId xmlns:a16="http://schemas.microsoft.com/office/drawing/2014/main" id="{04B1EED2-CFE5-9449-1191-B818AA5450B2}"/>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8" name="Text Placeholder 3">
            <a:extLst>
              <a:ext uri="{FF2B5EF4-FFF2-40B4-BE49-F238E27FC236}">
                <a16:creationId xmlns:a16="http://schemas.microsoft.com/office/drawing/2014/main" id="{6005ECF6-ECEB-D7EC-6E6C-D560F76EDB1A}"/>
              </a:ext>
            </a:extLst>
          </p:cNvPr>
          <p:cNvSpPr txBox="1">
            <a:spLocks/>
          </p:cNvSpPr>
          <p:nvPr userDrawn="1"/>
        </p:nvSpPr>
        <p:spPr>
          <a:xfrm>
            <a:off x="11352791"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‹nº›</a:t>
            </a:fld>
            <a:endParaRPr lang="en-US" sz="1000">
              <a:solidFill>
                <a:schemeClr val="tx1"/>
              </a:solidFill>
            </a:endParaRPr>
          </a:p>
        </p:txBody>
      </p:sp>
    </p:spTree>
    <p:extLst>
      <p:ext uri="{BB962C8B-B14F-4D97-AF65-F5344CB8AC3E}">
        <p14:creationId xmlns:p14="http://schemas.microsoft.com/office/powerpoint/2010/main" val="1811809480"/>
      </p:ext>
    </p:extLst>
  </p:cSld>
  <p:clrMapOvr>
    <a:masterClrMapping/>
  </p:clrMapOvr>
  <p:extLst>
    <p:ext uri="{DCECCB84-F9BA-43D5-87BE-67443E8EF086}">
      <p15:sldGuideLst xmlns:p15="http://schemas.microsoft.com/office/powerpoint/2012/main">
        <p15:guide id="1" orient="horz" pos="408">
          <p15:clr>
            <a:srgbClr val="FBAE40"/>
          </p15:clr>
        </p15:guide>
        <p15:guide id="2" pos="3840">
          <p15:clr>
            <a:srgbClr val="FBAE40"/>
          </p15:clr>
        </p15:guide>
        <p15:guide id="4" orient="horz" pos="412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8C30E-9F31-D8F5-1E4D-396AE47857CE}"/>
              </a:ext>
            </a:extLst>
          </p:cNvPr>
          <p:cNvSpPr>
            <a:spLocks noGrp="1"/>
          </p:cNvSpPr>
          <p:nvPr>
            <p:ph type="title" hasCustomPrompt="1"/>
          </p:nvPr>
        </p:nvSpPr>
        <p:spPr>
          <a:xfrm>
            <a:off x="633632" y="722843"/>
            <a:ext cx="10896600" cy="338554"/>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38C437B2-D94C-1848-2A24-39D1B91C9CA8}"/>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10887804"/>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C0FA9B4-7015-F669-A684-04DBF3A8020F}"/>
              </a:ext>
            </a:extLst>
          </p:cNvPr>
          <p:cNvSpPr>
            <a:spLocks noGrp="1"/>
          </p:cNvSpPr>
          <p:nvPr>
            <p:ph type="title" hasCustomPrompt="1"/>
          </p:nvPr>
        </p:nvSpPr>
        <p:spPr>
          <a:xfrm>
            <a:off x="633632" y="722843"/>
            <a:ext cx="10896600" cy="338554"/>
          </a:xfrm>
          <a:prstGeom prst="rect">
            <a:avLst/>
          </a:prstGeom>
        </p:spPr>
        <p:txBody>
          <a:bodyPr lIns="0" tIns="0" rIns="0" bIns="0">
            <a:noAutofit/>
          </a:bodyPr>
          <a:lstStyle>
            <a:lvl1pPr>
              <a:defRPr lang="en-US" dirty="0">
                <a:latin typeface="+mj-lt"/>
              </a:defRPr>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5" name="Text Placeholder 10">
            <a:extLst>
              <a:ext uri="{FF2B5EF4-FFF2-40B4-BE49-F238E27FC236}">
                <a16:creationId xmlns:a16="http://schemas.microsoft.com/office/drawing/2014/main" id="{377A3A7C-9EA1-F184-A7F0-65CDB16D77DE}"/>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
        <p:nvSpPr>
          <p:cNvPr id="6" name="Text Placeholder 8">
            <a:extLst>
              <a:ext uri="{FF2B5EF4-FFF2-40B4-BE49-F238E27FC236}">
                <a16:creationId xmlns:a16="http://schemas.microsoft.com/office/drawing/2014/main" id="{FC5FFC92-2965-BCAA-1CC8-1CF099E8A937}"/>
              </a:ext>
            </a:extLst>
          </p:cNvPr>
          <p:cNvSpPr>
            <a:spLocks noGrp="1"/>
          </p:cNvSpPr>
          <p:nvPr>
            <p:ph type="body" sz="quarter" idx="11" hasCustomPrompt="1"/>
          </p:nvPr>
        </p:nvSpPr>
        <p:spPr>
          <a:xfrm>
            <a:off x="633632" y="1211252"/>
            <a:ext cx="10896600" cy="480060"/>
          </a:xfrm>
          <a:prstGeom prst="rect">
            <a:avLst/>
          </a:prstGeom>
        </p:spPr>
        <p:txBody>
          <a:bodyPr wrap="square" lIns="0" tIns="0" rIns="0" bIns="0" anchor="t" anchorCtr="0">
            <a:norm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lang="en-US" sz="1400" b="1" i="0" kern="120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Tree>
    <p:extLst>
      <p:ext uri="{BB962C8B-B14F-4D97-AF65-F5344CB8AC3E}">
        <p14:creationId xmlns:p14="http://schemas.microsoft.com/office/powerpoint/2010/main" val="238352404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604705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section_Divider">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3300" y="1968918"/>
            <a:ext cx="10869110" cy="2031325"/>
          </a:xfrm>
          <a:prstGeom prst="rect">
            <a:avLst/>
          </a:prstGeom>
        </p:spPr>
        <p:txBody>
          <a:bodyPr wrap="square">
            <a:spAutoFit/>
          </a:bodyPr>
          <a:lstStyle>
            <a:lvl1pPr>
              <a:defRPr sz="6600" b="0" i="0">
                <a:solidFill>
                  <a:schemeClr val="bg1"/>
                </a:solidFill>
                <a:latin typeface="Calibri Light" panose="020F0302020204030204" pitchFamily="34" charset="0"/>
                <a:cs typeface="Calibri Light" panose="020F0302020204030204" pitchFamily="34" charset="0"/>
              </a:defRPr>
            </a:lvl1pPr>
          </a:lstStyle>
          <a:p>
            <a:r>
              <a:rPr lang="en-US"/>
              <a:t>Sometimes You Want to Use a </a:t>
            </a:r>
            <a:br>
              <a:rPr lang="en-US"/>
            </a:br>
            <a:r>
              <a:rPr lang="en-US"/>
              <a:t>Subsection Divider</a:t>
            </a:r>
          </a:p>
        </p:txBody>
      </p:sp>
      <p:sp>
        <p:nvSpPr>
          <p:cNvPr id="26" name="Text Placeholder 4">
            <a:extLst>
              <a:ext uri="{FF2B5EF4-FFF2-40B4-BE49-F238E27FC236}">
                <a16:creationId xmlns:a16="http://schemas.microsoft.com/office/drawing/2014/main" id="{041C214B-0929-47F1-0881-0584DE92D4E2}"/>
              </a:ext>
            </a:extLst>
          </p:cNvPr>
          <p:cNvSpPr>
            <a:spLocks noGrp="1"/>
          </p:cNvSpPr>
          <p:nvPr>
            <p:ph type="body" sz="quarter" idx="16" hasCustomPrompt="1"/>
          </p:nvPr>
        </p:nvSpPr>
        <p:spPr>
          <a:xfrm>
            <a:off x="643460" y="4784228"/>
            <a:ext cx="4757677" cy="492443"/>
          </a:xfrm>
          <a:prstGeom prst="rect">
            <a:avLst/>
          </a:prstGeom>
        </p:spPr>
        <p:txBody>
          <a:bodyPr wrap="square" anchor="t" anchorCtr="0">
            <a:spAutoFit/>
          </a:bodyPr>
          <a:lstStyle>
            <a:lvl1pPr>
              <a:defRPr sz="1600" b="0" i="0">
                <a:latin typeface="Calibri Light" panose="020F0302020204030204" pitchFamily="34" charset="0"/>
                <a:cs typeface="Calibri Light" panose="020F0302020204030204" pitchFamily="34" charset="0"/>
              </a:defRPr>
            </a:lvl1pPr>
          </a:lstStyle>
          <a:p>
            <a:pPr lvl="0"/>
            <a:r>
              <a:rPr lang="en-US"/>
              <a:t>This slide can serve you well. It even has a space for a little something under the title.</a:t>
            </a:r>
          </a:p>
        </p:txBody>
      </p:sp>
      <p:sp>
        <p:nvSpPr>
          <p:cNvPr id="10" name="Text Placeholder 4">
            <a:extLst>
              <a:ext uri="{FF2B5EF4-FFF2-40B4-BE49-F238E27FC236}">
                <a16:creationId xmlns:a16="http://schemas.microsoft.com/office/drawing/2014/main" id="{00F545EE-05C3-C60B-A33C-54CA3165B80C}"/>
              </a:ext>
            </a:extLst>
          </p:cNvPr>
          <p:cNvSpPr>
            <a:spLocks noGrp="1"/>
          </p:cNvSpPr>
          <p:nvPr>
            <p:ph type="body" sz="quarter" idx="10" hasCustomPrompt="1"/>
          </p:nvPr>
        </p:nvSpPr>
        <p:spPr>
          <a:xfrm>
            <a:off x="643460" y="1071880"/>
            <a:ext cx="498928" cy="307777"/>
          </a:xfrm>
          <a:prstGeom prst="rect">
            <a:avLst/>
          </a:prstGeom>
        </p:spPr>
        <p:txBody>
          <a:bodyPr wrap="square" anchor="t" anchorCtr="0">
            <a:spAutoFit/>
          </a:bodyPr>
          <a:lstStyle>
            <a:lvl1pPr algn="l">
              <a:defRPr sz="2000" b="1">
                <a:gradFill>
                  <a:gsLst>
                    <a:gs pos="0">
                      <a:srgbClr val="00FFF0"/>
                    </a:gs>
                    <a:gs pos="44000">
                      <a:srgbClr val="00F6FF"/>
                    </a:gs>
                    <a:gs pos="75000">
                      <a:srgbClr val="B896FF"/>
                    </a:gs>
                  </a:gsLst>
                  <a:lin ang="1800000" scaled="0"/>
                </a:gradFill>
              </a:defRPr>
            </a:lvl1pPr>
          </a:lstStyle>
          <a:p>
            <a:pPr lvl="0"/>
            <a:r>
              <a:rPr lang="en-US"/>
              <a:t>01</a:t>
            </a:r>
          </a:p>
        </p:txBody>
      </p:sp>
      <p:sp>
        <p:nvSpPr>
          <p:cNvPr id="2" name="Text Placeholder 4">
            <a:extLst>
              <a:ext uri="{FF2B5EF4-FFF2-40B4-BE49-F238E27FC236}">
                <a16:creationId xmlns:a16="http://schemas.microsoft.com/office/drawing/2014/main" id="{38048DD2-9EC2-D0E6-390B-D6FEF7F7E08B}"/>
              </a:ext>
            </a:extLst>
          </p:cNvPr>
          <p:cNvSpPr>
            <a:spLocks noGrp="1"/>
          </p:cNvSpPr>
          <p:nvPr>
            <p:ph type="body" sz="quarter" idx="11" hasCustomPrompt="1"/>
          </p:nvPr>
        </p:nvSpPr>
        <p:spPr>
          <a:xfrm>
            <a:off x="643460" y="1563803"/>
            <a:ext cx="3732914"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3" name="TextBox 2">
            <a:extLst>
              <a:ext uri="{FF2B5EF4-FFF2-40B4-BE49-F238E27FC236}">
                <a16:creationId xmlns:a16="http://schemas.microsoft.com/office/drawing/2014/main" id="{D36A3F60-C785-55F7-FFFA-6777E5B0CF19}"/>
              </a:ext>
            </a:extLst>
          </p:cNvPr>
          <p:cNvSpPr txBox="1"/>
          <p:nvPr userDrawn="1"/>
        </p:nvSpPr>
        <p:spPr>
          <a:xfrm>
            <a:off x="905069" y="6475445"/>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Tree>
    <p:extLst>
      <p:ext uri="{BB962C8B-B14F-4D97-AF65-F5344CB8AC3E}">
        <p14:creationId xmlns:p14="http://schemas.microsoft.com/office/powerpoint/2010/main" val="378257309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_Text_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AB310E8-6618-FE08-E6DC-00BA11F812CC}"/>
              </a:ext>
            </a:extLst>
          </p:cNvPr>
          <p:cNvSpPr/>
          <p:nvPr userDrawn="1"/>
        </p:nvSpPr>
        <p:spPr bwMode="auto">
          <a:xfrm>
            <a:off x="6096000" y="0"/>
            <a:ext cx="6096000" cy="6858000"/>
          </a:xfrm>
          <a:prstGeom prst="rect">
            <a:avLst/>
          </a:prstGeom>
          <a:solidFill>
            <a:srgbClr val="FBFAFA"/>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37540" y="1739153"/>
            <a:ext cx="5333999" cy="2769989"/>
          </a:xfrm>
          <a:prstGeom prst="rect">
            <a:avLst/>
          </a:prstGeom>
        </p:spPr>
        <p:txBody>
          <a:bodyPr wrap="square">
            <a:spAutoFit/>
          </a:bodyPr>
          <a:lstStyle>
            <a:lvl1pPr>
              <a:defRPr sz="6000" b="0" i="0">
                <a:solidFill>
                  <a:schemeClr val="bg1"/>
                </a:solidFill>
                <a:latin typeface="Calibri Light" panose="020F0302020204030204" pitchFamily="34" charset="0"/>
                <a:cs typeface="Calibri Light" panose="020F03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34201" y="1981200"/>
            <a:ext cx="4610100" cy="2439386"/>
          </a:xfrm>
          <a:prstGeom prst="rect">
            <a:avLst/>
          </a:prstGeom>
        </p:spPr>
        <p:txBody>
          <a:bodyPr wrap="square" anchor="t" anchorCtr="0">
            <a:spAutoFit/>
          </a:bodyPr>
          <a:lstStyle>
            <a:lvl1pPr>
              <a:lnSpc>
                <a:spcPts val="2400"/>
              </a:lnSpc>
              <a:defRPr sz="1600" b="0" i="0">
                <a:solidFill>
                  <a:srgbClr val="000000"/>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sp>
        <p:nvSpPr>
          <p:cNvPr id="2" name="TextBox 1">
            <a:extLst>
              <a:ext uri="{FF2B5EF4-FFF2-40B4-BE49-F238E27FC236}">
                <a16:creationId xmlns:a16="http://schemas.microsoft.com/office/drawing/2014/main" id="{FC6DF0B1-39A8-66D2-5901-784B6426A5BC}"/>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63F04122-42C2-36BC-47CE-0B679AD5BEF4}"/>
              </a:ext>
            </a:extLst>
          </p:cNvPr>
          <p:cNvSpPr txBox="1">
            <a:spLocks/>
          </p:cNvSpPr>
          <p:nvPr userDrawn="1"/>
        </p:nvSpPr>
        <p:spPr>
          <a:xfrm>
            <a:off x="11352791"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‹nº›</a:t>
            </a:fld>
            <a:endParaRPr lang="en-US" sz="1000">
              <a:solidFill>
                <a:schemeClr val="tx1"/>
              </a:solidFill>
            </a:endParaRPr>
          </a:p>
        </p:txBody>
      </p:sp>
      <p:sp>
        <p:nvSpPr>
          <p:cNvPr id="7" name="Title 1">
            <a:extLst>
              <a:ext uri="{FF2B5EF4-FFF2-40B4-BE49-F238E27FC236}">
                <a16:creationId xmlns:a16="http://schemas.microsoft.com/office/drawing/2014/main" id="{78B58A26-A489-E0C7-76A6-353A0E98D08D}"/>
              </a:ext>
            </a:extLst>
          </p:cNvPr>
          <p:cNvSpPr txBox="1">
            <a:spLocks/>
          </p:cNvSpPr>
          <p:nvPr userDrawn="1"/>
        </p:nvSpPr>
        <p:spPr>
          <a:xfrm>
            <a:off x="633632" y="722842"/>
            <a:ext cx="5341718" cy="343957"/>
          </a:xfrm>
          <a:prstGeom prst="rect">
            <a:avLst/>
          </a:prstGeom>
        </p:spPr>
        <p:txBody>
          <a:bodyPr lIns="0" tIns="0" rIns="0" bIns="0">
            <a:noAutofit/>
          </a:bodyPr>
          <a:lstStyle>
            <a:lvl1pPr algn="l" defTabSz="914400" rtl="0" eaLnBrk="1" latinLnBrk="0" hangingPunct="1">
              <a:lnSpc>
                <a:spcPct val="100000"/>
              </a:lnSpc>
              <a:spcBef>
                <a:spcPct val="0"/>
              </a:spcBef>
              <a:buNone/>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a:spcBef>
                <a:spcPts val="0"/>
              </a:spcBef>
              <a:buFont typeface="Arial" panose="020B0604020202020204" pitchFamily="34" charset="0"/>
              <a:buNone/>
            </a:pPr>
            <a:r>
              <a:rPr lang="en-US"/>
              <a:t>Title Goes Here</a:t>
            </a:r>
          </a:p>
        </p:txBody>
      </p:sp>
      <p:sp>
        <p:nvSpPr>
          <p:cNvPr id="9" name="Text Placeholder 10">
            <a:extLst>
              <a:ext uri="{FF2B5EF4-FFF2-40B4-BE49-F238E27FC236}">
                <a16:creationId xmlns:a16="http://schemas.microsoft.com/office/drawing/2014/main" id="{24550C39-4E9B-6498-10DD-2EE07D469277}"/>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39533527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_Text_B">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3295A6AC-FD32-C87C-6A0D-33F65D81BFC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8" name="Title 2">
            <a:extLst>
              <a:ext uri="{FF2B5EF4-FFF2-40B4-BE49-F238E27FC236}">
                <a16:creationId xmlns:a16="http://schemas.microsoft.com/office/drawing/2014/main" id="{0EFDF222-F5FF-C5FC-328A-D041866005E2}"/>
              </a:ext>
            </a:extLst>
          </p:cNvPr>
          <p:cNvSpPr>
            <a:spLocks noGrp="1"/>
          </p:cNvSpPr>
          <p:nvPr>
            <p:ph type="title" hasCustomPrompt="1"/>
          </p:nvPr>
        </p:nvSpPr>
        <p:spPr>
          <a:xfrm>
            <a:off x="620713" y="1739153"/>
            <a:ext cx="5333999" cy="2769989"/>
          </a:xfrm>
          <a:prstGeom prst="rect">
            <a:avLst/>
          </a:prstGeom>
        </p:spPr>
        <p:txBody>
          <a:bodyPr wrap="square">
            <a:spAutoFit/>
          </a:bodyPr>
          <a:lstStyle>
            <a:lvl1pPr>
              <a:defRPr sz="6000" b="0" i="0">
                <a:solidFill>
                  <a:srgbClr val="000000"/>
                </a:solidFill>
                <a:latin typeface="Calibri" panose="020F0502020204030204" pitchFamily="34" charset="0"/>
                <a:cs typeface="Calibri" panose="020F0502020204030204" pitchFamily="34" charset="0"/>
              </a:defRPr>
            </a:lvl1pPr>
          </a:lstStyle>
          <a:p>
            <a:r>
              <a:rPr lang="en-US"/>
              <a:t>When You Have a Big Thought That is Paired…</a:t>
            </a: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934201" y="1981200"/>
            <a:ext cx="4610100" cy="2439386"/>
          </a:xfrm>
          <a:prstGeom prst="rect">
            <a:avLst/>
          </a:prstGeom>
        </p:spPr>
        <p:txBody>
          <a:bodyPr wrap="square" anchor="t" anchorCtr="0">
            <a:spAutoFit/>
          </a:bodyPr>
          <a:lstStyle>
            <a:lvl1pPr>
              <a:lnSpc>
                <a:spcPts val="2400"/>
              </a:lnSpc>
              <a:defRPr sz="1600" b="0" i="0">
                <a:solidFill>
                  <a:schemeClr val="bg1"/>
                </a:solidFill>
                <a:latin typeface="Calibri Light" panose="020F0302020204030204" pitchFamily="34" charset="0"/>
                <a:cs typeface="Calibri Light" panose="020F0302020204030204" pitchFamily="34" charset="0"/>
              </a:defRPr>
            </a:lvl1pPr>
          </a:lstStyle>
          <a:p>
            <a:pPr lvl="0"/>
            <a:r>
              <a:rPr lang="en-US"/>
              <a:t>With a lot of supporting details.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exerci</a:t>
            </a:r>
            <a:r>
              <a:rPr lang="en-US"/>
              <a:t> </a:t>
            </a:r>
            <a:r>
              <a:rPr lang="en-US" err="1"/>
              <a:t>tation</a:t>
            </a:r>
            <a:r>
              <a:rPr lang="en-US"/>
              <a:t> </a:t>
            </a:r>
            <a:r>
              <a:rPr lang="en-US" err="1"/>
              <a:t>ullamcorper</a:t>
            </a:r>
            <a:r>
              <a:rPr lang="en-US"/>
              <a:t> </a:t>
            </a:r>
            <a:r>
              <a:rPr lang="en-US" err="1"/>
              <a:t>suscipit</a:t>
            </a:r>
            <a:r>
              <a:rPr lang="en-US"/>
              <a:t> </a:t>
            </a:r>
            <a:r>
              <a:rPr lang="en-US" err="1"/>
              <a:t>lobortis</a:t>
            </a:r>
            <a:r>
              <a:rPr lang="en-US"/>
              <a:t> </a:t>
            </a:r>
            <a:r>
              <a:rPr lang="en-US" err="1"/>
              <a:t>nisl</a:t>
            </a:r>
            <a:r>
              <a:rPr lang="en-US"/>
              <a:t>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autem vel </a:t>
            </a:r>
            <a:r>
              <a:rPr lang="en-US" err="1"/>
              <a:t>eum</a:t>
            </a:r>
            <a:r>
              <a:rPr lang="en-US"/>
              <a:t> </a:t>
            </a:r>
            <a:r>
              <a:rPr lang="en-US" err="1"/>
              <a:t>iriure</a:t>
            </a:r>
            <a:r>
              <a:rPr lang="en-US"/>
              <a:t> dolor in </a:t>
            </a:r>
            <a:r>
              <a:rPr lang="en-US" err="1"/>
              <a:t>hendrerit</a:t>
            </a:r>
            <a:r>
              <a:rPr lang="en-US"/>
              <a:t> in </a:t>
            </a:r>
            <a:r>
              <a:rPr lang="en-US" err="1"/>
              <a:t>vulputate</a:t>
            </a:r>
            <a:r>
              <a:rPr lang="en-US"/>
              <a:t> </a:t>
            </a:r>
            <a:r>
              <a:rPr lang="en-US" err="1"/>
              <a:t>velit</a:t>
            </a:r>
            <a:r>
              <a:rPr lang="en-US"/>
              <a:t> </a:t>
            </a:r>
            <a:r>
              <a:rPr lang="en-US" err="1"/>
              <a:t>esse</a:t>
            </a:r>
            <a:r>
              <a:rPr lang="en-US"/>
              <a:t> </a:t>
            </a:r>
            <a:r>
              <a:rPr lang="en-US" err="1"/>
              <a:t>molestie</a:t>
            </a:r>
            <a:r>
              <a:rPr lang="en-US"/>
              <a:t> </a:t>
            </a:r>
            <a:r>
              <a:rPr lang="en-US" err="1"/>
              <a:t>consequat</a:t>
            </a:r>
            <a:r>
              <a:rPr lang="en-US"/>
              <a:t>.</a:t>
            </a:r>
          </a:p>
        </p:txBody>
      </p:sp>
      <p:pic>
        <p:nvPicPr>
          <p:cNvPr id="5" name="Picture 4">
            <a:extLst>
              <a:ext uri="{FF2B5EF4-FFF2-40B4-BE49-F238E27FC236}">
                <a16:creationId xmlns:a16="http://schemas.microsoft.com/office/drawing/2014/main" id="{A2B35227-E4B8-E7D7-CFC8-BEC6F4696E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59128"/>
            <a:ext cx="495300" cy="182096"/>
          </a:xfrm>
          <a:prstGeom prst="rect">
            <a:avLst/>
          </a:prstGeom>
        </p:spPr>
      </p:pic>
      <p:sp>
        <p:nvSpPr>
          <p:cNvPr id="9" name="Text Placeholder 4">
            <a:extLst>
              <a:ext uri="{FF2B5EF4-FFF2-40B4-BE49-F238E27FC236}">
                <a16:creationId xmlns:a16="http://schemas.microsoft.com/office/drawing/2014/main" id="{F98434BA-C643-9226-9074-622A044FDF97}"/>
              </a:ext>
            </a:extLst>
          </p:cNvPr>
          <p:cNvSpPr>
            <a:spLocks noGrp="1"/>
          </p:cNvSpPr>
          <p:nvPr>
            <p:ph type="body" sz="quarter" idx="11" hasCustomPrompt="1"/>
          </p:nvPr>
        </p:nvSpPr>
        <p:spPr>
          <a:xfrm>
            <a:off x="620713" y="419100"/>
            <a:ext cx="3732914" cy="153888"/>
          </a:xfrm>
          <a:prstGeom prst="rect">
            <a:avLst/>
          </a:prstGeom>
        </p:spPr>
        <p:txBody>
          <a:bodyPr wrap="square">
            <a:spAutoFit/>
          </a:bodyPr>
          <a:lstStyle>
            <a:lvl1pPr>
              <a:lnSpc>
                <a:spcPct val="100000"/>
              </a:lnSpc>
              <a:spcBef>
                <a:spcPts val="0"/>
              </a:spcBef>
              <a:defRPr sz="1000" b="0" i="0" spc="300">
                <a:solidFill>
                  <a:srgbClr val="000000"/>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10" name="Text Placeholder 4">
            <a:extLst>
              <a:ext uri="{FF2B5EF4-FFF2-40B4-BE49-F238E27FC236}">
                <a16:creationId xmlns:a16="http://schemas.microsoft.com/office/drawing/2014/main" id="{B89EA330-0A46-587B-303A-AB92923709B7}"/>
              </a:ext>
            </a:extLst>
          </p:cNvPr>
          <p:cNvSpPr>
            <a:spLocks noGrp="1"/>
          </p:cNvSpPr>
          <p:nvPr>
            <p:ph type="body" sz="quarter" idx="25" hasCustomPrompt="1"/>
          </p:nvPr>
        </p:nvSpPr>
        <p:spPr>
          <a:xfrm>
            <a:off x="620713" y="722843"/>
            <a:ext cx="3759901" cy="338554"/>
          </a:xfrm>
          <a:prstGeom prst="rect">
            <a:avLst/>
          </a:prstGeom>
        </p:spPr>
        <p:txBody>
          <a:bodyPr wrap="square">
            <a:spAutoFit/>
          </a:bodyPr>
          <a:lstStyle>
            <a:lvl1pPr>
              <a:lnSpc>
                <a:spcPct val="100000"/>
              </a:lnSpc>
              <a:spcBef>
                <a:spcPts val="0"/>
              </a:spcBef>
              <a:defRPr sz="2200" b="1" i="0" spc="0">
                <a:solidFill>
                  <a:srgbClr val="000000"/>
                </a:solidFill>
                <a:latin typeface="Calibri" panose="020F0502020204030204" pitchFamily="34" charset="0"/>
                <a:cs typeface="Calibri" panose="020F0502020204030204" pitchFamily="34" charset="0"/>
              </a:defRPr>
            </a:lvl1pPr>
            <a:lvl2pPr>
              <a:buNone/>
              <a:defRPr/>
            </a:lvl2pPr>
          </a:lstStyle>
          <a:p>
            <a:pPr lvl="0"/>
            <a:r>
              <a:rPr lang="en-US">
                <a:effectLst/>
              </a:rPr>
              <a:t>Title with Big and Little Type</a:t>
            </a:r>
            <a:endParaRPr lang="en-US"/>
          </a:p>
        </p:txBody>
      </p:sp>
    </p:spTree>
    <p:extLst>
      <p:ext uri="{BB962C8B-B14F-4D97-AF65-F5344CB8AC3E}">
        <p14:creationId xmlns:p14="http://schemas.microsoft.com/office/powerpoint/2010/main" val="352331377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ype+2_photo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AB310E8-6618-FE08-E6DC-00BA11F812CC}"/>
              </a:ext>
            </a:extLst>
          </p:cNvPr>
          <p:cNvSpPr/>
          <p:nvPr userDrawn="1"/>
        </p:nvSpPr>
        <p:spPr bwMode="auto">
          <a:xfrm>
            <a:off x="4383741" y="0"/>
            <a:ext cx="7808259" cy="6858000"/>
          </a:xfrm>
          <a:prstGeom prst="rect">
            <a:avLst/>
          </a:prstGeom>
          <a:solidFill>
            <a:srgbClr val="FBFAFA"/>
          </a:solidFill>
          <a:ln>
            <a:noFill/>
          </a:ln>
          <a:effectLst/>
        </p:spPr>
        <p:txBody>
          <a:bodyPr wrap="none" rtlCol="0" anchor="ctr"/>
          <a:lstStyle/>
          <a:p>
            <a:pPr algn="ctr"/>
            <a:endParaRPr lang="en-US" sz="2400" err="1">
              <a:solidFill>
                <a:srgbClr val="FBFAFA"/>
              </a:solidFill>
              <a:latin typeface="Calibri Light" panose="020F0302020204030204" pitchFamily="34" charset="0"/>
              <a:ea typeface="Human Sans ExtraLight" charset="0"/>
              <a:cs typeface="Human Sans ExtraLight" charset="0"/>
            </a:endParaRPr>
          </a:p>
        </p:txBody>
      </p:sp>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33632" y="1981200"/>
            <a:ext cx="3346076" cy="496226"/>
          </a:xfrm>
          <a:prstGeom prst="rect">
            <a:avLst/>
          </a:prstGeom>
        </p:spPr>
        <p:txBody>
          <a:bodyPr wrap="square" anchor="t" anchorCtr="0">
            <a:spAutoFit/>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pic>
        <p:nvPicPr>
          <p:cNvPr id="5" name="Picture Placeholder 7">
            <a:extLst>
              <a:ext uri="{FF2B5EF4-FFF2-40B4-BE49-F238E27FC236}">
                <a16:creationId xmlns:a16="http://schemas.microsoft.com/office/drawing/2014/main" id="{47D220DB-753D-9009-E3B2-968BCB12601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48600" y="948209"/>
            <a:ext cx="3695700" cy="4678080"/>
          </a:xfrm>
          <a:prstGeom prst="rect">
            <a:avLst/>
          </a:prstGeom>
        </p:spPr>
      </p:pic>
      <p:pic>
        <p:nvPicPr>
          <p:cNvPr id="6" name="Picture Placeholder 8">
            <a:extLst>
              <a:ext uri="{FF2B5EF4-FFF2-40B4-BE49-F238E27FC236}">
                <a16:creationId xmlns:a16="http://schemas.microsoft.com/office/drawing/2014/main" id="{93BAF3BA-506C-CEDE-31A8-0E2F7E862A0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4860594" y="948210"/>
            <a:ext cx="2705674" cy="2175164"/>
          </a:xfrm>
          <a:prstGeom prst="rect">
            <a:avLst/>
          </a:prstGeom>
        </p:spPr>
      </p:pic>
      <p:sp>
        <p:nvSpPr>
          <p:cNvPr id="2" name="TextBox 1">
            <a:extLst>
              <a:ext uri="{FF2B5EF4-FFF2-40B4-BE49-F238E27FC236}">
                <a16:creationId xmlns:a16="http://schemas.microsoft.com/office/drawing/2014/main" id="{A7A3697B-75D8-F270-FA16-FF1CAED387BA}"/>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7DA88C32-A814-A30F-E410-D8FFB09D466B}"/>
              </a:ext>
            </a:extLst>
          </p:cNvPr>
          <p:cNvSpPr txBox="1">
            <a:spLocks/>
          </p:cNvSpPr>
          <p:nvPr userDrawn="1"/>
        </p:nvSpPr>
        <p:spPr>
          <a:xfrm>
            <a:off x="11352791"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‹nº›</a:t>
            </a:fld>
            <a:endParaRPr lang="en-US" sz="1000">
              <a:solidFill>
                <a:schemeClr val="tx1"/>
              </a:solidFill>
            </a:endParaRPr>
          </a:p>
        </p:txBody>
      </p:sp>
      <p:sp>
        <p:nvSpPr>
          <p:cNvPr id="7" name="Title 1">
            <a:extLst>
              <a:ext uri="{FF2B5EF4-FFF2-40B4-BE49-F238E27FC236}">
                <a16:creationId xmlns:a16="http://schemas.microsoft.com/office/drawing/2014/main" id="{CB55100E-75B5-2C7B-2A86-042FF5C3AFFD}"/>
              </a:ext>
            </a:extLst>
          </p:cNvPr>
          <p:cNvSpPr>
            <a:spLocks noGrp="1"/>
          </p:cNvSpPr>
          <p:nvPr>
            <p:ph type="title" hasCustomPrompt="1"/>
          </p:nvPr>
        </p:nvSpPr>
        <p:spPr>
          <a:xfrm>
            <a:off x="633632" y="722842"/>
            <a:ext cx="3611880" cy="343957"/>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9" name="Text Placeholder 10">
            <a:extLst>
              <a:ext uri="{FF2B5EF4-FFF2-40B4-BE49-F238E27FC236}">
                <a16:creationId xmlns:a16="http://schemas.microsoft.com/office/drawing/2014/main" id="{1FFDB60C-4B68-3EAD-E6FA-B4039FD58AFD}"/>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4283299117"/>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ype+2_photos_Black">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B9BE9A04-ECA1-501C-8903-EB031E3BF54D}"/>
              </a:ext>
            </a:extLst>
          </p:cNvPr>
          <p:cNvSpPr>
            <a:spLocks noGrp="1"/>
          </p:cNvSpPr>
          <p:nvPr>
            <p:ph type="body" sz="quarter" idx="16" hasCustomPrompt="1"/>
          </p:nvPr>
        </p:nvSpPr>
        <p:spPr>
          <a:xfrm>
            <a:off x="633632" y="1981200"/>
            <a:ext cx="3346076" cy="496226"/>
          </a:xfrm>
          <a:prstGeom prst="rect">
            <a:avLst/>
          </a:prstGeom>
        </p:spPr>
        <p:txBody>
          <a:bodyPr wrap="square" anchor="t" anchorCtr="0">
            <a:spAutoFit/>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pic>
        <p:nvPicPr>
          <p:cNvPr id="5" name="Picture Placeholder 7">
            <a:extLst>
              <a:ext uri="{FF2B5EF4-FFF2-40B4-BE49-F238E27FC236}">
                <a16:creationId xmlns:a16="http://schemas.microsoft.com/office/drawing/2014/main" id="{47D220DB-753D-9009-E3B2-968BCB12601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848600" y="948209"/>
            <a:ext cx="3695700" cy="4678080"/>
          </a:xfrm>
          <a:prstGeom prst="rect">
            <a:avLst/>
          </a:prstGeom>
        </p:spPr>
      </p:pic>
      <p:pic>
        <p:nvPicPr>
          <p:cNvPr id="6" name="Picture Placeholder 8">
            <a:extLst>
              <a:ext uri="{FF2B5EF4-FFF2-40B4-BE49-F238E27FC236}">
                <a16:creationId xmlns:a16="http://schemas.microsoft.com/office/drawing/2014/main" id="{93BAF3BA-506C-CEDE-31A8-0E2F7E862A0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4860594" y="948210"/>
            <a:ext cx="2705674" cy="2175164"/>
          </a:xfrm>
          <a:prstGeom prst="rect">
            <a:avLst/>
          </a:prstGeom>
        </p:spPr>
      </p:pic>
      <p:sp>
        <p:nvSpPr>
          <p:cNvPr id="7" name="Title 1">
            <a:extLst>
              <a:ext uri="{FF2B5EF4-FFF2-40B4-BE49-F238E27FC236}">
                <a16:creationId xmlns:a16="http://schemas.microsoft.com/office/drawing/2014/main" id="{D627D40C-5450-0B96-10EC-7A6EB80673C8}"/>
              </a:ext>
            </a:extLst>
          </p:cNvPr>
          <p:cNvSpPr>
            <a:spLocks noGrp="1"/>
          </p:cNvSpPr>
          <p:nvPr>
            <p:ph type="title" hasCustomPrompt="1"/>
          </p:nvPr>
        </p:nvSpPr>
        <p:spPr>
          <a:xfrm>
            <a:off x="633632" y="722842"/>
            <a:ext cx="3611880" cy="343957"/>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8" name="Text Placeholder 10">
            <a:extLst>
              <a:ext uri="{FF2B5EF4-FFF2-40B4-BE49-F238E27FC236}">
                <a16:creationId xmlns:a16="http://schemas.microsoft.com/office/drawing/2014/main" id="{E4D7BC14-B8F4-8C70-3780-52E71B389EE4}"/>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55294541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ype+1_photo">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953C0E95-F19E-0ED7-FE2B-237DA02AA1B9}"/>
              </a:ext>
            </a:extLst>
          </p:cNvPr>
          <p:cNvSpPr>
            <a:spLocks noGrp="1"/>
          </p:cNvSpPr>
          <p:nvPr>
            <p:ph type="body" sz="quarter" idx="16" hasCustomPrompt="1"/>
          </p:nvPr>
        </p:nvSpPr>
        <p:spPr>
          <a:xfrm>
            <a:off x="633632" y="1981200"/>
            <a:ext cx="3346076" cy="496226"/>
          </a:xfrm>
          <a:prstGeom prst="rect">
            <a:avLst/>
          </a:prstGeom>
        </p:spPr>
        <p:txBody>
          <a:bodyPr wrap="square" anchor="t" anchorCtr="0">
            <a:spAutoFit/>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 </a:t>
            </a:r>
          </a:p>
        </p:txBody>
      </p:sp>
      <p:sp>
        <p:nvSpPr>
          <p:cNvPr id="3" name="Picture Placeholder 8">
            <a:extLst>
              <a:ext uri="{FF2B5EF4-FFF2-40B4-BE49-F238E27FC236}">
                <a16:creationId xmlns:a16="http://schemas.microsoft.com/office/drawing/2014/main" id="{96A70B9E-D366-36CB-4835-845ACD985BF4}"/>
              </a:ext>
            </a:extLst>
          </p:cNvPr>
          <p:cNvSpPr>
            <a:spLocks noGrp="1"/>
          </p:cNvSpPr>
          <p:nvPr>
            <p:ph type="pic" sz="quarter" idx="26"/>
          </p:nvPr>
        </p:nvSpPr>
        <p:spPr>
          <a:xfrm>
            <a:off x="5067300" y="922229"/>
            <a:ext cx="6477000" cy="4710475"/>
          </a:xfrm>
          <a:prstGeom prst="rect">
            <a:avLst/>
          </a:prstGeom>
        </p:spPr>
        <p:txBody>
          <a:bodyPr/>
          <a:lstStyle/>
          <a:p>
            <a:endParaRPr lang="en-US"/>
          </a:p>
        </p:txBody>
      </p:sp>
      <p:sp>
        <p:nvSpPr>
          <p:cNvPr id="4" name="Title 1">
            <a:extLst>
              <a:ext uri="{FF2B5EF4-FFF2-40B4-BE49-F238E27FC236}">
                <a16:creationId xmlns:a16="http://schemas.microsoft.com/office/drawing/2014/main" id="{9DE52C79-B543-C221-B6BE-B72B78C481C5}"/>
              </a:ext>
            </a:extLst>
          </p:cNvPr>
          <p:cNvSpPr>
            <a:spLocks noGrp="1"/>
          </p:cNvSpPr>
          <p:nvPr>
            <p:ph type="title" hasCustomPrompt="1"/>
          </p:nvPr>
        </p:nvSpPr>
        <p:spPr>
          <a:xfrm>
            <a:off x="633632" y="722842"/>
            <a:ext cx="3611880" cy="343957"/>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0A19AA13-C08A-D0E6-EC94-5A71061E5972}"/>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42779472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ype+1_Photo_Blur">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953C0E95-F19E-0ED7-FE2B-237DA02AA1B9}"/>
              </a:ext>
            </a:extLst>
          </p:cNvPr>
          <p:cNvSpPr>
            <a:spLocks noGrp="1"/>
          </p:cNvSpPr>
          <p:nvPr>
            <p:ph type="body" sz="quarter" idx="16" hasCustomPrompt="1"/>
          </p:nvPr>
        </p:nvSpPr>
        <p:spPr>
          <a:xfrm>
            <a:off x="633632" y="1981200"/>
            <a:ext cx="3346076" cy="496226"/>
          </a:xfrm>
          <a:prstGeom prst="rect">
            <a:avLst/>
          </a:prstGeom>
        </p:spPr>
        <p:txBody>
          <a:bodyPr wrap="square" anchor="t" anchorCtr="0">
            <a:spAutoFit/>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stStyle>
          <a:p>
            <a:r>
              <a:rPr lang="en-US"/>
              <a:t>When you just have a few sentences of type and supporting photos</a:t>
            </a:r>
          </a:p>
        </p:txBody>
      </p:sp>
      <p:sp>
        <p:nvSpPr>
          <p:cNvPr id="3" name="Picture Placeholder 8">
            <a:extLst>
              <a:ext uri="{FF2B5EF4-FFF2-40B4-BE49-F238E27FC236}">
                <a16:creationId xmlns:a16="http://schemas.microsoft.com/office/drawing/2014/main" id="{96A70B9E-D366-36CB-4835-845ACD985BF4}"/>
              </a:ext>
            </a:extLst>
          </p:cNvPr>
          <p:cNvSpPr>
            <a:spLocks noGrp="1"/>
          </p:cNvSpPr>
          <p:nvPr>
            <p:ph type="pic" sz="quarter" idx="26"/>
          </p:nvPr>
        </p:nvSpPr>
        <p:spPr>
          <a:xfrm>
            <a:off x="5067300" y="922229"/>
            <a:ext cx="6477000" cy="4710475"/>
          </a:xfrm>
          <a:prstGeom prst="rect">
            <a:avLst/>
          </a:prstGeom>
        </p:spPr>
        <p:txBody>
          <a:bodyPr/>
          <a:lstStyle/>
          <a:p>
            <a:endParaRPr lang="en-US"/>
          </a:p>
        </p:txBody>
      </p:sp>
      <p:sp>
        <p:nvSpPr>
          <p:cNvPr id="4" name="Title 1">
            <a:extLst>
              <a:ext uri="{FF2B5EF4-FFF2-40B4-BE49-F238E27FC236}">
                <a16:creationId xmlns:a16="http://schemas.microsoft.com/office/drawing/2014/main" id="{C03930C0-6C91-A5B6-792F-04CF2D36D2D6}"/>
              </a:ext>
            </a:extLst>
          </p:cNvPr>
          <p:cNvSpPr>
            <a:spLocks noGrp="1"/>
          </p:cNvSpPr>
          <p:nvPr>
            <p:ph type="title" hasCustomPrompt="1"/>
          </p:nvPr>
        </p:nvSpPr>
        <p:spPr>
          <a:xfrm>
            <a:off x="633632" y="722842"/>
            <a:ext cx="3611880" cy="343957"/>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15DEBE63-B16C-3AD7-6270-ECA63D2CC6DA}"/>
              </a:ext>
            </a:extLst>
          </p:cNvPr>
          <p:cNvSpPr>
            <a:spLocks noGrp="1"/>
          </p:cNvSpPr>
          <p:nvPr>
            <p:ph type="body" sz="quarter" idx="28" hasCustomPrompt="1"/>
          </p:nvPr>
        </p:nvSpPr>
        <p:spPr>
          <a:xfrm>
            <a:off x="633632" y="419100"/>
            <a:ext cx="361188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73554035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Quote_Lar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30197" y="419100"/>
            <a:ext cx="3732914" cy="153888"/>
          </a:xfrm>
          <a:prstGeom prst="rect">
            <a:avLst/>
          </a:prstGeom>
        </p:spPr>
        <p:txBody>
          <a:bodyPr wrap="square">
            <a:spAutoFit/>
          </a:bodyPr>
          <a:lstStyle>
            <a:lvl1pPr>
              <a:lnSpc>
                <a:spcPct val="100000"/>
              </a:lnSpc>
              <a:spcBef>
                <a:spcPts val="0"/>
              </a:spcBef>
              <a:defRPr sz="1000" b="0" spc="300">
                <a:solidFill>
                  <a:srgbClr val="000000"/>
                </a:solidFill>
                <a:latin typeface="+mj-lt"/>
                <a:cs typeface="Calibri Light" panose="020F0302020204030204" pitchFamily="34" charset="0"/>
              </a:defRPr>
            </a:lvl1pPr>
            <a:lvl2pPr>
              <a:buNone/>
              <a:defRPr/>
            </a:lvl2pPr>
          </a:lstStyle>
          <a:p>
            <a:pPr lvl="0"/>
            <a:r>
              <a:rPr lang="en-US">
                <a:effectLst/>
              </a:rPr>
              <a:t>SECTION TITLE</a:t>
            </a:r>
            <a:endParaRPr lang="en-US"/>
          </a:p>
        </p:txBody>
      </p:sp>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248900" cy="1846659"/>
          </a:xfrm>
          <a:prstGeom prst="rect">
            <a:avLst/>
          </a:prstGeom>
        </p:spPr>
        <p:txBody>
          <a:bodyPr wrap="square">
            <a:spAutoFit/>
          </a:bodyPr>
          <a:lstStyle>
            <a:lvl1pPr>
              <a:defRPr sz="6000" b="1" i="0">
                <a:solidFill>
                  <a:schemeClr val="tx1"/>
                </a:solidFill>
                <a:latin typeface="Calibri" panose="020F0502020204030204" pitchFamily="34" charset="0"/>
                <a:cs typeface="Calibri" panose="020F05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tx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a:t>“</a:t>
            </a:r>
          </a:p>
        </p:txBody>
      </p:sp>
      <p:sp>
        <p:nvSpPr>
          <p:cNvPr id="3" name="TextBox 2">
            <a:extLst>
              <a:ext uri="{FF2B5EF4-FFF2-40B4-BE49-F238E27FC236}">
                <a16:creationId xmlns:a16="http://schemas.microsoft.com/office/drawing/2014/main" id="{F84199F3-8BE2-BBEA-427A-5AD0BBF888B3}"/>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7" name="Text Placeholder 3">
            <a:extLst>
              <a:ext uri="{FF2B5EF4-FFF2-40B4-BE49-F238E27FC236}">
                <a16:creationId xmlns:a16="http://schemas.microsoft.com/office/drawing/2014/main" id="{6BDB76AC-B244-C159-B205-D8B830CCA43A}"/>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‹nº›</a:t>
            </a:fld>
            <a:endParaRPr lang="en-US" sz="1000">
              <a:solidFill>
                <a:schemeClr val="tx1"/>
              </a:solidFill>
            </a:endParaRPr>
          </a:p>
        </p:txBody>
      </p:sp>
    </p:spTree>
    <p:extLst>
      <p:ext uri="{BB962C8B-B14F-4D97-AF65-F5344CB8AC3E}">
        <p14:creationId xmlns:p14="http://schemas.microsoft.com/office/powerpoint/2010/main" val="302092128"/>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Our_People_1_Person">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3" name="Text Placeholder 4">
            <a:extLst>
              <a:ext uri="{FF2B5EF4-FFF2-40B4-BE49-F238E27FC236}">
                <a16:creationId xmlns:a16="http://schemas.microsoft.com/office/drawing/2014/main" id="{BD3CE1C1-8D34-F5FB-A65B-3074985EA78D}"/>
              </a:ext>
            </a:extLst>
          </p:cNvPr>
          <p:cNvSpPr>
            <a:spLocks noGrp="1"/>
          </p:cNvSpPr>
          <p:nvPr>
            <p:ph type="body" sz="quarter" idx="11" hasCustomPrompt="1"/>
          </p:nvPr>
        </p:nvSpPr>
        <p:spPr>
          <a:xfrm>
            <a:off x="633632" y="419100"/>
            <a:ext cx="3467100" cy="153888"/>
          </a:xfrm>
          <a:prstGeom prst="rect">
            <a:avLst/>
          </a:prstGeom>
        </p:spPr>
        <p:txBody>
          <a:bodyPr wrap="square">
            <a:spAutoFit/>
          </a:bodyPr>
          <a:lstStyle>
            <a:lvl1pPr>
              <a:lnSpc>
                <a:spcPct val="100000"/>
              </a:lnSpc>
              <a:spcBef>
                <a:spcPts val="0"/>
              </a:spcBef>
              <a:defRPr sz="1000" b="0"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33632" y="948837"/>
            <a:ext cx="3467100" cy="1181285"/>
          </a:xfrm>
          <a:prstGeom prst="rect">
            <a:avLst/>
          </a:prstGeom>
        </p:spPr>
        <p:txBody>
          <a:bodyPr wrap="square">
            <a:spAutoFit/>
          </a:bodyPr>
          <a:lstStyle>
            <a:lvl1pPr>
              <a:lnSpc>
                <a:spcPts val="4600"/>
              </a:lnSpc>
              <a:spcBef>
                <a:spcPts val="0"/>
              </a:spcBef>
              <a:defRPr sz="44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a:t>
            </a:r>
          </a:p>
          <a:p>
            <a:pPr lvl="0"/>
            <a:r>
              <a:rPr lang="en-US" err="1">
                <a:effectLst/>
              </a:rPr>
              <a:t>Lastname</a:t>
            </a:r>
            <a:endParaRPr lang="en-US"/>
          </a:p>
        </p:txBody>
      </p:sp>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33632" y="2916936"/>
            <a:ext cx="4648200" cy="2548070"/>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33632" y="2406797"/>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2" name="Picture Placeholder 11">
            <a:extLst>
              <a:ext uri="{FF2B5EF4-FFF2-40B4-BE49-F238E27FC236}">
                <a16:creationId xmlns:a16="http://schemas.microsoft.com/office/drawing/2014/main" id="{113F3B94-3699-B384-69C0-18FFCB0A6F02}"/>
              </a:ext>
            </a:extLst>
          </p:cNvPr>
          <p:cNvSpPr>
            <a:spLocks noGrp="1"/>
          </p:cNvSpPr>
          <p:nvPr>
            <p:ph type="pic" sz="quarter" idx="27"/>
          </p:nvPr>
        </p:nvSpPr>
        <p:spPr>
          <a:xfrm>
            <a:off x="6092952" y="0"/>
            <a:ext cx="6099048" cy="6858000"/>
          </a:xfrm>
          <a:prstGeom prst="rect">
            <a:avLst/>
          </a:prstGeom>
        </p:spPr>
        <p:txBody>
          <a:bodyPr/>
          <a:lstStyle/>
          <a:p>
            <a:endParaRPr lang="en-US"/>
          </a:p>
        </p:txBody>
      </p:sp>
      <p:sp>
        <p:nvSpPr>
          <p:cNvPr id="2" name="TextBox 1">
            <a:extLst>
              <a:ext uri="{FF2B5EF4-FFF2-40B4-BE49-F238E27FC236}">
                <a16:creationId xmlns:a16="http://schemas.microsoft.com/office/drawing/2014/main" id="{ECF093B7-84AC-4D63-2502-6D71BFDF8DB8}"/>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FC4F95B6-7091-82B3-BCAB-D9319A03C7CC}"/>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‹nº›</a:t>
            </a:fld>
            <a:endParaRPr lang="en-US" sz="1000">
              <a:solidFill>
                <a:schemeClr val="tx1"/>
              </a:solidFill>
            </a:endParaRPr>
          </a:p>
        </p:txBody>
      </p:sp>
    </p:spTree>
    <p:extLst>
      <p:ext uri="{BB962C8B-B14F-4D97-AF65-F5344CB8AC3E}">
        <p14:creationId xmlns:p14="http://schemas.microsoft.com/office/powerpoint/2010/main" val="136139674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Our_People_1_Person_White">
    <p:bg>
      <p:bgPr>
        <a:solidFill>
          <a:schemeClr val="tx1"/>
        </a:solidFill>
        <a:effectLst/>
      </p:bgPr>
    </p:bg>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BD3CE1C1-8D34-F5FB-A65B-3074985EA78D}"/>
              </a:ext>
            </a:extLst>
          </p:cNvPr>
          <p:cNvSpPr>
            <a:spLocks noGrp="1"/>
          </p:cNvSpPr>
          <p:nvPr>
            <p:ph type="body" sz="quarter" idx="11" hasCustomPrompt="1"/>
          </p:nvPr>
        </p:nvSpPr>
        <p:spPr>
          <a:xfrm>
            <a:off x="633632" y="419100"/>
            <a:ext cx="3467100"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33632" y="2916936"/>
            <a:ext cx="4648200" cy="2548070"/>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Magna in </a:t>
            </a:r>
            <a:r>
              <a:rPr lang="en-US" err="1"/>
              <a:t>aliquam</a:t>
            </a:r>
            <a:r>
              <a:rPr lang="en-US"/>
              <a:t> </a:t>
            </a:r>
            <a:r>
              <a:rPr lang="en-US" err="1"/>
              <a:t>eget</a:t>
            </a:r>
            <a:r>
              <a:rPr lang="en-US"/>
              <a:t> </a:t>
            </a:r>
            <a:r>
              <a:rPr lang="en-US" err="1"/>
              <a:t>consectetur</a:t>
            </a:r>
            <a:r>
              <a:rPr lang="en-US"/>
              <a:t> </a:t>
            </a:r>
            <a:r>
              <a:rPr lang="en-US" err="1"/>
              <a:t>consequat</a:t>
            </a:r>
            <a:r>
              <a:rPr lang="en-US"/>
              <a:t>. </a:t>
            </a:r>
            <a:r>
              <a:rPr lang="en-US" err="1"/>
              <a:t>Tortor</a:t>
            </a:r>
            <a:r>
              <a:rPr lang="en-US"/>
              <a:t> </a:t>
            </a:r>
            <a:r>
              <a:rPr lang="en-US" err="1"/>
              <a:t>rutrum</a:t>
            </a:r>
            <a:r>
              <a:rPr lang="en-US"/>
              <a:t> </a:t>
            </a:r>
            <a:r>
              <a:rPr lang="en-US" err="1"/>
              <a:t>laoreet</a:t>
            </a:r>
            <a:r>
              <a:rPr lang="en-US"/>
              <a:t> </a:t>
            </a:r>
            <a:r>
              <a:rPr lang="en-US" err="1"/>
              <a:t>morbi</a:t>
            </a:r>
            <a:r>
              <a:rPr lang="en-US"/>
              <a:t> </a:t>
            </a:r>
            <a:r>
              <a:rPr lang="en-US" err="1"/>
              <a:t>pretium</a:t>
            </a:r>
            <a:r>
              <a:rPr lang="en-US"/>
              <a:t> </a:t>
            </a:r>
            <a:r>
              <a:rPr lang="en-US" err="1"/>
              <a:t>nunc</a:t>
            </a:r>
            <a:r>
              <a:rPr lang="en-US"/>
              <a:t>, </a:t>
            </a:r>
            <a:r>
              <a:rPr lang="en-US" err="1"/>
              <a:t>massa</a:t>
            </a:r>
            <a:r>
              <a:rPr lang="en-US"/>
              <a:t> </a:t>
            </a:r>
            <a:r>
              <a:rPr lang="en-US" err="1"/>
              <a:t>tortor</a:t>
            </a:r>
            <a:r>
              <a:rPr lang="en-US"/>
              <a:t> </a:t>
            </a:r>
            <a:r>
              <a:rPr lang="en-US" err="1"/>
              <a:t>consequat</a:t>
            </a:r>
            <a:r>
              <a:rPr lang="en-US"/>
              <a:t> </a:t>
            </a:r>
            <a:r>
              <a:rPr lang="en-US" err="1"/>
              <a:t>urna</a:t>
            </a:r>
            <a:r>
              <a:rPr lang="en-US"/>
              <a:t>. </a:t>
            </a:r>
            <a:r>
              <a:rPr lang="en-US" err="1"/>
              <a:t>Risus</a:t>
            </a:r>
            <a:r>
              <a:rPr lang="en-US"/>
              <a:t> </a:t>
            </a:r>
            <a:r>
              <a:rPr lang="en-US" err="1"/>
              <a:t>etiam</a:t>
            </a:r>
            <a:r>
              <a:rPr lang="en-US"/>
              <a:t> </a:t>
            </a:r>
            <a:r>
              <a:rPr lang="en-US" err="1"/>
              <a:t>purus</a:t>
            </a:r>
            <a:r>
              <a:rPr lang="en-US"/>
              <a:t> </a:t>
            </a:r>
            <a:r>
              <a:rPr lang="en-US" err="1"/>
              <a:t>mauris</a:t>
            </a:r>
            <a:r>
              <a:rPr lang="en-US"/>
              <a:t> </a:t>
            </a:r>
            <a:r>
              <a:rPr lang="en-US" err="1"/>
              <a:t>donec</a:t>
            </a:r>
            <a:r>
              <a:rPr lang="en-US"/>
              <a:t>. </a:t>
            </a:r>
            <a:r>
              <a:rPr lang="en-US" err="1"/>
              <a:t>Netus</a:t>
            </a:r>
            <a:r>
              <a:rPr lang="en-US"/>
              <a:t> diam </a:t>
            </a:r>
            <a:r>
              <a:rPr lang="en-US" err="1"/>
              <a:t>massa</a:t>
            </a:r>
            <a:r>
              <a:rPr lang="en-US"/>
              <a:t> </a:t>
            </a:r>
            <a:r>
              <a:rPr lang="en-US" err="1"/>
              <a:t>ullamcorper</a:t>
            </a:r>
            <a:r>
              <a:rPr lang="en-US"/>
              <a:t> </a:t>
            </a:r>
            <a:r>
              <a:rPr lang="en-US" err="1"/>
              <a:t>proin</a:t>
            </a:r>
            <a:r>
              <a:rPr lang="en-US"/>
              <a:t> fermentum </a:t>
            </a:r>
            <a:r>
              <a:rPr lang="en-US" err="1"/>
              <a:t>egestas</a:t>
            </a:r>
            <a:r>
              <a:rPr lang="en-US"/>
              <a:t> et </a:t>
            </a:r>
            <a:r>
              <a:rPr lang="en-US" err="1"/>
              <a:t>quis</a:t>
            </a:r>
            <a:r>
              <a:rPr lang="en-US"/>
              <a:t>. </a:t>
            </a:r>
          </a:p>
        </p:txBody>
      </p:sp>
      <p:sp>
        <p:nvSpPr>
          <p:cNvPr id="12" name="Picture Placeholder 11">
            <a:extLst>
              <a:ext uri="{FF2B5EF4-FFF2-40B4-BE49-F238E27FC236}">
                <a16:creationId xmlns:a16="http://schemas.microsoft.com/office/drawing/2014/main" id="{113F3B94-3699-B384-69C0-18FFCB0A6F02}"/>
              </a:ext>
            </a:extLst>
          </p:cNvPr>
          <p:cNvSpPr>
            <a:spLocks noGrp="1"/>
          </p:cNvSpPr>
          <p:nvPr>
            <p:ph type="pic" sz="quarter" idx="27"/>
          </p:nvPr>
        </p:nvSpPr>
        <p:spPr>
          <a:xfrm>
            <a:off x="6092952" y="0"/>
            <a:ext cx="6099048" cy="6858000"/>
          </a:xfrm>
          <a:prstGeom prst="rect">
            <a:avLst/>
          </a:prstGeom>
        </p:spPr>
        <p:txBody>
          <a:bodyPr/>
          <a:lstStyle/>
          <a:p>
            <a:endParaRPr lang="en-US"/>
          </a:p>
        </p:txBody>
      </p:sp>
      <p:sp>
        <p:nvSpPr>
          <p:cNvPr id="2" name="Text Placeholder 4">
            <a:extLst>
              <a:ext uri="{FF2B5EF4-FFF2-40B4-BE49-F238E27FC236}">
                <a16:creationId xmlns:a16="http://schemas.microsoft.com/office/drawing/2014/main" id="{4F33CF80-FFEB-A0A3-96C3-70C36A76E510}"/>
              </a:ext>
            </a:extLst>
          </p:cNvPr>
          <p:cNvSpPr>
            <a:spLocks noGrp="1"/>
          </p:cNvSpPr>
          <p:nvPr>
            <p:ph type="body" sz="quarter" idx="25" hasCustomPrompt="1"/>
          </p:nvPr>
        </p:nvSpPr>
        <p:spPr>
          <a:xfrm>
            <a:off x="633632" y="948837"/>
            <a:ext cx="3467100" cy="1181285"/>
          </a:xfrm>
          <a:prstGeom prst="rect">
            <a:avLst/>
          </a:prstGeom>
        </p:spPr>
        <p:txBody>
          <a:bodyPr wrap="square">
            <a:spAutoFit/>
          </a:bodyPr>
          <a:lstStyle>
            <a:lvl1pPr>
              <a:lnSpc>
                <a:spcPts val="4600"/>
              </a:lnSpc>
              <a:spcBef>
                <a:spcPts val="0"/>
              </a:spcBef>
              <a:defRPr sz="4400" b="0" i="0" spc="0">
                <a:gradFill>
                  <a:gsLst>
                    <a:gs pos="0">
                      <a:srgbClr val="00F6FF"/>
                    </a:gs>
                    <a:gs pos="57000">
                      <a:srgbClr val="00FFF0"/>
                    </a:gs>
                    <a:gs pos="100000">
                      <a:srgbClr val="B896FF"/>
                    </a:gs>
                  </a:gsLst>
                  <a:lin ang="3600000" scaled="0"/>
                </a:gradFill>
                <a:latin typeface="Calibri" panose="020F0502020204030204" pitchFamily="34" charset="0"/>
                <a:cs typeface="Calibri" panose="020F0502020204030204" pitchFamily="34" charset="0"/>
              </a:defRPr>
            </a:lvl1pPr>
            <a:lvl2pPr>
              <a:buNone/>
              <a:defRPr/>
            </a:lvl2pPr>
          </a:lstStyle>
          <a:p>
            <a:pPr lvl="0"/>
            <a:r>
              <a:rPr lang="en-US">
                <a:effectLst/>
              </a:rPr>
              <a:t>Name</a:t>
            </a:r>
          </a:p>
          <a:p>
            <a:pPr lvl="0"/>
            <a:r>
              <a:rPr lang="en-US" err="1">
                <a:effectLst/>
              </a:rPr>
              <a:t>Lastname</a:t>
            </a:r>
            <a:endParaRPr lang="en-US"/>
          </a:p>
        </p:txBody>
      </p:sp>
      <p:sp>
        <p:nvSpPr>
          <p:cNvPr id="4" name="Text Placeholder 4">
            <a:extLst>
              <a:ext uri="{FF2B5EF4-FFF2-40B4-BE49-F238E27FC236}">
                <a16:creationId xmlns:a16="http://schemas.microsoft.com/office/drawing/2014/main" id="{3A8993B1-0A80-3A00-9ABA-D943C84F9489}"/>
              </a:ext>
            </a:extLst>
          </p:cNvPr>
          <p:cNvSpPr>
            <a:spLocks noGrp="1"/>
          </p:cNvSpPr>
          <p:nvPr>
            <p:ph type="body" sz="quarter" idx="26" hasCustomPrompt="1"/>
          </p:nvPr>
        </p:nvSpPr>
        <p:spPr>
          <a:xfrm>
            <a:off x="633632" y="2406797"/>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pic>
        <p:nvPicPr>
          <p:cNvPr id="6" name="Picture 5">
            <a:extLst>
              <a:ext uri="{FF2B5EF4-FFF2-40B4-BE49-F238E27FC236}">
                <a16:creationId xmlns:a16="http://schemas.microsoft.com/office/drawing/2014/main" id="{B4EB0807-0658-010A-4800-47A758C6FB1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5" name="TextBox 4">
            <a:extLst>
              <a:ext uri="{FF2B5EF4-FFF2-40B4-BE49-F238E27FC236}">
                <a16:creationId xmlns:a16="http://schemas.microsoft.com/office/drawing/2014/main" id="{88BD8A55-0F08-8A7E-D808-C2A3A3FF7E91}"/>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82F63EE3-B677-73F5-4D60-6EEFC0FE2006}"/>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‹nº›</a:t>
            </a:fld>
            <a:endParaRPr lang="en-US" sz="1000">
              <a:solidFill>
                <a:schemeClr val="bg1"/>
              </a:solidFill>
            </a:endParaRPr>
          </a:p>
        </p:txBody>
      </p:sp>
    </p:spTree>
    <p:extLst>
      <p:ext uri="{BB962C8B-B14F-4D97-AF65-F5344CB8AC3E}">
        <p14:creationId xmlns:p14="http://schemas.microsoft.com/office/powerpoint/2010/main" val="67985727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Our_People_2_Peopl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47700" y="3881872"/>
            <a:ext cx="3467100" cy="564322"/>
          </a:xfrm>
          <a:prstGeom prst="rect">
            <a:avLst/>
          </a:prstGeom>
        </p:spPr>
        <p:txBody>
          <a:bodyPr wrap="square">
            <a:spAutoFit/>
          </a:bodyPr>
          <a:lstStyle>
            <a:lvl1pPr>
              <a:lnSpc>
                <a:spcPts val="4600"/>
              </a:lnSpc>
              <a:spcBef>
                <a:spcPts val="0"/>
              </a:spcBef>
              <a:defRPr sz="36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47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47700" y="45337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0" y="0"/>
            <a:ext cx="6099048" cy="3657600"/>
          </a:xfrm>
          <a:prstGeom prst="rect">
            <a:avLst/>
          </a:prstGeom>
        </p:spPr>
        <p:txBody>
          <a:bodyPr/>
          <a:lstStyle/>
          <a:p>
            <a:endParaRPr lang="en-US"/>
          </a:p>
        </p:txBody>
      </p:sp>
      <p:sp>
        <p:nvSpPr>
          <p:cNvPr id="4" name="Text Placeholder 4">
            <a:extLst>
              <a:ext uri="{FF2B5EF4-FFF2-40B4-BE49-F238E27FC236}">
                <a16:creationId xmlns:a16="http://schemas.microsoft.com/office/drawing/2014/main" id="{0C498510-4A43-03CD-36C1-2A8353B4C50E}"/>
              </a:ext>
            </a:extLst>
          </p:cNvPr>
          <p:cNvSpPr>
            <a:spLocks noGrp="1"/>
          </p:cNvSpPr>
          <p:nvPr>
            <p:ph type="body" sz="quarter" idx="29" hasCustomPrompt="1"/>
          </p:nvPr>
        </p:nvSpPr>
        <p:spPr>
          <a:xfrm>
            <a:off x="6743700" y="3881872"/>
            <a:ext cx="3467100" cy="564322"/>
          </a:xfrm>
          <a:prstGeom prst="rect">
            <a:avLst/>
          </a:prstGeom>
        </p:spPr>
        <p:txBody>
          <a:bodyPr wrap="square">
            <a:spAutoFit/>
          </a:bodyPr>
          <a:lstStyle>
            <a:lvl1pPr>
              <a:lnSpc>
                <a:spcPts val="4600"/>
              </a:lnSpc>
              <a:spcBef>
                <a:spcPts val="0"/>
              </a:spcBef>
              <a:defRPr sz="36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6" name="Text Placeholder 4">
            <a:extLst>
              <a:ext uri="{FF2B5EF4-FFF2-40B4-BE49-F238E27FC236}">
                <a16:creationId xmlns:a16="http://schemas.microsoft.com/office/drawing/2014/main" id="{BA836C28-DF9E-9EF6-F137-8474B6C0845A}"/>
              </a:ext>
            </a:extLst>
          </p:cNvPr>
          <p:cNvSpPr>
            <a:spLocks noGrp="1"/>
          </p:cNvSpPr>
          <p:nvPr>
            <p:ph type="body" sz="quarter" idx="30" hasCustomPrompt="1"/>
          </p:nvPr>
        </p:nvSpPr>
        <p:spPr>
          <a:xfrm>
            <a:off x="6743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9" name="Text Placeholder 4">
            <a:extLst>
              <a:ext uri="{FF2B5EF4-FFF2-40B4-BE49-F238E27FC236}">
                <a16:creationId xmlns:a16="http://schemas.microsoft.com/office/drawing/2014/main" id="{FA7FE39D-9B2F-3A82-4481-DEBB420622E7}"/>
              </a:ext>
            </a:extLst>
          </p:cNvPr>
          <p:cNvSpPr>
            <a:spLocks noGrp="1"/>
          </p:cNvSpPr>
          <p:nvPr>
            <p:ph type="body" sz="quarter" idx="31" hasCustomPrompt="1"/>
          </p:nvPr>
        </p:nvSpPr>
        <p:spPr>
          <a:xfrm>
            <a:off x="6743700" y="45337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1" name="Picture Placeholder 11">
            <a:extLst>
              <a:ext uri="{FF2B5EF4-FFF2-40B4-BE49-F238E27FC236}">
                <a16:creationId xmlns:a16="http://schemas.microsoft.com/office/drawing/2014/main" id="{8A42E0B9-1EB1-1EAF-142C-C1A8686CF7F0}"/>
              </a:ext>
            </a:extLst>
          </p:cNvPr>
          <p:cNvSpPr>
            <a:spLocks noGrp="1"/>
          </p:cNvSpPr>
          <p:nvPr>
            <p:ph type="pic" sz="quarter" idx="32"/>
          </p:nvPr>
        </p:nvSpPr>
        <p:spPr>
          <a:xfrm>
            <a:off x="6096000" y="0"/>
            <a:ext cx="6099048" cy="3657600"/>
          </a:xfrm>
          <a:prstGeom prst="rect">
            <a:avLst/>
          </a:prstGeom>
        </p:spPr>
        <p:txBody>
          <a:bodyPr/>
          <a:lstStyle/>
          <a:p>
            <a:endParaRPr lang="en-US"/>
          </a:p>
        </p:txBody>
      </p:sp>
      <p:sp>
        <p:nvSpPr>
          <p:cNvPr id="3" name="TextBox 2">
            <a:extLst>
              <a:ext uri="{FF2B5EF4-FFF2-40B4-BE49-F238E27FC236}">
                <a16:creationId xmlns:a16="http://schemas.microsoft.com/office/drawing/2014/main" id="{6999B77B-934C-404B-9904-C2D7E70C8905}"/>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2" name="Text Placeholder 3">
            <a:extLst>
              <a:ext uri="{FF2B5EF4-FFF2-40B4-BE49-F238E27FC236}">
                <a16:creationId xmlns:a16="http://schemas.microsoft.com/office/drawing/2014/main" id="{81BBAC43-9697-89D1-1C2F-02929E0454D3}"/>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‹nº›</a:t>
            </a:fld>
            <a:endParaRPr lang="en-US" sz="1000">
              <a:solidFill>
                <a:schemeClr val="tx1"/>
              </a:solidFill>
            </a:endParaRPr>
          </a:p>
        </p:txBody>
      </p:sp>
    </p:spTree>
    <p:extLst>
      <p:ext uri="{BB962C8B-B14F-4D97-AF65-F5344CB8AC3E}">
        <p14:creationId xmlns:p14="http://schemas.microsoft.com/office/powerpoint/2010/main" val="1399754844"/>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Our_People_2_People_White">
    <p:bg>
      <p:bgPr>
        <a:solidFill>
          <a:schemeClr val="tx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10CE64FB-25EE-A414-B066-FC99784E85DB}"/>
              </a:ext>
            </a:extLst>
          </p:cNvPr>
          <p:cNvSpPr>
            <a:spLocks noGrp="1"/>
          </p:cNvSpPr>
          <p:nvPr>
            <p:ph type="body" sz="quarter" idx="16" hasCustomPrompt="1"/>
          </p:nvPr>
        </p:nvSpPr>
        <p:spPr>
          <a:xfrm>
            <a:off x="647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0" y="0"/>
            <a:ext cx="6099048" cy="3657600"/>
          </a:xfrm>
          <a:prstGeom prst="rect">
            <a:avLst/>
          </a:prstGeom>
        </p:spPr>
        <p:txBody>
          <a:bodyPr/>
          <a:lstStyle/>
          <a:p>
            <a:endParaRPr lang="en-US"/>
          </a:p>
        </p:txBody>
      </p:sp>
      <p:sp>
        <p:nvSpPr>
          <p:cNvPr id="6" name="Text Placeholder 4">
            <a:extLst>
              <a:ext uri="{FF2B5EF4-FFF2-40B4-BE49-F238E27FC236}">
                <a16:creationId xmlns:a16="http://schemas.microsoft.com/office/drawing/2014/main" id="{BA836C28-DF9E-9EF6-F137-8474B6C0845A}"/>
              </a:ext>
            </a:extLst>
          </p:cNvPr>
          <p:cNvSpPr>
            <a:spLocks noGrp="1"/>
          </p:cNvSpPr>
          <p:nvPr>
            <p:ph type="body" sz="quarter" idx="30" hasCustomPrompt="1"/>
          </p:nvPr>
        </p:nvSpPr>
        <p:spPr>
          <a:xfrm>
            <a:off x="6743700" y="4890116"/>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a:t>
            </a:r>
          </a:p>
        </p:txBody>
      </p:sp>
      <p:sp>
        <p:nvSpPr>
          <p:cNvPr id="11" name="Picture Placeholder 11">
            <a:extLst>
              <a:ext uri="{FF2B5EF4-FFF2-40B4-BE49-F238E27FC236}">
                <a16:creationId xmlns:a16="http://schemas.microsoft.com/office/drawing/2014/main" id="{8A42E0B9-1EB1-1EAF-142C-C1A8686CF7F0}"/>
              </a:ext>
            </a:extLst>
          </p:cNvPr>
          <p:cNvSpPr>
            <a:spLocks noGrp="1"/>
          </p:cNvSpPr>
          <p:nvPr>
            <p:ph type="pic" sz="quarter" idx="32"/>
          </p:nvPr>
        </p:nvSpPr>
        <p:spPr>
          <a:xfrm>
            <a:off x="6096000" y="0"/>
            <a:ext cx="6099048" cy="36576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65AE9A1E-2209-0966-CD00-6DBDADBB1957}"/>
              </a:ext>
            </a:extLst>
          </p:cNvPr>
          <p:cNvSpPr>
            <a:spLocks noGrp="1"/>
          </p:cNvSpPr>
          <p:nvPr>
            <p:ph type="body" sz="quarter" idx="25" hasCustomPrompt="1"/>
          </p:nvPr>
        </p:nvSpPr>
        <p:spPr>
          <a:xfrm>
            <a:off x="647700" y="3869172"/>
            <a:ext cx="3467100" cy="564322"/>
          </a:xfrm>
          <a:prstGeom prst="rect">
            <a:avLst/>
          </a:prstGeom>
        </p:spPr>
        <p:txBody>
          <a:bodyPr wrap="square">
            <a:spAutoFit/>
          </a:bodyPr>
          <a:lstStyle>
            <a:lvl1pPr>
              <a:lnSpc>
                <a:spcPts val="4600"/>
              </a:lnSpc>
              <a:spcBef>
                <a:spcPts val="0"/>
              </a:spcBef>
              <a:defRPr sz="3600" b="0" i="0" spc="0">
                <a:gradFill>
                  <a:gsLst>
                    <a:gs pos="0">
                      <a:srgbClr val="00F6FF"/>
                    </a:gs>
                    <a:gs pos="64000">
                      <a:srgbClr val="00FFF0"/>
                    </a:gs>
                    <a:gs pos="98000">
                      <a:srgbClr val="B896FF"/>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2" name="Text Placeholder 4">
            <a:extLst>
              <a:ext uri="{FF2B5EF4-FFF2-40B4-BE49-F238E27FC236}">
                <a16:creationId xmlns:a16="http://schemas.microsoft.com/office/drawing/2014/main" id="{970C6AC1-AA2F-89B9-2D44-315F60323832}"/>
              </a:ext>
            </a:extLst>
          </p:cNvPr>
          <p:cNvSpPr>
            <a:spLocks noGrp="1"/>
          </p:cNvSpPr>
          <p:nvPr>
            <p:ph type="body" sz="quarter" idx="26" hasCustomPrompt="1"/>
          </p:nvPr>
        </p:nvSpPr>
        <p:spPr>
          <a:xfrm>
            <a:off x="647700" y="45210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13" name="Text Placeholder 4">
            <a:extLst>
              <a:ext uri="{FF2B5EF4-FFF2-40B4-BE49-F238E27FC236}">
                <a16:creationId xmlns:a16="http://schemas.microsoft.com/office/drawing/2014/main" id="{129FB170-8BDC-CF05-AC75-D03AEB22285B}"/>
              </a:ext>
            </a:extLst>
          </p:cNvPr>
          <p:cNvSpPr>
            <a:spLocks noGrp="1"/>
          </p:cNvSpPr>
          <p:nvPr>
            <p:ph type="body" sz="quarter" idx="29" hasCustomPrompt="1"/>
          </p:nvPr>
        </p:nvSpPr>
        <p:spPr>
          <a:xfrm>
            <a:off x="6743700" y="3869172"/>
            <a:ext cx="3467100" cy="564322"/>
          </a:xfrm>
          <a:prstGeom prst="rect">
            <a:avLst/>
          </a:prstGeom>
        </p:spPr>
        <p:txBody>
          <a:bodyPr wrap="square">
            <a:spAutoFit/>
          </a:bodyPr>
          <a:lstStyle>
            <a:lvl1pPr>
              <a:lnSpc>
                <a:spcPts val="4600"/>
              </a:lnSpc>
              <a:spcBef>
                <a:spcPts val="0"/>
              </a:spcBef>
              <a:defRPr sz="3600" b="0" i="0" spc="0">
                <a:gradFill>
                  <a:gsLst>
                    <a:gs pos="0">
                      <a:srgbClr val="00F6FF"/>
                    </a:gs>
                    <a:gs pos="64000">
                      <a:srgbClr val="00FFF0"/>
                    </a:gs>
                    <a:gs pos="98000">
                      <a:srgbClr val="B896FF"/>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4" name="Text Placeholder 4">
            <a:extLst>
              <a:ext uri="{FF2B5EF4-FFF2-40B4-BE49-F238E27FC236}">
                <a16:creationId xmlns:a16="http://schemas.microsoft.com/office/drawing/2014/main" id="{BA3F46C9-B563-1ABE-3DDB-DDB91319FFB6}"/>
              </a:ext>
            </a:extLst>
          </p:cNvPr>
          <p:cNvSpPr>
            <a:spLocks noGrp="1"/>
          </p:cNvSpPr>
          <p:nvPr>
            <p:ph type="body" sz="quarter" idx="31" hasCustomPrompt="1"/>
          </p:nvPr>
        </p:nvSpPr>
        <p:spPr>
          <a:xfrm>
            <a:off x="6743700" y="4521015"/>
            <a:ext cx="46482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pic>
        <p:nvPicPr>
          <p:cNvPr id="4" name="Picture 3">
            <a:extLst>
              <a:ext uri="{FF2B5EF4-FFF2-40B4-BE49-F238E27FC236}">
                <a16:creationId xmlns:a16="http://schemas.microsoft.com/office/drawing/2014/main" id="{AC903792-0661-4AB0-55E4-3A640B87EDF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5" name="TextBox 4">
            <a:extLst>
              <a:ext uri="{FF2B5EF4-FFF2-40B4-BE49-F238E27FC236}">
                <a16:creationId xmlns:a16="http://schemas.microsoft.com/office/drawing/2014/main" id="{4F8702D3-DFB2-CABB-A601-21371216F8D5}"/>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5878B45B-DA79-15A1-EC93-AADC579ADA4C}"/>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‹nº›</a:t>
            </a:fld>
            <a:endParaRPr lang="en-US" sz="1000">
              <a:solidFill>
                <a:schemeClr val="bg1"/>
              </a:solidFill>
            </a:endParaRPr>
          </a:p>
        </p:txBody>
      </p:sp>
    </p:spTree>
    <p:extLst>
      <p:ext uri="{BB962C8B-B14F-4D97-AF65-F5344CB8AC3E}">
        <p14:creationId xmlns:p14="http://schemas.microsoft.com/office/powerpoint/2010/main" val="60327733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Our_People_3_Peopl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47700" y="2916672"/>
            <a:ext cx="3467100" cy="537198"/>
          </a:xfrm>
          <a:prstGeom prst="rect">
            <a:avLst/>
          </a:prstGeom>
        </p:spPr>
        <p:txBody>
          <a:bodyPr wrap="square">
            <a:spAutoFit/>
          </a:bodyPr>
          <a:lstStyle>
            <a:lvl1pPr>
              <a:lnSpc>
                <a:spcPts val="4600"/>
              </a:lnSpc>
              <a:spcBef>
                <a:spcPts val="0"/>
              </a:spcBef>
              <a:defRPr sz="28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477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47700" y="795020"/>
            <a:ext cx="1866900" cy="19812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477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4" name="Text Placeholder 4">
            <a:extLst>
              <a:ext uri="{FF2B5EF4-FFF2-40B4-BE49-F238E27FC236}">
                <a16:creationId xmlns:a16="http://schemas.microsoft.com/office/drawing/2014/main" id="{0CF16E01-7092-EE1E-8080-DCF72DAA2405}"/>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8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5" name="Text Placeholder 4">
            <a:extLst>
              <a:ext uri="{FF2B5EF4-FFF2-40B4-BE49-F238E27FC236}">
                <a16:creationId xmlns:a16="http://schemas.microsoft.com/office/drawing/2014/main" id="{3CA67D79-120D-160C-DD3C-77D27D493F36}"/>
              </a:ext>
            </a:extLst>
          </p:cNvPr>
          <p:cNvSpPr>
            <a:spLocks noGrp="1"/>
          </p:cNvSpPr>
          <p:nvPr>
            <p:ph type="body" sz="quarter" idx="30" hasCustomPrompt="1"/>
          </p:nvPr>
        </p:nvSpPr>
        <p:spPr>
          <a:xfrm>
            <a:off x="43942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endParaRPr lang="en-US"/>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8" name="Text Placeholder 4">
            <a:extLst>
              <a:ext uri="{FF2B5EF4-FFF2-40B4-BE49-F238E27FC236}">
                <a16:creationId xmlns:a16="http://schemas.microsoft.com/office/drawing/2014/main" id="{4B3BDFDF-6AC9-EF9C-D008-AB293FA5AAC3}"/>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800" b="0" i="0" spc="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9" name="Text Placeholder 4">
            <a:extLst>
              <a:ext uri="{FF2B5EF4-FFF2-40B4-BE49-F238E27FC236}">
                <a16:creationId xmlns:a16="http://schemas.microsoft.com/office/drawing/2014/main" id="{AF6F850E-875C-CE1C-C696-B9119881C140}"/>
              </a:ext>
            </a:extLst>
          </p:cNvPr>
          <p:cNvSpPr>
            <a:spLocks noGrp="1"/>
          </p:cNvSpPr>
          <p:nvPr>
            <p:ph type="body" sz="quarter" idx="34" hasCustomPrompt="1"/>
          </p:nvPr>
        </p:nvSpPr>
        <p:spPr>
          <a:xfrm>
            <a:off x="81280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tx1"/>
                </a:solidFill>
                <a:latin typeface="Calibri" panose="020F0502020204030204" pitchFamily="34" charset="0"/>
                <a:cs typeface="Calibri" panose="020F0502020204030204" pitchFamily="34" charset="0"/>
              </a:defRPr>
            </a:lvl1pPr>
          </a:lstStyle>
          <a:p>
            <a:r>
              <a:rPr lang="en-US"/>
              <a:t>Title</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endParaRPr lang="en-US"/>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tx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22" name="Text Placeholder 4">
            <a:extLst>
              <a:ext uri="{FF2B5EF4-FFF2-40B4-BE49-F238E27FC236}">
                <a16:creationId xmlns:a16="http://schemas.microsoft.com/office/drawing/2014/main" id="{31ABE214-CBB4-3A34-095A-0370A5C4AFE6}"/>
              </a:ext>
            </a:extLst>
          </p:cNvPr>
          <p:cNvSpPr>
            <a:spLocks noGrp="1"/>
          </p:cNvSpPr>
          <p:nvPr>
            <p:ph type="body" sz="quarter" idx="11" hasCustomPrompt="1"/>
          </p:nvPr>
        </p:nvSpPr>
        <p:spPr>
          <a:xfrm>
            <a:off x="647700" y="419100"/>
            <a:ext cx="3467100" cy="153888"/>
          </a:xfrm>
          <a:prstGeom prst="rect">
            <a:avLst/>
          </a:prstGeom>
        </p:spPr>
        <p:txBody>
          <a:bodyPr wrap="square">
            <a:spAutoFit/>
          </a:bodyPr>
          <a:lstStyle>
            <a:lvl1pPr>
              <a:lnSpc>
                <a:spcPct val="100000"/>
              </a:lnSpc>
              <a:spcBef>
                <a:spcPts val="0"/>
              </a:spcBef>
              <a:defRPr sz="1000" b="0" i="0" spc="300">
                <a:solidFill>
                  <a:schemeClr val="tx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sp>
        <p:nvSpPr>
          <p:cNvPr id="4" name="TextBox 3">
            <a:extLst>
              <a:ext uri="{FF2B5EF4-FFF2-40B4-BE49-F238E27FC236}">
                <a16:creationId xmlns:a16="http://schemas.microsoft.com/office/drawing/2014/main" id="{41FF2075-AD33-0E1E-1658-146B3E4E2FCC}"/>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6" name="Text Placeholder 3">
            <a:extLst>
              <a:ext uri="{FF2B5EF4-FFF2-40B4-BE49-F238E27FC236}">
                <a16:creationId xmlns:a16="http://schemas.microsoft.com/office/drawing/2014/main" id="{B040519E-0144-D61F-8E0C-52A5A9F6F1D7}"/>
              </a:ext>
            </a:extLst>
          </p:cNvPr>
          <p:cNvSpPr txBox="1">
            <a:spLocks/>
          </p:cNvSpPr>
          <p:nvPr userDrawn="1"/>
        </p:nvSpPr>
        <p:spPr>
          <a:xfrm>
            <a:off x="11329041"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‹nº›</a:t>
            </a:fld>
            <a:endParaRPr lang="en-US" sz="1000">
              <a:solidFill>
                <a:schemeClr val="tx1"/>
              </a:solidFill>
            </a:endParaRPr>
          </a:p>
        </p:txBody>
      </p:sp>
    </p:spTree>
    <p:extLst>
      <p:ext uri="{BB962C8B-B14F-4D97-AF65-F5344CB8AC3E}">
        <p14:creationId xmlns:p14="http://schemas.microsoft.com/office/powerpoint/2010/main" val="2017856813"/>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Our_People_3_People_White">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740EAEC-268C-5162-974B-8A89C7C017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7" name="Text Placeholder 4">
            <a:extLst>
              <a:ext uri="{FF2B5EF4-FFF2-40B4-BE49-F238E27FC236}">
                <a16:creationId xmlns:a16="http://schemas.microsoft.com/office/drawing/2014/main" id="{97881F8F-A8EB-2813-47A6-219B2122F63E}"/>
              </a:ext>
            </a:extLst>
          </p:cNvPr>
          <p:cNvSpPr>
            <a:spLocks noGrp="1"/>
          </p:cNvSpPr>
          <p:nvPr>
            <p:ph type="body" sz="quarter" idx="25" hasCustomPrompt="1"/>
          </p:nvPr>
        </p:nvSpPr>
        <p:spPr>
          <a:xfrm>
            <a:off x="647700" y="2916672"/>
            <a:ext cx="3467100" cy="537198"/>
          </a:xfrm>
          <a:prstGeom prst="rect">
            <a:avLst/>
          </a:prstGeom>
        </p:spPr>
        <p:txBody>
          <a:bodyPr wrap="square">
            <a:spAutoFit/>
          </a:bodyPr>
          <a:lstStyle>
            <a:lvl1pPr>
              <a:lnSpc>
                <a:spcPts val="4600"/>
              </a:lnSpc>
              <a:spcBef>
                <a:spcPts val="0"/>
              </a:spcBef>
              <a:defRPr sz="2800" b="0" i="0" spc="0">
                <a:gradFill flip="none" rotWithShape="1">
                  <a:gsLst>
                    <a:gs pos="0">
                      <a:srgbClr val="00F6FF"/>
                    </a:gs>
                    <a:gs pos="70000">
                      <a:srgbClr val="00FFF0"/>
                    </a:gs>
                    <a:gs pos="99000">
                      <a:srgbClr val="B896FF"/>
                    </a:gs>
                  </a:gsLst>
                  <a:lin ang="0" scaled="1"/>
                  <a:tileRect/>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0" name="Text Placeholder 4">
            <a:extLst>
              <a:ext uri="{FF2B5EF4-FFF2-40B4-BE49-F238E27FC236}">
                <a16:creationId xmlns:a16="http://schemas.microsoft.com/office/drawing/2014/main" id="{52343B4A-3451-DAED-5CA3-845DCEF785DA}"/>
              </a:ext>
            </a:extLst>
          </p:cNvPr>
          <p:cNvSpPr>
            <a:spLocks noGrp="1"/>
          </p:cNvSpPr>
          <p:nvPr>
            <p:ph type="body" sz="quarter" idx="26" hasCustomPrompt="1"/>
          </p:nvPr>
        </p:nvSpPr>
        <p:spPr>
          <a:xfrm>
            <a:off x="6477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2" name="Picture Placeholder 11">
            <a:extLst>
              <a:ext uri="{FF2B5EF4-FFF2-40B4-BE49-F238E27FC236}">
                <a16:creationId xmlns:a16="http://schemas.microsoft.com/office/drawing/2014/main" id="{D059CF42-DE64-D215-F33D-AEF5AC07DB76}"/>
              </a:ext>
            </a:extLst>
          </p:cNvPr>
          <p:cNvSpPr>
            <a:spLocks noGrp="1"/>
          </p:cNvSpPr>
          <p:nvPr>
            <p:ph type="pic" sz="quarter" idx="28"/>
          </p:nvPr>
        </p:nvSpPr>
        <p:spPr>
          <a:xfrm>
            <a:off x="647700" y="795020"/>
            <a:ext cx="1866900" cy="1981200"/>
          </a:xfrm>
          <a:prstGeom prst="rect">
            <a:avLst/>
          </a:prstGeom>
        </p:spPr>
        <p:txBody>
          <a:bodyPr/>
          <a:lstStyle/>
          <a:p>
            <a:endParaRPr lang="en-US"/>
          </a:p>
        </p:txBody>
      </p:sp>
      <p:sp>
        <p:nvSpPr>
          <p:cNvPr id="3" name="Text Placeholder 4">
            <a:extLst>
              <a:ext uri="{FF2B5EF4-FFF2-40B4-BE49-F238E27FC236}">
                <a16:creationId xmlns:a16="http://schemas.microsoft.com/office/drawing/2014/main" id="{FC1C1359-8F08-C0F3-2D34-47EA322BD228}"/>
              </a:ext>
            </a:extLst>
          </p:cNvPr>
          <p:cNvSpPr>
            <a:spLocks noGrp="1"/>
          </p:cNvSpPr>
          <p:nvPr>
            <p:ph type="body" sz="quarter" idx="16" hasCustomPrompt="1"/>
          </p:nvPr>
        </p:nvSpPr>
        <p:spPr>
          <a:xfrm>
            <a:off x="6477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4" name="Text Placeholder 4">
            <a:extLst>
              <a:ext uri="{FF2B5EF4-FFF2-40B4-BE49-F238E27FC236}">
                <a16:creationId xmlns:a16="http://schemas.microsoft.com/office/drawing/2014/main" id="{0CF16E01-7092-EE1E-8080-DCF72DAA2405}"/>
              </a:ext>
            </a:extLst>
          </p:cNvPr>
          <p:cNvSpPr>
            <a:spLocks noGrp="1"/>
          </p:cNvSpPr>
          <p:nvPr>
            <p:ph type="body" sz="quarter" idx="29" hasCustomPrompt="1"/>
          </p:nvPr>
        </p:nvSpPr>
        <p:spPr>
          <a:xfrm>
            <a:off x="4394200" y="2916672"/>
            <a:ext cx="3467100" cy="537198"/>
          </a:xfrm>
          <a:prstGeom prst="rect">
            <a:avLst/>
          </a:prstGeom>
        </p:spPr>
        <p:txBody>
          <a:bodyPr wrap="square">
            <a:spAutoFit/>
          </a:bodyPr>
          <a:lstStyle>
            <a:lvl1pPr>
              <a:lnSpc>
                <a:spcPts val="4600"/>
              </a:lnSpc>
              <a:spcBef>
                <a:spcPts val="0"/>
              </a:spcBef>
              <a:defRPr sz="2800" b="0" i="0" spc="0">
                <a:gradFill>
                  <a:gsLst>
                    <a:gs pos="0">
                      <a:srgbClr val="00F6FF"/>
                    </a:gs>
                    <a:gs pos="70000">
                      <a:srgbClr val="00FFF0"/>
                    </a:gs>
                    <a:gs pos="99000">
                      <a:srgbClr val="B896FF"/>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5" name="Text Placeholder 4">
            <a:extLst>
              <a:ext uri="{FF2B5EF4-FFF2-40B4-BE49-F238E27FC236}">
                <a16:creationId xmlns:a16="http://schemas.microsoft.com/office/drawing/2014/main" id="{3CA67D79-120D-160C-DD3C-77D27D493F36}"/>
              </a:ext>
            </a:extLst>
          </p:cNvPr>
          <p:cNvSpPr>
            <a:spLocks noGrp="1"/>
          </p:cNvSpPr>
          <p:nvPr>
            <p:ph type="body" sz="quarter" idx="30" hasCustomPrompt="1"/>
          </p:nvPr>
        </p:nvSpPr>
        <p:spPr>
          <a:xfrm>
            <a:off x="43942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16" name="Picture Placeholder 11">
            <a:extLst>
              <a:ext uri="{FF2B5EF4-FFF2-40B4-BE49-F238E27FC236}">
                <a16:creationId xmlns:a16="http://schemas.microsoft.com/office/drawing/2014/main" id="{8BF8ECD0-B431-B638-27D5-32D70A5C2A1C}"/>
              </a:ext>
            </a:extLst>
          </p:cNvPr>
          <p:cNvSpPr>
            <a:spLocks noGrp="1"/>
          </p:cNvSpPr>
          <p:nvPr>
            <p:ph type="pic" sz="quarter" idx="31"/>
          </p:nvPr>
        </p:nvSpPr>
        <p:spPr>
          <a:xfrm>
            <a:off x="4394200" y="795020"/>
            <a:ext cx="1866900" cy="1981200"/>
          </a:xfrm>
          <a:prstGeom prst="rect">
            <a:avLst/>
          </a:prstGeom>
        </p:spPr>
        <p:txBody>
          <a:bodyPr/>
          <a:lstStyle/>
          <a:p>
            <a:endParaRPr lang="en-US"/>
          </a:p>
        </p:txBody>
      </p:sp>
      <p:sp>
        <p:nvSpPr>
          <p:cNvPr id="17" name="Text Placeholder 4">
            <a:extLst>
              <a:ext uri="{FF2B5EF4-FFF2-40B4-BE49-F238E27FC236}">
                <a16:creationId xmlns:a16="http://schemas.microsoft.com/office/drawing/2014/main" id="{66E89CDA-AA89-1D71-39FA-7994E05AE92F}"/>
              </a:ext>
            </a:extLst>
          </p:cNvPr>
          <p:cNvSpPr>
            <a:spLocks noGrp="1"/>
          </p:cNvSpPr>
          <p:nvPr>
            <p:ph type="body" sz="quarter" idx="32" hasCustomPrompt="1"/>
          </p:nvPr>
        </p:nvSpPr>
        <p:spPr>
          <a:xfrm>
            <a:off x="43942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8" name="Text Placeholder 4">
            <a:extLst>
              <a:ext uri="{FF2B5EF4-FFF2-40B4-BE49-F238E27FC236}">
                <a16:creationId xmlns:a16="http://schemas.microsoft.com/office/drawing/2014/main" id="{4B3BDFDF-6AC9-EF9C-D008-AB293FA5AAC3}"/>
              </a:ext>
            </a:extLst>
          </p:cNvPr>
          <p:cNvSpPr>
            <a:spLocks noGrp="1"/>
          </p:cNvSpPr>
          <p:nvPr>
            <p:ph type="body" sz="quarter" idx="33" hasCustomPrompt="1"/>
          </p:nvPr>
        </p:nvSpPr>
        <p:spPr>
          <a:xfrm>
            <a:off x="8128000" y="2916672"/>
            <a:ext cx="3467100" cy="537198"/>
          </a:xfrm>
          <a:prstGeom prst="rect">
            <a:avLst/>
          </a:prstGeom>
        </p:spPr>
        <p:txBody>
          <a:bodyPr wrap="square">
            <a:spAutoFit/>
          </a:bodyPr>
          <a:lstStyle>
            <a:lvl1pPr>
              <a:lnSpc>
                <a:spcPts val="4600"/>
              </a:lnSpc>
              <a:spcBef>
                <a:spcPts val="0"/>
              </a:spcBef>
              <a:defRPr sz="2800" b="0" i="0" spc="0">
                <a:gradFill>
                  <a:gsLst>
                    <a:gs pos="0">
                      <a:srgbClr val="00F6FF"/>
                    </a:gs>
                    <a:gs pos="70000">
                      <a:srgbClr val="00FFF0"/>
                    </a:gs>
                    <a:gs pos="99000">
                      <a:srgbClr val="B896FF"/>
                    </a:gs>
                  </a:gsLst>
                  <a:lin ang="0" scaled="0"/>
                </a:gradFill>
                <a:latin typeface="Calibri" panose="020F0502020204030204" pitchFamily="34" charset="0"/>
                <a:cs typeface="Calibri" panose="020F0502020204030204" pitchFamily="34" charset="0"/>
              </a:defRPr>
            </a:lvl1pPr>
            <a:lvl2pPr>
              <a:buNone/>
              <a:defRPr/>
            </a:lvl2pPr>
          </a:lstStyle>
          <a:p>
            <a:pPr lvl="0"/>
            <a:r>
              <a:rPr lang="en-US">
                <a:effectLst/>
              </a:rPr>
              <a:t>Name </a:t>
            </a:r>
            <a:r>
              <a:rPr lang="en-US" err="1">
                <a:effectLst/>
              </a:rPr>
              <a:t>Lastname</a:t>
            </a:r>
            <a:endParaRPr lang="en-US"/>
          </a:p>
        </p:txBody>
      </p:sp>
      <p:sp>
        <p:nvSpPr>
          <p:cNvPr id="19" name="Text Placeholder 4">
            <a:extLst>
              <a:ext uri="{FF2B5EF4-FFF2-40B4-BE49-F238E27FC236}">
                <a16:creationId xmlns:a16="http://schemas.microsoft.com/office/drawing/2014/main" id="{AF6F850E-875C-CE1C-C696-B9119881C140}"/>
              </a:ext>
            </a:extLst>
          </p:cNvPr>
          <p:cNvSpPr>
            <a:spLocks noGrp="1"/>
          </p:cNvSpPr>
          <p:nvPr>
            <p:ph type="body" sz="quarter" idx="34" hasCustomPrompt="1"/>
          </p:nvPr>
        </p:nvSpPr>
        <p:spPr>
          <a:xfrm>
            <a:off x="8128000" y="3568514"/>
            <a:ext cx="3467100" cy="215444"/>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Title</a:t>
            </a:r>
          </a:p>
        </p:txBody>
      </p:sp>
      <p:sp>
        <p:nvSpPr>
          <p:cNvPr id="20" name="Picture Placeholder 11">
            <a:extLst>
              <a:ext uri="{FF2B5EF4-FFF2-40B4-BE49-F238E27FC236}">
                <a16:creationId xmlns:a16="http://schemas.microsoft.com/office/drawing/2014/main" id="{EE0176D5-725E-3E5F-2AB8-0A9D56960DEE}"/>
              </a:ext>
            </a:extLst>
          </p:cNvPr>
          <p:cNvSpPr>
            <a:spLocks noGrp="1"/>
          </p:cNvSpPr>
          <p:nvPr>
            <p:ph type="pic" sz="quarter" idx="35"/>
          </p:nvPr>
        </p:nvSpPr>
        <p:spPr>
          <a:xfrm>
            <a:off x="8128000" y="795020"/>
            <a:ext cx="1866900" cy="1981200"/>
          </a:xfrm>
          <a:prstGeom prst="rect">
            <a:avLst/>
          </a:prstGeom>
        </p:spPr>
        <p:txBody>
          <a:bodyPr/>
          <a:lstStyle/>
          <a:p>
            <a:endParaRPr lang="en-US"/>
          </a:p>
        </p:txBody>
      </p:sp>
      <p:sp>
        <p:nvSpPr>
          <p:cNvPr id="21" name="Text Placeholder 4">
            <a:extLst>
              <a:ext uri="{FF2B5EF4-FFF2-40B4-BE49-F238E27FC236}">
                <a16:creationId xmlns:a16="http://schemas.microsoft.com/office/drawing/2014/main" id="{6A11A961-3944-A416-6D0E-F19285260E57}"/>
              </a:ext>
            </a:extLst>
          </p:cNvPr>
          <p:cNvSpPr>
            <a:spLocks noGrp="1"/>
          </p:cNvSpPr>
          <p:nvPr>
            <p:ph type="body" sz="quarter" idx="36" hasCustomPrompt="1"/>
          </p:nvPr>
        </p:nvSpPr>
        <p:spPr>
          <a:xfrm>
            <a:off x="8128000" y="3972655"/>
            <a:ext cx="2781300"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4" name="Text Placeholder 4">
            <a:extLst>
              <a:ext uri="{FF2B5EF4-FFF2-40B4-BE49-F238E27FC236}">
                <a16:creationId xmlns:a16="http://schemas.microsoft.com/office/drawing/2014/main" id="{4B18FCDA-6157-DD00-EDF9-0F787E8060D0}"/>
              </a:ext>
            </a:extLst>
          </p:cNvPr>
          <p:cNvSpPr>
            <a:spLocks noGrp="1"/>
          </p:cNvSpPr>
          <p:nvPr>
            <p:ph type="body" sz="quarter" idx="11" hasCustomPrompt="1"/>
          </p:nvPr>
        </p:nvSpPr>
        <p:spPr>
          <a:xfrm>
            <a:off x="647700" y="419100"/>
            <a:ext cx="3467100" cy="153888"/>
          </a:xfrm>
          <a:prstGeom prst="rect">
            <a:avLst/>
          </a:prstGeom>
        </p:spPr>
        <p:txBody>
          <a:bodyPr wrap="square">
            <a:spAutoFit/>
          </a:bodyPr>
          <a:lstStyle>
            <a:lvl1pPr>
              <a:lnSpc>
                <a:spcPct val="100000"/>
              </a:lnSpc>
              <a:spcBef>
                <a:spcPts val="0"/>
              </a:spcBef>
              <a:defRPr sz="1000" b="0" i="0" spc="300">
                <a:solidFill>
                  <a:schemeClr val="bg1"/>
                </a:solidFill>
                <a:latin typeface="Calibri" panose="020F0502020204030204" pitchFamily="34" charset="0"/>
                <a:cs typeface="Calibri" panose="020F0502020204030204" pitchFamily="34" charset="0"/>
              </a:defRPr>
            </a:lvl1pPr>
            <a:lvl2pPr>
              <a:buNone/>
              <a:defRPr/>
            </a:lvl2pPr>
          </a:lstStyle>
          <a:p>
            <a:pPr lvl="0"/>
            <a:r>
              <a:rPr lang="en-US">
                <a:effectLst/>
              </a:rPr>
              <a:t>SECTION TITLE</a:t>
            </a:r>
            <a:endParaRPr lang="en-US"/>
          </a:p>
        </p:txBody>
      </p:sp>
      <p:pic>
        <p:nvPicPr>
          <p:cNvPr id="6" name="Picture 5">
            <a:extLst>
              <a:ext uri="{FF2B5EF4-FFF2-40B4-BE49-F238E27FC236}">
                <a16:creationId xmlns:a16="http://schemas.microsoft.com/office/drawing/2014/main" id="{D8FD6A39-8EF9-9CA0-AA7E-45DB798A90B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8" name="TextBox 7">
            <a:extLst>
              <a:ext uri="{FF2B5EF4-FFF2-40B4-BE49-F238E27FC236}">
                <a16:creationId xmlns:a16="http://schemas.microsoft.com/office/drawing/2014/main" id="{002309E2-3B1E-50D2-B2BC-867833D702DA}"/>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9" name="Text Placeholder 3">
            <a:extLst>
              <a:ext uri="{FF2B5EF4-FFF2-40B4-BE49-F238E27FC236}">
                <a16:creationId xmlns:a16="http://schemas.microsoft.com/office/drawing/2014/main" id="{F8E22721-BCDB-A1E7-59E5-A4DE62992615}"/>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‹nº›</a:t>
            </a:fld>
            <a:endParaRPr lang="en-US" sz="1000">
              <a:solidFill>
                <a:schemeClr val="bg1"/>
              </a:solidFill>
            </a:endParaRPr>
          </a:p>
        </p:txBody>
      </p:sp>
    </p:spTree>
    <p:extLst>
      <p:ext uri="{BB962C8B-B14F-4D97-AF65-F5344CB8AC3E}">
        <p14:creationId xmlns:p14="http://schemas.microsoft.com/office/powerpoint/2010/main" val="522472625"/>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ote_Large_Black">
    <p:bg>
      <p:bgPr>
        <a:solidFill>
          <a:schemeClr val="accent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58333" y="419100"/>
            <a:ext cx="3732914" cy="153888"/>
          </a:xfrm>
          <a:prstGeom prst="rect">
            <a:avLst/>
          </a:prstGeom>
        </p:spPr>
        <p:txBody>
          <a:bodyPr wrap="square">
            <a:spAutoFit/>
          </a:bodyPr>
          <a:lstStyle>
            <a:lvl1pPr>
              <a:lnSpc>
                <a:spcPct val="100000"/>
              </a:lnSpc>
              <a:spcBef>
                <a:spcPts val="0"/>
              </a:spcBef>
              <a:defRPr sz="1000" b="0"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248900" cy="1846659"/>
          </a:xfrm>
          <a:prstGeom prst="rect">
            <a:avLst/>
          </a:prstGeom>
        </p:spPr>
        <p:txBody>
          <a:bodyPr wrap="square">
            <a:spAutoFit/>
          </a:bodyPr>
          <a:lstStyle>
            <a:lvl1pPr>
              <a:defRPr sz="6000" b="1" i="0">
                <a:solidFill>
                  <a:schemeClr val="bg1"/>
                </a:solidFill>
                <a:latin typeface="Calibri" panose="020F0502020204030204" pitchFamily="34" charset="0"/>
                <a:cs typeface="Calibri" panose="020F05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bg1"/>
                </a:solidFill>
              </a:rPr>
              <a:t>“</a:t>
            </a:r>
          </a:p>
        </p:txBody>
      </p:sp>
    </p:spTree>
    <p:extLst>
      <p:ext uri="{BB962C8B-B14F-4D97-AF65-F5344CB8AC3E}">
        <p14:creationId xmlns:p14="http://schemas.microsoft.com/office/powerpoint/2010/main" val="469009661"/>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_Large_Black_Blur">
    <p:bg>
      <p:bgPr>
        <a:solidFill>
          <a:schemeClr val="accent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30197" y="419100"/>
            <a:ext cx="3732914" cy="153888"/>
          </a:xfrm>
          <a:prstGeom prst="rect">
            <a:avLst/>
          </a:prstGeom>
        </p:spPr>
        <p:txBody>
          <a:bodyPr wrap="square">
            <a:spAutoFit/>
          </a:bodyPr>
          <a:lstStyle>
            <a:lvl1pPr>
              <a:lnSpc>
                <a:spcPct val="100000"/>
              </a:lnSpc>
              <a:spcBef>
                <a:spcPts val="0"/>
              </a:spcBef>
              <a:defRPr sz="1000" b="0"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4" name="Title 2">
            <a:extLst>
              <a:ext uri="{FF2B5EF4-FFF2-40B4-BE49-F238E27FC236}">
                <a16:creationId xmlns:a16="http://schemas.microsoft.com/office/drawing/2014/main" id="{A4A0CF84-1941-A496-4DFE-6EDA7D9D7651}"/>
              </a:ext>
            </a:extLst>
          </p:cNvPr>
          <p:cNvSpPr>
            <a:spLocks noGrp="1"/>
          </p:cNvSpPr>
          <p:nvPr>
            <p:ph type="title" hasCustomPrompt="1"/>
          </p:nvPr>
        </p:nvSpPr>
        <p:spPr>
          <a:xfrm>
            <a:off x="1123950" y="1762728"/>
            <a:ext cx="10248900" cy="1846659"/>
          </a:xfrm>
          <a:prstGeom prst="rect">
            <a:avLst/>
          </a:prstGeom>
        </p:spPr>
        <p:txBody>
          <a:bodyPr wrap="square">
            <a:spAutoFit/>
          </a:bodyPr>
          <a:lstStyle>
            <a:lvl1pPr>
              <a:defRPr sz="6000" b="1" i="0">
                <a:solidFill>
                  <a:schemeClr val="accent2"/>
                </a:solidFill>
                <a:latin typeface="Calibri" panose="020F0502020204030204" pitchFamily="34" charset="0"/>
                <a:cs typeface="Calibri" panose="020F0502020204030204" pitchFamily="34" charset="0"/>
              </a:defRPr>
            </a:lvl1pPr>
          </a:lstStyle>
          <a:p>
            <a:r>
              <a:rPr lang="en-US"/>
              <a:t>Sometimes you need to add a meaningful yet concise quote.”</a:t>
            </a:r>
          </a:p>
        </p:txBody>
      </p:sp>
      <p:sp>
        <p:nvSpPr>
          <p:cNvPr id="6" name="Text Placeholder 4">
            <a:extLst>
              <a:ext uri="{FF2B5EF4-FFF2-40B4-BE49-F238E27FC236}">
                <a16:creationId xmlns:a16="http://schemas.microsoft.com/office/drawing/2014/main" id="{DF2F86F6-216C-D721-7244-AE3BBA0609AA}"/>
              </a:ext>
            </a:extLst>
          </p:cNvPr>
          <p:cNvSpPr>
            <a:spLocks noGrp="1"/>
          </p:cNvSpPr>
          <p:nvPr>
            <p:ph type="body" sz="quarter" idx="16" hasCustomPrompt="1"/>
          </p:nvPr>
        </p:nvSpPr>
        <p:spPr>
          <a:xfrm>
            <a:off x="1123950" y="4231608"/>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9" name="Title 2">
            <a:extLst>
              <a:ext uri="{FF2B5EF4-FFF2-40B4-BE49-F238E27FC236}">
                <a16:creationId xmlns:a16="http://schemas.microsoft.com/office/drawing/2014/main" id="{636A723C-C15E-DD81-7189-CFA5D70243A9}"/>
              </a:ext>
            </a:extLst>
          </p:cNvPr>
          <p:cNvSpPr txBox="1">
            <a:spLocks/>
          </p:cNvSpPr>
          <p:nvPr userDrawn="1"/>
        </p:nvSpPr>
        <p:spPr>
          <a:xfrm>
            <a:off x="647700" y="1762728"/>
            <a:ext cx="450695" cy="923330"/>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6000" b="1" i="0" kern="1200">
                <a:solidFill>
                  <a:schemeClr val="tx1"/>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accent2"/>
                </a:solidFill>
              </a:rPr>
              <a:t>“</a:t>
            </a:r>
          </a:p>
        </p:txBody>
      </p:sp>
    </p:spTree>
    <p:extLst>
      <p:ext uri="{BB962C8B-B14F-4D97-AF65-F5344CB8AC3E}">
        <p14:creationId xmlns:p14="http://schemas.microsoft.com/office/powerpoint/2010/main" val="330395752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Quote+Ima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DEA029-C2BF-93AE-56B7-39E611F58B8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47701" y="6415709"/>
            <a:ext cx="495300" cy="182096"/>
          </a:xfrm>
          <a:prstGeom prst="rect">
            <a:avLst/>
          </a:prstGeom>
        </p:spPr>
      </p:pic>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rgbClr val="000000"/>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rgbClr val="000000"/>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34347" y="1562100"/>
            <a:ext cx="3726051" cy="4100476"/>
          </a:xfrm>
          <a:prstGeom prst="rect">
            <a:avLst/>
          </a:prstGeom>
        </p:spPr>
        <p:txBody>
          <a:bodyPr/>
          <a:lstStyle>
            <a:lvl1pPr>
              <a:defRPr>
                <a:solidFill>
                  <a:srgbClr val="000000"/>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t>“</a:t>
            </a:r>
          </a:p>
        </p:txBody>
      </p:sp>
      <p:sp>
        <p:nvSpPr>
          <p:cNvPr id="3" name="TextBox 2">
            <a:extLst>
              <a:ext uri="{FF2B5EF4-FFF2-40B4-BE49-F238E27FC236}">
                <a16:creationId xmlns:a16="http://schemas.microsoft.com/office/drawing/2014/main" id="{F46F9EF5-29E8-93D3-E218-354474130A6A}"/>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4" name="Text Placeholder 3">
            <a:extLst>
              <a:ext uri="{FF2B5EF4-FFF2-40B4-BE49-F238E27FC236}">
                <a16:creationId xmlns:a16="http://schemas.microsoft.com/office/drawing/2014/main" id="{01E1A170-BC35-F789-C222-B52ABECE94F7}"/>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‹nº›</a:t>
            </a:fld>
            <a:endParaRPr lang="en-US" sz="1000">
              <a:solidFill>
                <a:schemeClr val="tx1"/>
              </a:solidFill>
            </a:endParaRPr>
          </a:p>
        </p:txBody>
      </p:sp>
      <p:sp>
        <p:nvSpPr>
          <p:cNvPr id="5" name="Text Placeholder 4">
            <a:extLst>
              <a:ext uri="{FF2B5EF4-FFF2-40B4-BE49-F238E27FC236}">
                <a16:creationId xmlns:a16="http://schemas.microsoft.com/office/drawing/2014/main" id="{33FEC108-AFBF-BADD-5D48-8FC6C3718F2C}"/>
              </a:ext>
            </a:extLst>
          </p:cNvPr>
          <p:cNvSpPr>
            <a:spLocks noGrp="1"/>
          </p:cNvSpPr>
          <p:nvPr>
            <p:ph type="body" sz="quarter" idx="11" hasCustomPrompt="1"/>
          </p:nvPr>
        </p:nvSpPr>
        <p:spPr>
          <a:xfrm>
            <a:off x="630197" y="419100"/>
            <a:ext cx="3732914" cy="153888"/>
          </a:xfrm>
          <a:prstGeom prst="rect">
            <a:avLst/>
          </a:prstGeom>
        </p:spPr>
        <p:txBody>
          <a:bodyPr wrap="square">
            <a:spAutoFit/>
          </a:bodyPr>
          <a:lstStyle>
            <a:lvl1pPr>
              <a:lnSpc>
                <a:spcPct val="100000"/>
              </a:lnSpc>
              <a:spcBef>
                <a:spcPts val="0"/>
              </a:spcBef>
              <a:defRPr sz="1000" b="0" spc="300">
                <a:solidFill>
                  <a:schemeClr val="tx1"/>
                </a:solidFill>
                <a:latin typeface="+mj-lt"/>
                <a:cs typeface="Calibri Light" panose="020F0302020204030204" pitchFamily="34" charset="0"/>
              </a:defRPr>
            </a:lvl1pPr>
            <a:lvl2pPr>
              <a:buNone/>
              <a:defRPr/>
            </a:lvl2pPr>
          </a:lstStyle>
          <a:p>
            <a:pPr lvl="0"/>
            <a:r>
              <a:rPr lang="en-US">
                <a:effectLst/>
              </a:rPr>
              <a:t>SECTION TITLE</a:t>
            </a:r>
            <a:endParaRPr lang="en-US"/>
          </a:p>
        </p:txBody>
      </p:sp>
    </p:spTree>
    <p:extLst>
      <p:ext uri="{BB962C8B-B14F-4D97-AF65-F5344CB8AC3E}">
        <p14:creationId xmlns:p14="http://schemas.microsoft.com/office/powerpoint/2010/main" val="48332760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Image_Black">
    <p:bg>
      <p:bgPr>
        <a:solidFill>
          <a:schemeClr val="accent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28122" y="420624"/>
            <a:ext cx="3732914" cy="153888"/>
          </a:xfrm>
          <a:prstGeom prst="rect">
            <a:avLst/>
          </a:prstGeom>
        </p:spPr>
        <p:txBody>
          <a:bodyPr wrap="square">
            <a:spAutoFit/>
          </a:bodyPr>
          <a:lstStyle>
            <a:lvl1pPr>
              <a:lnSpc>
                <a:spcPct val="100000"/>
              </a:lnSpc>
              <a:spcBef>
                <a:spcPts val="0"/>
              </a:spcBef>
              <a:defRPr sz="1000" b="0"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bg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34347" y="1562100"/>
            <a:ext cx="3726051" cy="4100476"/>
          </a:xfrm>
          <a:prstGeom prst="rect">
            <a:avLst/>
          </a:prstGeom>
        </p:spPr>
        <p:txBody>
          <a:bodyPr/>
          <a:lstStyle>
            <a:lvl1pPr>
              <a:defRPr>
                <a:solidFill>
                  <a:schemeClr val="bg1"/>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bg1"/>
                </a:solidFill>
              </a:rPr>
              <a:t>“</a:t>
            </a:r>
          </a:p>
        </p:txBody>
      </p:sp>
    </p:spTree>
    <p:extLst>
      <p:ext uri="{BB962C8B-B14F-4D97-AF65-F5344CB8AC3E}">
        <p14:creationId xmlns:p14="http://schemas.microsoft.com/office/powerpoint/2010/main" val="3774970046"/>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Image_Black_Blur">
    <p:bg>
      <p:bgPr>
        <a:solidFill>
          <a:schemeClr val="accent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433DDFE8-68E0-F21D-DCE9-D9E38F969DA2}"/>
              </a:ext>
            </a:extLst>
          </p:cNvPr>
          <p:cNvSpPr>
            <a:spLocks noGrp="1"/>
          </p:cNvSpPr>
          <p:nvPr>
            <p:ph type="body" sz="quarter" idx="11" hasCustomPrompt="1"/>
          </p:nvPr>
        </p:nvSpPr>
        <p:spPr>
          <a:xfrm>
            <a:off x="628122" y="420624"/>
            <a:ext cx="3732914" cy="153888"/>
          </a:xfrm>
          <a:prstGeom prst="rect">
            <a:avLst/>
          </a:prstGeom>
        </p:spPr>
        <p:txBody>
          <a:bodyPr wrap="square">
            <a:spAutoFit/>
          </a:bodyPr>
          <a:lstStyle>
            <a:lvl1pPr>
              <a:lnSpc>
                <a:spcPct val="100000"/>
              </a:lnSpc>
              <a:spcBef>
                <a:spcPts val="0"/>
              </a:spcBef>
              <a:defRPr sz="1000" b="0" spc="300">
                <a:solidFill>
                  <a:schemeClr val="bg1"/>
                </a:solidFill>
                <a:latin typeface="+mj-lt"/>
                <a:cs typeface="Calibri Light" panose="020F0302020204030204" pitchFamily="34" charset="0"/>
              </a:defRPr>
            </a:lvl1pPr>
            <a:lvl2pPr>
              <a:buNone/>
              <a:defRPr/>
            </a:lvl2pPr>
          </a:lstStyle>
          <a:p>
            <a:pPr lvl="0"/>
            <a:r>
              <a:rPr lang="en-US">
                <a:effectLst/>
              </a:rPr>
              <a:t>SECTION TITLE</a:t>
            </a:r>
            <a:endParaRPr lang="en-US"/>
          </a:p>
        </p:txBody>
      </p:sp>
      <p:sp>
        <p:nvSpPr>
          <p:cNvPr id="11" name="Title 2">
            <a:extLst>
              <a:ext uri="{FF2B5EF4-FFF2-40B4-BE49-F238E27FC236}">
                <a16:creationId xmlns:a16="http://schemas.microsoft.com/office/drawing/2014/main" id="{E4D0B811-ED8A-9D55-BC17-49A3393806F6}"/>
              </a:ext>
            </a:extLst>
          </p:cNvPr>
          <p:cNvSpPr>
            <a:spLocks noGrp="1"/>
          </p:cNvSpPr>
          <p:nvPr>
            <p:ph type="title" hasCustomPrompt="1"/>
          </p:nvPr>
        </p:nvSpPr>
        <p:spPr>
          <a:xfrm>
            <a:off x="5091684" y="1455006"/>
            <a:ext cx="6452616" cy="2215991"/>
          </a:xfrm>
          <a:prstGeom prst="rect">
            <a:avLst/>
          </a:prstGeom>
        </p:spPr>
        <p:txBody>
          <a:bodyPr wrap="square">
            <a:spAutoFit/>
          </a:bodyPr>
          <a:lstStyle>
            <a:lvl1pPr>
              <a:defRPr sz="3600" b="1" i="0">
                <a:solidFill>
                  <a:schemeClr val="bg1"/>
                </a:solidFill>
                <a:latin typeface="Calibri" panose="020F0502020204030204" pitchFamily="34" charset="0"/>
                <a:cs typeface="Calibri" panose="020F0502020204030204" pitchFamily="34" charset="0"/>
              </a:defRPr>
            </a:lvl1pPr>
          </a:lstStyle>
          <a:p>
            <a:r>
              <a:rPr lang="en-US"/>
              <a:t>Sometimes you need to add a slightly longer quote. Sometimes you need to add a slightly longer quote.”</a:t>
            </a:r>
          </a:p>
        </p:txBody>
      </p:sp>
      <p:sp>
        <p:nvSpPr>
          <p:cNvPr id="12" name="Text Placeholder 4">
            <a:extLst>
              <a:ext uri="{FF2B5EF4-FFF2-40B4-BE49-F238E27FC236}">
                <a16:creationId xmlns:a16="http://schemas.microsoft.com/office/drawing/2014/main" id="{715767D7-CA92-A238-92D2-5F669365D486}"/>
              </a:ext>
            </a:extLst>
          </p:cNvPr>
          <p:cNvSpPr>
            <a:spLocks noGrp="1"/>
          </p:cNvSpPr>
          <p:nvPr>
            <p:ph type="body" sz="quarter" idx="16" hasCustomPrompt="1"/>
          </p:nvPr>
        </p:nvSpPr>
        <p:spPr>
          <a:xfrm>
            <a:off x="5091683" y="4434840"/>
            <a:ext cx="4554537" cy="507831"/>
          </a:xfrm>
          <a:prstGeom prst="rect">
            <a:avLst/>
          </a:prstGeom>
        </p:spPr>
        <p:txBody>
          <a:bodyPr wrap="square" anchor="t" anchorCtr="0">
            <a:spAutoFit/>
          </a:bodyPr>
          <a:lstStyle>
            <a:lvl1pPr>
              <a:defRPr sz="1400" b="1" i="0">
                <a:solidFill>
                  <a:schemeClr val="bg1"/>
                </a:solidFill>
                <a:latin typeface="Calibri" panose="020F0502020204030204" pitchFamily="34" charset="0"/>
                <a:cs typeface="Calibri" panose="020F0502020204030204" pitchFamily="34" charset="0"/>
              </a:defRPr>
            </a:lvl1pPr>
          </a:lstStyle>
          <a:p>
            <a:pPr lvl="0"/>
            <a:r>
              <a:rPr lang="en-US" err="1"/>
              <a:t>Firstname</a:t>
            </a:r>
            <a:r>
              <a:rPr lang="en-US"/>
              <a:t> </a:t>
            </a:r>
            <a:r>
              <a:rPr lang="en-US" err="1"/>
              <a:t>Lastname</a:t>
            </a:r>
            <a:endParaRPr lang="en-US"/>
          </a:p>
          <a:p>
            <a:pPr lvl="0"/>
            <a:r>
              <a:rPr lang="en-US"/>
              <a:t>Job Title, Company</a:t>
            </a:r>
          </a:p>
        </p:txBody>
      </p:sp>
      <p:sp>
        <p:nvSpPr>
          <p:cNvPr id="13" name="Picture Placeholder 8">
            <a:extLst>
              <a:ext uri="{FF2B5EF4-FFF2-40B4-BE49-F238E27FC236}">
                <a16:creationId xmlns:a16="http://schemas.microsoft.com/office/drawing/2014/main" id="{93D416F1-8A75-DCD6-2A1A-B16BE09ABC02}"/>
              </a:ext>
            </a:extLst>
          </p:cNvPr>
          <p:cNvSpPr>
            <a:spLocks noGrp="1"/>
          </p:cNvSpPr>
          <p:nvPr>
            <p:ph type="pic" sz="quarter" idx="26"/>
          </p:nvPr>
        </p:nvSpPr>
        <p:spPr>
          <a:xfrm>
            <a:off x="634347" y="1562100"/>
            <a:ext cx="3726051" cy="4100476"/>
          </a:xfrm>
          <a:prstGeom prst="rect">
            <a:avLst/>
          </a:prstGeom>
        </p:spPr>
        <p:txBody>
          <a:bodyPr/>
          <a:lstStyle>
            <a:lvl1pPr>
              <a:defRPr>
                <a:solidFill>
                  <a:schemeClr val="bg1"/>
                </a:solidFill>
              </a:defRPr>
            </a:lvl1pPr>
          </a:lstStyle>
          <a:p>
            <a:endParaRPr lang="en-US"/>
          </a:p>
        </p:txBody>
      </p:sp>
      <p:sp>
        <p:nvSpPr>
          <p:cNvPr id="14" name="Title 2">
            <a:extLst>
              <a:ext uri="{FF2B5EF4-FFF2-40B4-BE49-F238E27FC236}">
                <a16:creationId xmlns:a16="http://schemas.microsoft.com/office/drawing/2014/main" id="{8EB1EBBF-7474-72D1-50C0-54A45DCBFB2E}"/>
              </a:ext>
            </a:extLst>
          </p:cNvPr>
          <p:cNvSpPr txBox="1">
            <a:spLocks/>
          </p:cNvSpPr>
          <p:nvPr userDrawn="1"/>
        </p:nvSpPr>
        <p:spPr>
          <a:xfrm>
            <a:off x="4772719" y="1455006"/>
            <a:ext cx="294582" cy="553998"/>
          </a:xfrm>
          <a:prstGeom prst="rect">
            <a:avLst/>
          </a:prstGeom>
        </p:spPr>
        <p:txBody>
          <a:bodyPr vert="horz" wrap="square" lIns="0" tIns="0" rIns="0" bIns="0" rtlCol="0" anchor="t">
            <a:spAutoFit/>
          </a:bodyPr>
          <a:lstStyle>
            <a:lvl1pPr algn="l" defTabSz="914400" rtl="0" eaLnBrk="1" latinLnBrk="0" hangingPunct="1">
              <a:lnSpc>
                <a:spcPct val="100000"/>
              </a:lnSpc>
              <a:spcBef>
                <a:spcPct val="0"/>
              </a:spcBef>
              <a:buNone/>
              <a:defRPr sz="3600" b="1" i="0" kern="1200">
                <a:solidFill>
                  <a:srgbClr val="000000"/>
                </a:solidFill>
                <a:latin typeface="Calibri" panose="020F0502020204030204" pitchFamily="34" charset="0"/>
                <a:ea typeface="Calibri Light" panose="020F0302020204030204" pitchFamily="34" charset="0"/>
                <a:cs typeface="Calibri" panose="020F0502020204030204" pitchFamily="34" charset="0"/>
              </a:defRPr>
            </a:lvl1pPr>
          </a:lstStyle>
          <a:p>
            <a:r>
              <a:rPr lang="en-US">
                <a:solidFill>
                  <a:schemeClr val="bg1"/>
                </a:solidFill>
              </a:rPr>
              <a:t>“</a:t>
            </a:r>
          </a:p>
        </p:txBody>
      </p:sp>
    </p:spTree>
    <p:extLst>
      <p:ext uri="{BB962C8B-B14F-4D97-AF65-F5344CB8AC3E}">
        <p14:creationId xmlns:p14="http://schemas.microsoft.com/office/powerpoint/2010/main" val="3492201074"/>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Small_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1455701-65C9-97B2-64E0-82F53FA37756}"/>
              </a:ext>
            </a:extLst>
          </p:cNvPr>
          <p:cNvSpPr>
            <a:spLocks noGrp="1"/>
          </p:cNvSpPr>
          <p:nvPr>
            <p:ph type="body" sz="quarter" idx="26" hasCustomPrompt="1"/>
          </p:nvPr>
        </p:nvSpPr>
        <p:spPr>
          <a:xfrm>
            <a:off x="633632" y="1714501"/>
            <a:ext cx="10896600" cy="480060"/>
          </a:xfrm>
          <a:prstGeom prst="rect">
            <a:avLst/>
          </a:prstGeom>
        </p:spPr>
        <p:txBody>
          <a:bodyPr/>
          <a:lstStyle>
            <a:lvl1pPr>
              <a:defRPr sz="1800" b="1" i="0">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5" name="Text Placeholder 3">
            <a:extLst>
              <a:ext uri="{FF2B5EF4-FFF2-40B4-BE49-F238E27FC236}">
                <a16:creationId xmlns:a16="http://schemas.microsoft.com/office/drawing/2014/main" id="{7F93B36D-BA2E-1899-D9F4-FEAD1083B619}"/>
              </a:ext>
            </a:extLst>
          </p:cNvPr>
          <p:cNvSpPr>
            <a:spLocks noGrp="1"/>
          </p:cNvSpPr>
          <p:nvPr>
            <p:ph type="body" sz="quarter" idx="27" hasCustomPrompt="1"/>
          </p:nvPr>
        </p:nvSpPr>
        <p:spPr>
          <a:xfrm>
            <a:off x="633632" y="2252472"/>
            <a:ext cx="10896600" cy="1136904"/>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When you just have a bunch of type and don’t want to try too hard. Lorem ipsum diam fames </a:t>
            </a:r>
            <a:r>
              <a:rPr lang="en-US" err="1"/>
              <a:t>augue</a:t>
            </a:r>
            <a:r>
              <a:rPr lang="en-US"/>
              <a:t> in </a:t>
            </a:r>
            <a:r>
              <a:rPr lang="en-US" err="1"/>
              <a:t>habitasse</a:t>
            </a:r>
            <a:r>
              <a:rPr lang="en-US"/>
              <a:t> </a:t>
            </a:r>
            <a:r>
              <a:rPr lang="en-US" err="1"/>
              <a:t>tempor</a:t>
            </a:r>
            <a:r>
              <a:rPr lang="en-US"/>
              <a:t> porta, </a:t>
            </a:r>
            <a:r>
              <a:rPr lang="en-US" err="1"/>
              <a:t>eleifend</a:t>
            </a:r>
            <a:r>
              <a:rPr lang="en-US"/>
              <a:t>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 vestibulum </a:t>
            </a:r>
            <a:r>
              <a:rPr lang="en-US" err="1"/>
              <a:t>eu</a:t>
            </a:r>
            <a:r>
              <a:rPr lang="en-US"/>
              <a:t> ac integer, </a:t>
            </a:r>
            <a:r>
              <a:rPr lang="en-US" err="1"/>
              <a:t>tellus</a:t>
            </a:r>
            <a:r>
              <a:rPr lang="en-US"/>
              <a:t> pharetra </a:t>
            </a:r>
            <a:r>
              <a:rPr lang="en-US" err="1"/>
              <a:t>dictumst</a:t>
            </a:r>
            <a:r>
              <a:rPr lang="en-US"/>
              <a:t> </a:t>
            </a:r>
            <a:r>
              <a:rPr lang="en-US" err="1"/>
              <a:t>fusce</a:t>
            </a:r>
            <a:r>
              <a:rPr lang="en-US"/>
              <a:t> </a:t>
            </a:r>
            <a:r>
              <a:rPr lang="en-US" err="1"/>
              <a:t>condimentum</a:t>
            </a:r>
            <a:r>
              <a:rPr lang="en-US"/>
              <a:t> ad </a:t>
            </a:r>
            <a:r>
              <a:rPr lang="en-US" err="1"/>
              <a:t>facilisis</a:t>
            </a:r>
            <a:r>
              <a:rPr lang="en-US"/>
              <a:t>.</a:t>
            </a:r>
          </a:p>
        </p:txBody>
      </p:sp>
      <p:sp>
        <p:nvSpPr>
          <p:cNvPr id="3" name="Title 1">
            <a:extLst>
              <a:ext uri="{FF2B5EF4-FFF2-40B4-BE49-F238E27FC236}">
                <a16:creationId xmlns:a16="http://schemas.microsoft.com/office/drawing/2014/main" id="{97BD50B6-BCAD-6C1D-94E4-391D6EFEDE1C}"/>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68B922CD-AA98-19C2-F226-24D0CD58A765}"/>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598211335"/>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Subtitle-Low">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A959DAE7-B533-7C26-06A9-299565EE084B}"/>
              </a:ext>
            </a:extLst>
          </p:cNvPr>
          <p:cNvSpPr>
            <a:spLocks noGrp="1"/>
          </p:cNvSpPr>
          <p:nvPr>
            <p:ph type="body" sz="quarter" idx="27" hasCustomPrompt="1"/>
          </p:nvPr>
        </p:nvSpPr>
        <p:spPr>
          <a:xfrm>
            <a:off x="633632" y="1448687"/>
            <a:ext cx="10877993" cy="480060"/>
          </a:xfrm>
          <a:prstGeom prst="rect">
            <a:avLst/>
          </a:prstGeom>
        </p:spPr>
        <p:txBody>
          <a:bodyPr/>
          <a:lstStyle>
            <a:lvl1pPr>
              <a:defRPr sz="1800" b="1" i="0">
                <a:latin typeface="Calibri" panose="020F0502020204030204" pitchFamily="34" charset="0"/>
                <a:cs typeface="Calibri" panose="020F0502020204030204" pitchFamily="34" charset="0"/>
              </a:defRPr>
            </a:lvl1pPr>
          </a:lstStyle>
          <a:p>
            <a:r>
              <a:rPr lang="en-US"/>
              <a:t>Lorem ipsum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a:t>
            </a:r>
          </a:p>
        </p:txBody>
      </p:sp>
      <p:sp>
        <p:nvSpPr>
          <p:cNvPr id="3" name="Title 1">
            <a:extLst>
              <a:ext uri="{FF2B5EF4-FFF2-40B4-BE49-F238E27FC236}">
                <a16:creationId xmlns:a16="http://schemas.microsoft.com/office/drawing/2014/main" id="{6AC9E8CA-88FF-A7D0-4471-3E5178A6D771}"/>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C5A5532C-1A44-601F-63DE-35FE9E5CCF9D}"/>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83675403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olumn_Tex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33632" y="2698291"/>
            <a:ext cx="4648200" cy="1265667"/>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33632"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2" name="Text Placeholder 4">
            <a:extLst>
              <a:ext uri="{FF2B5EF4-FFF2-40B4-BE49-F238E27FC236}">
                <a16:creationId xmlns:a16="http://schemas.microsoft.com/office/drawing/2014/main" id="{2D5963C9-D5D1-84E3-AF7B-5BFA6D21DC39}"/>
              </a:ext>
            </a:extLst>
          </p:cNvPr>
          <p:cNvSpPr>
            <a:spLocks noGrp="1"/>
          </p:cNvSpPr>
          <p:nvPr>
            <p:ph type="body" sz="quarter" idx="27" hasCustomPrompt="1"/>
          </p:nvPr>
        </p:nvSpPr>
        <p:spPr>
          <a:xfrm>
            <a:off x="6272784" y="2698291"/>
            <a:ext cx="4648200" cy="177862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Leo </a:t>
            </a:r>
            <a:r>
              <a:rPr lang="en-US" err="1"/>
              <a:t>luctus</a:t>
            </a:r>
            <a:r>
              <a:rPr lang="en-US"/>
              <a:t> </a:t>
            </a:r>
            <a:r>
              <a:rPr lang="en-US" err="1"/>
              <a:t>adipiscing</a:t>
            </a:r>
            <a:r>
              <a:rPr lang="en-US"/>
              <a:t> </a:t>
            </a:r>
            <a:r>
              <a:rPr lang="en-US" err="1"/>
              <a:t>feugiat</a:t>
            </a:r>
            <a:r>
              <a:rPr lang="en-US"/>
              <a:t> </a:t>
            </a:r>
            <a:r>
              <a:rPr lang="en-US" err="1"/>
              <a:t>viverra</a:t>
            </a:r>
            <a:r>
              <a:rPr lang="en-US"/>
              <a:t> </a:t>
            </a:r>
            <a:r>
              <a:rPr lang="en-US" err="1"/>
              <a:t>facilisi</a:t>
            </a:r>
            <a:r>
              <a:rPr lang="en-US"/>
              <a:t>. </a:t>
            </a:r>
            <a:r>
              <a:rPr lang="en-US" err="1"/>
              <a:t>Tristique</a:t>
            </a:r>
            <a:r>
              <a:rPr lang="en-US"/>
              <a:t> </a:t>
            </a:r>
            <a:r>
              <a:rPr lang="en-US" err="1"/>
              <a:t>aliquet</a:t>
            </a:r>
            <a:r>
              <a:rPr lang="en-US"/>
              <a:t> </a:t>
            </a:r>
            <a:r>
              <a:rPr lang="en-US" err="1"/>
              <a:t>tempor</a:t>
            </a:r>
            <a:r>
              <a:rPr lang="en-US"/>
              <a:t>, </a:t>
            </a:r>
            <a:r>
              <a:rPr lang="en-US" err="1"/>
              <a:t>tortor</a:t>
            </a:r>
            <a:r>
              <a:rPr lang="en-US"/>
              <a:t> </a:t>
            </a:r>
            <a:r>
              <a:rPr lang="en-US" err="1"/>
              <a:t>amet</a:t>
            </a:r>
            <a:r>
              <a:rPr lang="en-US"/>
              <a:t> </a:t>
            </a:r>
            <a:r>
              <a:rPr lang="en-US" err="1"/>
              <a:t>scelerisque</a:t>
            </a:r>
            <a:r>
              <a:rPr lang="en-US"/>
              <a:t> fermentum. </a:t>
            </a:r>
            <a:r>
              <a:rPr lang="en-US" err="1"/>
              <a:t>Venenatis</a:t>
            </a:r>
            <a:r>
              <a:rPr lang="en-US"/>
              <a:t>, </a:t>
            </a:r>
            <a:r>
              <a:rPr lang="en-US" err="1"/>
              <a:t>quam</a:t>
            </a:r>
            <a:r>
              <a:rPr lang="en-US"/>
              <a:t> </a:t>
            </a:r>
            <a:r>
              <a:rPr lang="en-US" err="1"/>
              <a:t>consequat</a:t>
            </a:r>
            <a:r>
              <a:rPr lang="en-US"/>
              <a:t> </a:t>
            </a:r>
            <a:r>
              <a:rPr lang="en-US" err="1"/>
              <a:t>netus</a:t>
            </a:r>
            <a:r>
              <a:rPr lang="en-US"/>
              <a:t> magna </a:t>
            </a:r>
            <a:r>
              <a:rPr lang="en-US" err="1"/>
              <a:t>eleifend</a:t>
            </a:r>
            <a:r>
              <a:rPr lang="en-US"/>
              <a:t> </a:t>
            </a:r>
            <a:r>
              <a:rPr lang="en-US" err="1"/>
              <a:t>eget</a:t>
            </a:r>
            <a:r>
              <a:rPr lang="en-US"/>
              <a:t>. Eros </a:t>
            </a:r>
            <a:r>
              <a:rPr lang="en-US" err="1"/>
              <a:t>orci</a:t>
            </a:r>
            <a:r>
              <a:rPr lang="en-US"/>
              <a:t> </a:t>
            </a:r>
            <a:r>
              <a:rPr lang="en-US" err="1"/>
              <a:t>commodo</a:t>
            </a:r>
            <a:r>
              <a:rPr lang="en-US"/>
              <a:t> at </a:t>
            </a:r>
            <a:r>
              <a:rPr lang="en-US" err="1"/>
              <a:t>pellentesque</a:t>
            </a:r>
            <a:r>
              <a:rPr lang="en-US"/>
              <a:t> </a:t>
            </a:r>
            <a:r>
              <a:rPr lang="en-US" err="1"/>
              <a:t>tellus</a:t>
            </a:r>
            <a:r>
              <a:rPr lang="en-US"/>
              <a:t> </a:t>
            </a:r>
            <a:r>
              <a:rPr lang="en-US" err="1"/>
              <a:t>malesuada</a:t>
            </a:r>
            <a:r>
              <a:rPr lang="en-US"/>
              <a:t>. Leo dui </a:t>
            </a:r>
            <a:r>
              <a:rPr lang="en-US" err="1"/>
              <a:t>sapien</a:t>
            </a:r>
            <a:r>
              <a:rPr lang="en-US"/>
              <a:t>, </a:t>
            </a:r>
            <a:r>
              <a:rPr lang="en-US" err="1"/>
              <a:t>imperdiet</a:t>
            </a:r>
            <a:r>
              <a:rPr lang="en-US"/>
              <a:t> </a:t>
            </a:r>
            <a:r>
              <a:rPr lang="en-US" err="1"/>
              <a:t>molestie</a:t>
            </a:r>
            <a:r>
              <a:rPr lang="en-US"/>
              <a:t> </a:t>
            </a:r>
            <a:r>
              <a:rPr lang="en-US" err="1"/>
              <a:t>tristique</a:t>
            </a:r>
            <a:r>
              <a:rPr lang="en-US"/>
              <a:t>. Cras sit integer </a:t>
            </a:r>
            <a:r>
              <a:rPr lang="en-US" err="1"/>
              <a:t>porttitor</a:t>
            </a:r>
            <a:r>
              <a:rPr lang="en-US"/>
              <a:t> </a:t>
            </a:r>
            <a:r>
              <a:rPr lang="en-US" err="1"/>
              <a:t>enim</a:t>
            </a:r>
            <a:r>
              <a:rPr lang="en-US"/>
              <a:t> </a:t>
            </a:r>
            <a:r>
              <a:rPr lang="en-US" err="1"/>
              <a:t>mauris</a:t>
            </a:r>
            <a:r>
              <a:rPr lang="en-US"/>
              <a:t> </a:t>
            </a:r>
            <a:r>
              <a:rPr lang="en-US" err="1"/>
              <a:t>morbi</a:t>
            </a:r>
            <a:r>
              <a:rPr lang="en-US"/>
              <a:t> </a:t>
            </a:r>
            <a:r>
              <a:rPr lang="en-US" err="1"/>
              <a:t>tincidunt</a:t>
            </a:r>
            <a:r>
              <a:rPr lang="en-US"/>
              <a:t> </a:t>
            </a:r>
            <a:r>
              <a:rPr lang="en-US" err="1"/>
              <a:t>sem</a:t>
            </a:r>
            <a:r>
              <a:rPr lang="en-US"/>
              <a:t> </a:t>
            </a:r>
            <a:r>
              <a:rPr lang="en-US" err="1"/>
              <a:t>volutpat</a:t>
            </a:r>
            <a:r>
              <a:rPr lang="en-US"/>
              <a:t>. </a:t>
            </a:r>
          </a:p>
        </p:txBody>
      </p:sp>
      <p:sp>
        <p:nvSpPr>
          <p:cNvPr id="4" name="Text Placeholder 4">
            <a:extLst>
              <a:ext uri="{FF2B5EF4-FFF2-40B4-BE49-F238E27FC236}">
                <a16:creationId xmlns:a16="http://schemas.microsoft.com/office/drawing/2014/main" id="{8205CA7F-D6DB-04A0-EA4C-4787388D3583}"/>
              </a:ext>
            </a:extLst>
          </p:cNvPr>
          <p:cNvSpPr>
            <a:spLocks noGrp="1"/>
          </p:cNvSpPr>
          <p:nvPr>
            <p:ph type="body" sz="quarter" idx="28" hasCustomPrompt="1"/>
          </p:nvPr>
        </p:nvSpPr>
        <p:spPr>
          <a:xfrm>
            <a:off x="6272784" y="1752600"/>
            <a:ext cx="4648200"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a:t>
            </a:r>
          </a:p>
        </p:txBody>
      </p:sp>
      <p:sp>
        <p:nvSpPr>
          <p:cNvPr id="5" name="Title 1">
            <a:extLst>
              <a:ext uri="{FF2B5EF4-FFF2-40B4-BE49-F238E27FC236}">
                <a16:creationId xmlns:a16="http://schemas.microsoft.com/office/drawing/2014/main" id="{6148D1E8-D0B5-5F4B-AE07-155B7CAD8575}"/>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8" name="Text Placeholder 10">
            <a:extLst>
              <a:ext uri="{FF2B5EF4-FFF2-40B4-BE49-F238E27FC236}">
                <a16:creationId xmlns:a16="http://schemas.microsoft.com/office/drawing/2014/main" id="{3789B724-DDDF-4B41-E38D-8AA4A3E54FE7}"/>
              </a:ext>
            </a:extLst>
          </p:cNvPr>
          <p:cNvSpPr>
            <a:spLocks noGrp="1"/>
          </p:cNvSpPr>
          <p:nvPr>
            <p:ph type="body" sz="quarter" idx="29"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736489914"/>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Subsection_Divider_B">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3363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3363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3" name="Title 1">
            <a:extLst>
              <a:ext uri="{FF2B5EF4-FFF2-40B4-BE49-F238E27FC236}">
                <a16:creationId xmlns:a16="http://schemas.microsoft.com/office/drawing/2014/main" id="{19C198DC-372C-F60D-2583-3EEDD5323BA6}"/>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5" name="Text Placeholder 10">
            <a:extLst>
              <a:ext uri="{FF2B5EF4-FFF2-40B4-BE49-F238E27FC236}">
                <a16:creationId xmlns:a16="http://schemas.microsoft.com/office/drawing/2014/main" id="{38380D62-CB6C-B373-E0E2-D002F4BD4CCF}"/>
              </a:ext>
            </a:extLst>
          </p:cNvPr>
          <p:cNvSpPr>
            <a:spLocks noGrp="1"/>
          </p:cNvSpPr>
          <p:nvPr>
            <p:ph type="body" sz="quarter" idx="31"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32429276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 columns+photos">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F0AAB83-32F0-44B8-4EEF-5A03F77A747E}"/>
              </a:ext>
            </a:extLst>
          </p:cNvPr>
          <p:cNvSpPr>
            <a:spLocks noGrp="1"/>
          </p:cNvSpPr>
          <p:nvPr>
            <p:ph type="body" sz="quarter" idx="16" hasCustomPrompt="1"/>
          </p:nvPr>
        </p:nvSpPr>
        <p:spPr>
          <a:xfrm>
            <a:off x="633632"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33632"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2" name="Picture Placeholder 3">
            <a:extLst>
              <a:ext uri="{FF2B5EF4-FFF2-40B4-BE49-F238E27FC236}">
                <a16:creationId xmlns:a16="http://schemas.microsoft.com/office/drawing/2014/main" id="{A4DF3F84-AB7D-CCBF-CE9C-8622CDB3301D}"/>
              </a:ext>
            </a:extLst>
          </p:cNvPr>
          <p:cNvSpPr>
            <a:spLocks noGrp="1"/>
          </p:cNvSpPr>
          <p:nvPr>
            <p:ph type="pic" sz="quarter" idx="31"/>
          </p:nvPr>
        </p:nvSpPr>
        <p:spPr>
          <a:xfrm>
            <a:off x="633632" y="1726692"/>
            <a:ext cx="3361476" cy="1917192"/>
          </a:xfrm>
          <a:prstGeom prst="rect">
            <a:avLst/>
          </a:prstGeom>
        </p:spPr>
        <p:txBody>
          <a:bodyPr/>
          <a:lstStyle/>
          <a:p>
            <a:endParaRPr lang="en-US"/>
          </a:p>
        </p:txBody>
      </p:sp>
      <p:sp>
        <p:nvSpPr>
          <p:cNvPr id="4" name="Text Placeholder 4">
            <a:extLst>
              <a:ext uri="{FF2B5EF4-FFF2-40B4-BE49-F238E27FC236}">
                <a16:creationId xmlns:a16="http://schemas.microsoft.com/office/drawing/2014/main" id="{A5B9E3B6-606B-4386-3178-88031FBF9117}"/>
              </a:ext>
            </a:extLst>
          </p:cNvPr>
          <p:cNvSpPr>
            <a:spLocks noGrp="1"/>
          </p:cNvSpPr>
          <p:nvPr>
            <p:ph type="body" sz="quarter" idx="32" hasCustomPrompt="1"/>
          </p:nvPr>
        </p:nvSpPr>
        <p:spPr>
          <a:xfrm>
            <a:off x="4395217"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5" name="Text Placeholder 4">
            <a:extLst>
              <a:ext uri="{FF2B5EF4-FFF2-40B4-BE49-F238E27FC236}">
                <a16:creationId xmlns:a16="http://schemas.microsoft.com/office/drawing/2014/main" id="{3E3A954E-DE2D-00F0-C4ED-0008C326ECA3}"/>
              </a:ext>
            </a:extLst>
          </p:cNvPr>
          <p:cNvSpPr>
            <a:spLocks noGrp="1"/>
          </p:cNvSpPr>
          <p:nvPr>
            <p:ph type="body" sz="quarter" idx="33" hasCustomPrompt="1"/>
          </p:nvPr>
        </p:nvSpPr>
        <p:spPr>
          <a:xfrm>
            <a:off x="4395217"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8" name="Picture Placeholder 3">
            <a:extLst>
              <a:ext uri="{FF2B5EF4-FFF2-40B4-BE49-F238E27FC236}">
                <a16:creationId xmlns:a16="http://schemas.microsoft.com/office/drawing/2014/main" id="{197F8596-9B60-0E1E-695B-F159BEA9E3DD}"/>
              </a:ext>
            </a:extLst>
          </p:cNvPr>
          <p:cNvSpPr>
            <a:spLocks noGrp="1"/>
          </p:cNvSpPr>
          <p:nvPr>
            <p:ph type="pic" sz="quarter" idx="34"/>
          </p:nvPr>
        </p:nvSpPr>
        <p:spPr>
          <a:xfrm>
            <a:off x="4395216" y="1726692"/>
            <a:ext cx="3361476" cy="1917192"/>
          </a:xfrm>
          <a:prstGeom prst="rect">
            <a:avLst/>
          </a:prstGeom>
        </p:spPr>
        <p:txBody>
          <a:bodyPr/>
          <a:lstStyle/>
          <a:p>
            <a:endParaRPr lang="en-US"/>
          </a:p>
        </p:txBody>
      </p:sp>
      <p:sp>
        <p:nvSpPr>
          <p:cNvPr id="14" name="Text Placeholder 4">
            <a:extLst>
              <a:ext uri="{FF2B5EF4-FFF2-40B4-BE49-F238E27FC236}">
                <a16:creationId xmlns:a16="http://schemas.microsoft.com/office/drawing/2014/main" id="{9BB6C83D-C556-0782-5061-97C7DD672F22}"/>
              </a:ext>
            </a:extLst>
          </p:cNvPr>
          <p:cNvSpPr>
            <a:spLocks noGrp="1"/>
          </p:cNvSpPr>
          <p:nvPr>
            <p:ph type="body" sz="quarter" idx="35" hasCustomPrompt="1"/>
          </p:nvPr>
        </p:nvSpPr>
        <p:spPr>
          <a:xfrm>
            <a:off x="8141209" y="4671155"/>
            <a:ext cx="3346076" cy="1522148"/>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a:t>
            </a:r>
          </a:p>
        </p:txBody>
      </p:sp>
      <p:sp>
        <p:nvSpPr>
          <p:cNvPr id="15" name="Text Placeholder 4">
            <a:extLst>
              <a:ext uri="{FF2B5EF4-FFF2-40B4-BE49-F238E27FC236}">
                <a16:creationId xmlns:a16="http://schemas.microsoft.com/office/drawing/2014/main" id="{A4D25C29-AD3E-1278-B083-FCE0D4540152}"/>
              </a:ext>
            </a:extLst>
          </p:cNvPr>
          <p:cNvSpPr>
            <a:spLocks noGrp="1"/>
          </p:cNvSpPr>
          <p:nvPr>
            <p:ph type="body" sz="quarter" idx="36" hasCustomPrompt="1"/>
          </p:nvPr>
        </p:nvSpPr>
        <p:spPr>
          <a:xfrm>
            <a:off x="8141209" y="388052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6" name="Picture Placeholder 3">
            <a:extLst>
              <a:ext uri="{FF2B5EF4-FFF2-40B4-BE49-F238E27FC236}">
                <a16:creationId xmlns:a16="http://schemas.microsoft.com/office/drawing/2014/main" id="{66AB8C86-9C9A-0BF1-5545-731713F1DF92}"/>
              </a:ext>
            </a:extLst>
          </p:cNvPr>
          <p:cNvSpPr>
            <a:spLocks noGrp="1"/>
          </p:cNvSpPr>
          <p:nvPr>
            <p:ph type="pic" sz="quarter" idx="37"/>
          </p:nvPr>
        </p:nvSpPr>
        <p:spPr>
          <a:xfrm>
            <a:off x="8141208" y="1726692"/>
            <a:ext cx="3361476" cy="1917192"/>
          </a:xfrm>
          <a:prstGeom prst="rect">
            <a:avLst/>
          </a:prstGeom>
        </p:spPr>
        <p:txBody>
          <a:bodyPr/>
          <a:lstStyle/>
          <a:p>
            <a:endParaRPr lang="en-US"/>
          </a:p>
        </p:txBody>
      </p:sp>
      <p:sp>
        <p:nvSpPr>
          <p:cNvPr id="3" name="Title 1">
            <a:extLst>
              <a:ext uri="{FF2B5EF4-FFF2-40B4-BE49-F238E27FC236}">
                <a16:creationId xmlns:a16="http://schemas.microsoft.com/office/drawing/2014/main" id="{34A73F49-D1D2-3CD7-931A-C196B52C7928}"/>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851B6335-94C2-4FFE-338B-28D29593A57C}"/>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118547965"/>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Subsection_Divider_B">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3363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439369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1" name="Text Placeholder 4">
            <a:extLst>
              <a:ext uri="{FF2B5EF4-FFF2-40B4-BE49-F238E27FC236}">
                <a16:creationId xmlns:a16="http://schemas.microsoft.com/office/drawing/2014/main" id="{51F377A5-B459-0F7C-7F34-FEF9D7615202}"/>
              </a:ext>
            </a:extLst>
          </p:cNvPr>
          <p:cNvSpPr>
            <a:spLocks noGrp="1"/>
          </p:cNvSpPr>
          <p:nvPr>
            <p:ph type="body" sz="quarter" idx="28" hasCustomPrompt="1"/>
          </p:nvPr>
        </p:nvSpPr>
        <p:spPr>
          <a:xfrm>
            <a:off x="439369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2" name="Text Placeholder 4">
            <a:extLst>
              <a:ext uri="{FF2B5EF4-FFF2-40B4-BE49-F238E27FC236}">
                <a16:creationId xmlns:a16="http://schemas.microsoft.com/office/drawing/2014/main" id="{BFE36997-E074-D0DA-66D5-F4724D23BF52}"/>
              </a:ext>
            </a:extLst>
          </p:cNvPr>
          <p:cNvSpPr>
            <a:spLocks noGrp="1"/>
          </p:cNvSpPr>
          <p:nvPr>
            <p:ph type="body" sz="quarter" idx="29" hasCustomPrompt="1"/>
          </p:nvPr>
        </p:nvSpPr>
        <p:spPr>
          <a:xfrm>
            <a:off x="8150352" y="2698291"/>
            <a:ext cx="3346076" cy="2035109"/>
          </a:xfrm>
          <a:prstGeom prst="rect">
            <a:avLst/>
          </a:prstGeom>
        </p:spPr>
        <p:txBody>
          <a:bodyPr wrap="square" anchor="t" anchorCtr="0">
            <a:spAutoFit/>
          </a:bodyPr>
          <a:lstStyle>
            <a:lvl1pPr marL="0" marR="0" indent="0" algn="l" defTabSz="914400" rtl="0" eaLnBrk="1" fontAlgn="auto" latinLnBrk="0" hangingPunct="1">
              <a:lnSpc>
                <a:spcPts val="2000"/>
              </a:lnSpc>
              <a:spcBef>
                <a:spcPts val="600"/>
              </a:spcBef>
              <a:spcAft>
                <a:spcPts val="0"/>
              </a:spcAft>
              <a:buClrTx/>
              <a:buSzTx/>
              <a:buFont typeface="Arial" panose="020B0604020202020204" pitchFamily="34" charset="0"/>
              <a:buNone/>
              <a:tabLst/>
              <a:defRPr sz="14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3" name="Text Placeholder 4">
            <a:extLst>
              <a:ext uri="{FF2B5EF4-FFF2-40B4-BE49-F238E27FC236}">
                <a16:creationId xmlns:a16="http://schemas.microsoft.com/office/drawing/2014/main" id="{163741EA-6845-0A00-EAE0-5F35986A0EC2}"/>
              </a:ext>
            </a:extLst>
          </p:cNvPr>
          <p:cNvSpPr>
            <a:spLocks noGrp="1"/>
          </p:cNvSpPr>
          <p:nvPr>
            <p:ph type="body" sz="quarter" idx="30" hasCustomPrompt="1"/>
          </p:nvPr>
        </p:nvSpPr>
        <p:spPr>
          <a:xfrm>
            <a:off x="8150352" y="1752600"/>
            <a:ext cx="3346076" cy="553998"/>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33632" y="2682874"/>
            <a:ext cx="3363468" cy="3035173"/>
          </a:xfrm>
          <a:prstGeom prst="rect">
            <a:avLst/>
          </a:prstGeom>
        </p:spPr>
        <p:txBody>
          <a:bodyPr/>
          <a:lstStyle/>
          <a:p>
            <a:endParaRPr lang="en-US"/>
          </a:p>
        </p:txBody>
      </p:sp>
      <p:sp>
        <p:nvSpPr>
          <p:cNvPr id="3" name="Title 1">
            <a:extLst>
              <a:ext uri="{FF2B5EF4-FFF2-40B4-BE49-F238E27FC236}">
                <a16:creationId xmlns:a16="http://schemas.microsoft.com/office/drawing/2014/main" id="{92B70457-B389-D08A-D7A4-A322C74C9D63}"/>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2E35E41E-9E5E-2B45-2AC0-EB66F1702ECC}"/>
              </a:ext>
            </a:extLst>
          </p:cNvPr>
          <p:cNvSpPr>
            <a:spLocks noGrp="1"/>
          </p:cNvSpPr>
          <p:nvPr>
            <p:ph type="body" sz="quarter" idx="32"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809876208"/>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column_text">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33632"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33632"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533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533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72784"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72784"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55608" y="1726692"/>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55608" y="2456891"/>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3" name="Title 1">
            <a:extLst>
              <a:ext uri="{FF2B5EF4-FFF2-40B4-BE49-F238E27FC236}">
                <a16:creationId xmlns:a16="http://schemas.microsoft.com/office/drawing/2014/main" id="{37CED83E-2EFF-B95A-4339-1971DE1A2CA5}"/>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4163DC51-3FE7-871F-8D9B-C299CFC5F285}"/>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580214965"/>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columns with image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DBBECED4-4691-EAD7-0FFE-7393254BBDC9}"/>
              </a:ext>
            </a:extLst>
          </p:cNvPr>
          <p:cNvSpPr>
            <a:spLocks noGrp="1"/>
          </p:cNvSpPr>
          <p:nvPr>
            <p:ph type="body" sz="quarter" idx="26" hasCustomPrompt="1"/>
          </p:nvPr>
        </p:nvSpPr>
        <p:spPr>
          <a:xfrm>
            <a:off x="621757" y="3162245"/>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0" name="Text Placeholder 4">
            <a:extLst>
              <a:ext uri="{FF2B5EF4-FFF2-40B4-BE49-F238E27FC236}">
                <a16:creationId xmlns:a16="http://schemas.microsoft.com/office/drawing/2014/main" id="{31E7CDA2-C04C-57C2-B779-676BA576EFB7}"/>
              </a:ext>
            </a:extLst>
          </p:cNvPr>
          <p:cNvSpPr>
            <a:spLocks noGrp="1"/>
          </p:cNvSpPr>
          <p:nvPr>
            <p:ph type="body" sz="quarter" idx="27" hasCustomPrompt="1"/>
          </p:nvPr>
        </p:nvSpPr>
        <p:spPr>
          <a:xfrm>
            <a:off x="621757" y="3892444"/>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4" name="Picture Placeholder 3">
            <a:extLst>
              <a:ext uri="{FF2B5EF4-FFF2-40B4-BE49-F238E27FC236}">
                <a16:creationId xmlns:a16="http://schemas.microsoft.com/office/drawing/2014/main" id="{3CA9DA82-9FD9-26A5-10CB-6B8054B04BBA}"/>
              </a:ext>
            </a:extLst>
          </p:cNvPr>
          <p:cNvSpPr>
            <a:spLocks noGrp="1"/>
          </p:cNvSpPr>
          <p:nvPr>
            <p:ph type="pic" sz="quarter" idx="31"/>
          </p:nvPr>
        </p:nvSpPr>
        <p:spPr>
          <a:xfrm>
            <a:off x="621757" y="1491333"/>
            <a:ext cx="2404872" cy="1371600"/>
          </a:xfrm>
          <a:prstGeom prst="rect">
            <a:avLst/>
          </a:prstGeom>
        </p:spPr>
        <p:txBody>
          <a:bodyPr/>
          <a:lstStyle/>
          <a:p>
            <a:endParaRPr lang="en-US"/>
          </a:p>
        </p:txBody>
      </p:sp>
      <p:sp>
        <p:nvSpPr>
          <p:cNvPr id="2" name="Text Placeholder 4">
            <a:extLst>
              <a:ext uri="{FF2B5EF4-FFF2-40B4-BE49-F238E27FC236}">
                <a16:creationId xmlns:a16="http://schemas.microsoft.com/office/drawing/2014/main" id="{71E07365-191F-2AEF-D8B3-0E6070334B55}"/>
              </a:ext>
            </a:extLst>
          </p:cNvPr>
          <p:cNvSpPr>
            <a:spLocks noGrp="1"/>
          </p:cNvSpPr>
          <p:nvPr>
            <p:ph type="body" sz="quarter" idx="32" hasCustomPrompt="1"/>
          </p:nvPr>
        </p:nvSpPr>
        <p:spPr>
          <a:xfrm>
            <a:off x="3441509" y="3162245"/>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5" name="Text Placeholder 4">
            <a:extLst>
              <a:ext uri="{FF2B5EF4-FFF2-40B4-BE49-F238E27FC236}">
                <a16:creationId xmlns:a16="http://schemas.microsoft.com/office/drawing/2014/main" id="{6D13B958-0014-5BD7-06FC-5AD3F2966879}"/>
              </a:ext>
            </a:extLst>
          </p:cNvPr>
          <p:cNvSpPr>
            <a:spLocks noGrp="1"/>
          </p:cNvSpPr>
          <p:nvPr>
            <p:ph type="body" sz="quarter" idx="33" hasCustomPrompt="1"/>
          </p:nvPr>
        </p:nvSpPr>
        <p:spPr>
          <a:xfrm>
            <a:off x="3441509" y="3892444"/>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7" name="Picture Placeholder 3">
            <a:extLst>
              <a:ext uri="{FF2B5EF4-FFF2-40B4-BE49-F238E27FC236}">
                <a16:creationId xmlns:a16="http://schemas.microsoft.com/office/drawing/2014/main" id="{5D3BEB48-F134-5C30-6B6D-9CE9C41CC7FD}"/>
              </a:ext>
            </a:extLst>
          </p:cNvPr>
          <p:cNvSpPr>
            <a:spLocks noGrp="1"/>
          </p:cNvSpPr>
          <p:nvPr>
            <p:ph type="pic" sz="quarter" idx="34"/>
          </p:nvPr>
        </p:nvSpPr>
        <p:spPr>
          <a:xfrm>
            <a:off x="3441509" y="1491333"/>
            <a:ext cx="2404872" cy="1371600"/>
          </a:xfrm>
          <a:prstGeom prst="rect">
            <a:avLst/>
          </a:prstGeom>
        </p:spPr>
        <p:txBody>
          <a:bodyPr/>
          <a:lstStyle/>
          <a:p>
            <a:endParaRPr lang="en-US"/>
          </a:p>
        </p:txBody>
      </p:sp>
      <p:sp>
        <p:nvSpPr>
          <p:cNvPr id="8" name="Text Placeholder 4">
            <a:extLst>
              <a:ext uri="{FF2B5EF4-FFF2-40B4-BE49-F238E27FC236}">
                <a16:creationId xmlns:a16="http://schemas.microsoft.com/office/drawing/2014/main" id="{F0338E16-D20C-B7FA-8AC3-9C439351E1DA}"/>
              </a:ext>
            </a:extLst>
          </p:cNvPr>
          <p:cNvSpPr>
            <a:spLocks noGrp="1"/>
          </p:cNvSpPr>
          <p:nvPr>
            <p:ph type="body" sz="quarter" idx="35" hasCustomPrompt="1"/>
          </p:nvPr>
        </p:nvSpPr>
        <p:spPr>
          <a:xfrm>
            <a:off x="6237159" y="3162245"/>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4" name="Text Placeholder 4">
            <a:extLst>
              <a:ext uri="{FF2B5EF4-FFF2-40B4-BE49-F238E27FC236}">
                <a16:creationId xmlns:a16="http://schemas.microsoft.com/office/drawing/2014/main" id="{E6B141DB-BB5A-9CCF-6E8E-737B235FA2D7}"/>
              </a:ext>
            </a:extLst>
          </p:cNvPr>
          <p:cNvSpPr>
            <a:spLocks noGrp="1"/>
          </p:cNvSpPr>
          <p:nvPr>
            <p:ph type="body" sz="quarter" idx="36" hasCustomPrompt="1"/>
          </p:nvPr>
        </p:nvSpPr>
        <p:spPr>
          <a:xfrm>
            <a:off x="6237159" y="3892444"/>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5" name="Picture Placeholder 3">
            <a:extLst>
              <a:ext uri="{FF2B5EF4-FFF2-40B4-BE49-F238E27FC236}">
                <a16:creationId xmlns:a16="http://schemas.microsoft.com/office/drawing/2014/main" id="{0BA6217C-C15D-5705-1523-51C7EE9D2745}"/>
              </a:ext>
            </a:extLst>
          </p:cNvPr>
          <p:cNvSpPr>
            <a:spLocks noGrp="1"/>
          </p:cNvSpPr>
          <p:nvPr>
            <p:ph type="pic" sz="quarter" idx="37"/>
          </p:nvPr>
        </p:nvSpPr>
        <p:spPr>
          <a:xfrm>
            <a:off x="6237159" y="1491333"/>
            <a:ext cx="2404872" cy="1371600"/>
          </a:xfrm>
          <a:prstGeom prst="rect">
            <a:avLst/>
          </a:prstGeom>
        </p:spPr>
        <p:txBody>
          <a:bodyPr/>
          <a:lstStyle/>
          <a:p>
            <a:endParaRPr lang="en-US"/>
          </a:p>
        </p:txBody>
      </p:sp>
      <p:sp>
        <p:nvSpPr>
          <p:cNvPr id="16" name="Text Placeholder 4">
            <a:extLst>
              <a:ext uri="{FF2B5EF4-FFF2-40B4-BE49-F238E27FC236}">
                <a16:creationId xmlns:a16="http://schemas.microsoft.com/office/drawing/2014/main" id="{5A66D88E-80F4-1365-4E17-69F78707BE47}"/>
              </a:ext>
            </a:extLst>
          </p:cNvPr>
          <p:cNvSpPr>
            <a:spLocks noGrp="1"/>
          </p:cNvSpPr>
          <p:nvPr>
            <p:ph type="body" sz="quarter" idx="38" hasCustomPrompt="1"/>
          </p:nvPr>
        </p:nvSpPr>
        <p:spPr>
          <a:xfrm>
            <a:off x="9055608" y="3162245"/>
            <a:ext cx="2436876" cy="430887"/>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400" b="1" i="0">
                <a:solidFill>
                  <a:schemeClr val="bg1"/>
                </a:solidFill>
                <a:latin typeface="Calibri" panose="020F0502020204030204" pitchFamily="34" charset="0"/>
                <a:cs typeface="Calibri" panose="020F05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a:t>
            </a:r>
          </a:p>
        </p:txBody>
      </p:sp>
      <p:sp>
        <p:nvSpPr>
          <p:cNvPr id="17" name="Text Placeholder 4">
            <a:extLst>
              <a:ext uri="{FF2B5EF4-FFF2-40B4-BE49-F238E27FC236}">
                <a16:creationId xmlns:a16="http://schemas.microsoft.com/office/drawing/2014/main" id="{6DAFD4C9-E6EA-68B1-AE47-8BEF8A00F2D7}"/>
              </a:ext>
            </a:extLst>
          </p:cNvPr>
          <p:cNvSpPr>
            <a:spLocks noGrp="1"/>
          </p:cNvSpPr>
          <p:nvPr>
            <p:ph type="body" sz="quarter" idx="39" hasCustomPrompt="1"/>
          </p:nvPr>
        </p:nvSpPr>
        <p:spPr>
          <a:xfrm>
            <a:off x="9055608" y="3892444"/>
            <a:ext cx="2400300" cy="2291268"/>
          </a:xfrm>
          <a:prstGeom prst="rect">
            <a:avLst/>
          </a:prstGeom>
        </p:spPr>
        <p:txBody>
          <a:bodyPr wrap="square"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Lorem ipsum </a:t>
            </a:r>
            <a:r>
              <a:rPr lang="en-US" err="1"/>
              <a:t>nulla</a:t>
            </a:r>
            <a:r>
              <a:rPr lang="en-US"/>
              <a:t> </a:t>
            </a:r>
            <a:r>
              <a:rPr lang="en-US" err="1"/>
              <a:t>primis</a:t>
            </a:r>
            <a:r>
              <a:rPr lang="en-US"/>
              <a:t> eros mi </a:t>
            </a:r>
            <a:r>
              <a:rPr lang="en-US" err="1"/>
              <a:t>maecenas</a:t>
            </a:r>
            <a:r>
              <a:rPr lang="en-US"/>
              <a:t> ligula magna, </a:t>
            </a:r>
            <a:r>
              <a:rPr lang="en-US" err="1"/>
              <a:t>nibh</a:t>
            </a:r>
            <a:r>
              <a:rPr lang="en-US"/>
              <a:t> </a:t>
            </a:r>
            <a:r>
              <a:rPr lang="en-US" err="1"/>
              <a:t>commodo</a:t>
            </a:r>
            <a:r>
              <a:rPr lang="en-US"/>
              <a:t> </a:t>
            </a:r>
            <a:r>
              <a:rPr lang="en-US" err="1"/>
              <a:t>aenean</a:t>
            </a:r>
            <a:r>
              <a:rPr lang="en-US"/>
              <a:t> </a:t>
            </a:r>
            <a:r>
              <a:rPr lang="en-US" err="1"/>
              <a:t>leo</a:t>
            </a:r>
            <a:r>
              <a:rPr lang="en-US"/>
              <a:t> porta </a:t>
            </a:r>
            <a:r>
              <a:rPr lang="en-US" err="1"/>
              <a:t>duis</a:t>
            </a:r>
            <a:r>
              <a:rPr lang="en-US"/>
              <a:t> magna </a:t>
            </a:r>
            <a:r>
              <a:rPr lang="en-US" err="1"/>
              <a:t>felis</a:t>
            </a:r>
            <a:r>
              <a:rPr lang="en-US"/>
              <a:t> </a:t>
            </a:r>
            <a:r>
              <a:rPr lang="en-US" err="1"/>
              <a:t>bibendum</a:t>
            </a:r>
            <a:r>
              <a:rPr lang="en-US"/>
              <a:t> </a:t>
            </a:r>
            <a:r>
              <a:rPr lang="en-US" err="1"/>
              <a:t>tempor</a:t>
            </a:r>
            <a:r>
              <a:rPr lang="en-US"/>
              <a:t> </a:t>
            </a:r>
            <a:r>
              <a:rPr lang="en-US" err="1"/>
              <a:t>cubilia</a:t>
            </a:r>
            <a:r>
              <a:rPr lang="en-US"/>
              <a:t> gravida </a:t>
            </a:r>
            <a:r>
              <a:rPr lang="en-US" err="1"/>
              <a:t>molestie</a:t>
            </a:r>
            <a:r>
              <a:rPr lang="en-US"/>
              <a:t> a </a:t>
            </a:r>
            <a:r>
              <a:rPr lang="en-US" err="1"/>
              <a:t>pretium</a:t>
            </a:r>
            <a:r>
              <a:rPr lang="en-US"/>
              <a:t> </a:t>
            </a:r>
            <a:r>
              <a:rPr lang="en-US" err="1"/>
              <a:t>egestas</a:t>
            </a:r>
            <a:r>
              <a:rPr lang="en-US"/>
              <a:t> </a:t>
            </a:r>
            <a:r>
              <a:rPr lang="en-US" err="1"/>
              <a:t>iaculis</a:t>
            </a:r>
            <a:r>
              <a:rPr lang="en-US"/>
              <a:t> per, eros sit </a:t>
            </a:r>
            <a:r>
              <a:rPr lang="en-US" err="1"/>
              <a:t>leo</a:t>
            </a:r>
            <a:r>
              <a:rPr lang="en-US"/>
              <a:t> </a:t>
            </a:r>
            <a:r>
              <a:rPr lang="en-US" err="1"/>
              <a:t>augue</a:t>
            </a:r>
            <a:r>
              <a:rPr lang="en-US"/>
              <a:t> tempus </a:t>
            </a:r>
            <a:r>
              <a:rPr lang="en-US" err="1"/>
              <a:t>consectetur</a:t>
            </a:r>
            <a:r>
              <a:rPr lang="en-US"/>
              <a:t> </a:t>
            </a:r>
            <a:r>
              <a:rPr lang="en-US" err="1"/>
              <a:t>primis</a:t>
            </a:r>
            <a:r>
              <a:rPr lang="en-US"/>
              <a:t> dolor ac </a:t>
            </a:r>
            <a:r>
              <a:rPr lang="en-US" err="1"/>
              <a:t>euismod</a:t>
            </a:r>
            <a:r>
              <a:rPr lang="en-US"/>
              <a:t> </a:t>
            </a:r>
            <a:r>
              <a:rPr lang="en-US" err="1"/>
              <a:t>accumsan</a:t>
            </a:r>
            <a:r>
              <a:rPr lang="en-US"/>
              <a:t>, </a:t>
            </a:r>
            <a:r>
              <a:rPr lang="en-US" err="1"/>
              <a:t>vivamus</a:t>
            </a:r>
            <a:r>
              <a:rPr lang="en-US"/>
              <a:t> </a:t>
            </a:r>
            <a:r>
              <a:rPr lang="en-US" err="1"/>
              <a:t>feugiat</a:t>
            </a:r>
            <a:r>
              <a:rPr lang="en-US"/>
              <a:t> </a:t>
            </a:r>
            <a:r>
              <a:rPr lang="en-US" err="1"/>
              <a:t>elit</a:t>
            </a:r>
            <a:r>
              <a:rPr lang="en-US"/>
              <a:t> </a:t>
            </a:r>
            <a:r>
              <a:rPr lang="en-US" err="1"/>
              <a:t>luctus</a:t>
            </a:r>
            <a:r>
              <a:rPr lang="en-US"/>
              <a:t> libero </a:t>
            </a:r>
            <a:r>
              <a:rPr lang="en-US" err="1"/>
              <a:t>duis</a:t>
            </a:r>
            <a:r>
              <a:rPr lang="en-US"/>
              <a:t> </a:t>
            </a:r>
            <a:r>
              <a:rPr lang="en-US" err="1"/>
              <a:t>elementum</a:t>
            </a:r>
            <a:r>
              <a:rPr lang="en-US"/>
              <a:t> </a:t>
            </a:r>
            <a:r>
              <a:rPr lang="en-US" err="1"/>
              <a:t>etiam</a:t>
            </a:r>
            <a:r>
              <a:rPr lang="en-US"/>
              <a:t> lorem cursus </a:t>
            </a:r>
            <a:r>
              <a:rPr lang="en-US" err="1"/>
              <a:t>hendrerit</a:t>
            </a:r>
            <a:r>
              <a:rPr lang="en-US"/>
              <a:t> </a:t>
            </a:r>
            <a:r>
              <a:rPr lang="en-US" err="1"/>
              <a:t>curae</a:t>
            </a:r>
            <a:r>
              <a:rPr lang="en-US"/>
              <a:t> </a:t>
            </a:r>
            <a:r>
              <a:rPr lang="en-US" err="1"/>
              <a:t>primis</a:t>
            </a:r>
            <a:r>
              <a:rPr lang="en-US"/>
              <a:t> </a:t>
            </a:r>
            <a:r>
              <a:rPr lang="en-US" err="1"/>
              <a:t>cubilia</a:t>
            </a:r>
            <a:r>
              <a:rPr lang="en-US"/>
              <a:t>.</a:t>
            </a:r>
          </a:p>
        </p:txBody>
      </p:sp>
      <p:sp>
        <p:nvSpPr>
          <p:cNvPr id="18" name="Picture Placeholder 3">
            <a:extLst>
              <a:ext uri="{FF2B5EF4-FFF2-40B4-BE49-F238E27FC236}">
                <a16:creationId xmlns:a16="http://schemas.microsoft.com/office/drawing/2014/main" id="{10FD9B17-7D3A-73D7-A51D-A3A5FF8DA3BC}"/>
              </a:ext>
            </a:extLst>
          </p:cNvPr>
          <p:cNvSpPr>
            <a:spLocks noGrp="1"/>
          </p:cNvSpPr>
          <p:nvPr>
            <p:ph type="pic" sz="quarter" idx="40"/>
          </p:nvPr>
        </p:nvSpPr>
        <p:spPr>
          <a:xfrm>
            <a:off x="9055608" y="1491333"/>
            <a:ext cx="2404872" cy="1371600"/>
          </a:xfrm>
          <a:prstGeom prst="rect">
            <a:avLst/>
          </a:prstGeom>
        </p:spPr>
        <p:txBody>
          <a:bodyPr/>
          <a:lstStyle/>
          <a:p>
            <a:endParaRPr lang="en-US"/>
          </a:p>
        </p:txBody>
      </p:sp>
      <p:sp>
        <p:nvSpPr>
          <p:cNvPr id="3" name="Title 1">
            <a:extLst>
              <a:ext uri="{FF2B5EF4-FFF2-40B4-BE49-F238E27FC236}">
                <a16:creationId xmlns:a16="http://schemas.microsoft.com/office/drawing/2014/main" id="{AF9BFC9F-EE6C-AEB4-97F1-A5CE2C4BA255}"/>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F7669829-F3A9-621E-9905-791E46E27BD0}"/>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791480329"/>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photos_varied_blur">
    <p:spTree>
      <p:nvGrpSpPr>
        <p:cNvPr id="1" name=""/>
        <p:cNvGrpSpPr/>
        <p:nvPr/>
      </p:nvGrpSpPr>
      <p:grpSpPr>
        <a:xfrm>
          <a:off x="0" y="0"/>
          <a:ext cx="0" cy="0"/>
          <a:chOff x="0" y="0"/>
          <a:chExt cx="0" cy="0"/>
        </a:xfrm>
      </p:grpSpPr>
      <p:pic>
        <p:nvPicPr>
          <p:cNvPr id="23" name="Picture 22" descr="Purple Blur&#10;">
            <a:extLst>
              <a:ext uri="{FF2B5EF4-FFF2-40B4-BE49-F238E27FC236}">
                <a16:creationId xmlns:a16="http://schemas.microsoft.com/office/drawing/2014/main" id="{20858E9A-CB5D-190B-E115-D040F11CFFA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3560136"/>
            <a:ext cx="1488559" cy="2713074"/>
          </a:xfrm>
          <a:prstGeom prst="rect">
            <a:avLst/>
          </a:prstGeom>
        </p:spPr>
      </p:pic>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2700596"/>
            <a:ext cx="2616200" cy="2605088"/>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2828666" y="1286134"/>
            <a:ext cx="3923414" cy="4370387"/>
          </a:xfrm>
          <a:prstGeom prst="rect">
            <a:avLst/>
          </a:prstGeom>
        </p:spPr>
        <p:txBody>
          <a:bodyPr/>
          <a:lstStyle/>
          <a:p>
            <a:endParaRPr lang="en-US"/>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6964546" y="2179896"/>
            <a:ext cx="2179638" cy="2614613"/>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9356651" y="1775084"/>
            <a:ext cx="2835349" cy="3413125"/>
          </a:xfrm>
          <a:prstGeom prst="rect">
            <a:avLst/>
          </a:prstGeom>
        </p:spPr>
        <p:txBody>
          <a:bodyPr/>
          <a:lstStyle/>
          <a:p>
            <a:endParaRPr lang="en-US"/>
          </a:p>
        </p:txBody>
      </p:sp>
      <p:pic>
        <p:nvPicPr>
          <p:cNvPr id="21" name="Picture 20" descr="Purple blur&#10;">
            <a:extLst>
              <a:ext uri="{FF2B5EF4-FFF2-40B4-BE49-F238E27FC236}">
                <a16:creationId xmlns:a16="http://schemas.microsoft.com/office/drawing/2014/main" id="{FC072D8F-9413-C0EE-DD0E-94A9EA142EC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969200" y="0"/>
            <a:ext cx="1260401" cy="1260401"/>
          </a:xfrm>
          <a:prstGeom prst="rect">
            <a:avLst/>
          </a:prstGeom>
        </p:spPr>
      </p:pic>
      <p:sp>
        <p:nvSpPr>
          <p:cNvPr id="3" name="Title 1">
            <a:extLst>
              <a:ext uri="{FF2B5EF4-FFF2-40B4-BE49-F238E27FC236}">
                <a16:creationId xmlns:a16="http://schemas.microsoft.com/office/drawing/2014/main" id="{2D6477BC-51B4-390A-0147-95CB7052C8DD}"/>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615F930C-ED21-E214-FA54-5737DC241386}"/>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40261191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photos_varie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2700596"/>
            <a:ext cx="2616200" cy="2605088"/>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2828666" y="1286134"/>
            <a:ext cx="3923414" cy="4370387"/>
          </a:xfrm>
          <a:prstGeom prst="rect">
            <a:avLst/>
          </a:prstGeom>
        </p:spPr>
        <p:txBody>
          <a:bodyPr/>
          <a:lstStyle/>
          <a:p>
            <a:endParaRPr lang="en-US"/>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6964546" y="2179896"/>
            <a:ext cx="2179638" cy="2614613"/>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9356651" y="1775084"/>
            <a:ext cx="2835349" cy="3413125"/>
          </a:xfrm>
          <a:prstGeom prst="rect">
            <a:avLst/>
          </a:prstGeom>
        </p:spPr>
        <p:txBody>
          <a:bodyPr/>
          <a:lstStyle/>
          <a:p>
            <a:endParaRPr lang="en-US"/>
          </a:p>
        </p:txBody>
      </p:sp>
      <p:sp>
        <p:nvSpPr>
          <p:cNvPr id="3" name="Title 1">
            <a:extLst>
              <a:ext uri="{FF2B5EF4-FFF2-40B4-BE49-F238E27FC236}">
                <a16:creationId xmlns:a16="http://schemas.microsoft.com/office/drawing/2014/main" id="{575F403F-1791-E454-1EF7-19537E5F09F9}"/>
              </a:ext>
            </a:extLst>
          </p:cNvPr>
          <p:cNvSpPr>
            <a:spLocks noGrp="1"/>
          </p:cNvSpPr>
          <p:nvPr>
            <p:ph type="title" hasCustomPrompt="1"/>
          </p:nvPr>
        </p:nvSpPr>
        <p:spPr>
          <a:xfrm>
            <a:off x="633632" y="722842"/>
            <a:ext cx="1095670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7D955803-2C5C-0B5F-11E5-5F0FBB37EADB}"/>
              </a:ext>
            </a:extLst>
          </p:cNvPr>
          <p:cNvSpPr>
            <a:spLocks noGrp="1"/>
          </p:cNvSpPr>
          <p:nvPr>
            <p:ph type="body" sz="quarter" idx="28" hasCustomPrompt="1"/>
          </p:nvPr>
        </p:nvSpPr>
        <p:spPr>
          <a:xfrm>
            <a:off x="633632" y="419099"/>
            <a:ext cx="1095670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3440916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photos_Case_Study_Intro_A">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2" y="1"/>
            <a:ext cx="3044952" cy="6858000"/>
          </a:xfrm>
          <a:prstGeom prst="rect">
            <a:avLst/>
          </a:prstGeom>
        </p:spPr>
        <p:txBody>
          <a:bodyPr/>
          <a:lstStyle/>
          <a:p>
            <a:endParaRPr lang="en-US"/>
          </a:p>
        </p:txBody>
      </p:sp>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049015" y="1"/>
            <a:ext cx="3044952" cy="6858000"/>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3436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3436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827EC50B-97F1-95B1-1645-215DA9E1E3BF}"/>
              </a:ext>
            </a:extLst>
          </p:cNvPr>
          <p:cNvSpPr>
            <a:spLocks noGrp="1"/>
          </p:cNvSpPr>
          <p:nvPr>
            <p:ph type="body" sz="quarter" idx="32" hasCustomPrompt="1"/>
          </p:nvPr>
        </p:nvSpPr>
        <p:spPr>
          <a:xfrm>
            <a:off x="3431287"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DB968DD-CEBD-F381-301F-90981E0D721D}"/>
              </a:ext>
            </a:extLst>
          </p:cNvPr>
          <p:cNvSpPr>
            <a:spLocks noGrp="1"/>
          </p:cNvSpPr>
          <p:nvPr>
            <p:ph type="body" sz="quarter" idx="33" hasCustomPrompt="1"/>
          </p:nvPr>
        </p:nvSpPr>
        <p:spPr>
          <a:xfrm>
            <a:off x="3431287"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6098032" y="1"/>
            <a:ext cx="3044952" cy="6858000"/>
          </a:xfrm>
          <a:prstGeom prst="rect">
            <a:avLst/>
          </a:prstGeom>
        </p:spPr>
        <p:txBody>
          <a:bodyPr/>
          <a:lstStyle/>
          <a:p>
            <a:endParaRPr lang="en-US"/>
          </a:p>
        </p:txBody>
      </p:sp>
      <p:sp>
        <p:nvSpPr>
          <p:cNvPr id="16" name="Picture Placeholder 12">
            <a:extLst>
              <a:ext uri="{FF2B5EF4-FFF2-40B4-BE49-F238E27FC236}">
                <a16:creationId xmlns:a16="http://schemas.microsoft.com/office/drawing/2014/main" id="{E55DC887-581D-F1A6-AE8A-07BF09DACBF5}"/>
              </a:ext>
            </a:extLst>
          </p:cNvPr>
          <p:cNvSpPr>
            <a:spLocks noGrp="1"/>
          </p:cNvSpPr>
          <p:nvPr>
            <p:ph type="pic" sz="quarter" idx="35"/>
          </p:nvPr>
        </p:nvSpPr>
        <p:spPr>
          <a:xfrm>
            <a:off x="9147048" y="1"/>
            <a:ext cx="3044952" cy="6858000"/>
          </a:xfrm>
          <a:prstGeom prst="rect">
            <a:avLst/>
          </a:prstGeom>
        </p:spPr>
        <p:txBody>
          <a:bodyPr/>
          <a:lstStyle/>
          <a:p>
            <a:endParaRPr lang="en-US"/>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6515863"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6515863"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603488"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603488"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665614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photos_Case_Study_Intro_A">
    <p:spTree>
      <p:nvGrpSpPr>
        <p:cNvPr id="1" name=""/>
        <p:cNvGrpSpPr/>
        <p:nvPr/>
      </p:nvGrpSpPr>
      <p:grpSpPr>
        <a:xfrm>
          <a:off x="0" y="0"/>
          <a:ext cx="0" cy="0"/>
          <a:chOff x="0" y="0"/>
          <a:chExt cx="0" cy="0"/>
        </a:xfrm>
      </p:grpSpPr>
      <p:sp>
        <p:nvSpPr>
          <p:cNvPr id="17" name="Picture Placeholder 12">
            <a:extLst>
              <a:ext uri="{FF2B5EF4-FFF2-40B4-BE49-F238E27FC236}">
                <a16:creationId xmlns:a16="http://schemas.microsoft.com/office/drawing/2014/main" id="{B84B59E6-DB3C-524C-C721-DF0AEF48CED0}"/>
              </a:ext>
            </a:extLst>
          </p:cNvPr>
          <p:cNvSpPr>
            <a:spLocks noGrp="1"/>
          </p:cNvSpPr>
          <p:nvPr>
            <p:ph type="pic" sz="quarter" idx="40"/>
          </p:nvPr>
        </p:nvSpPr>
        <p:spPr>
          <a:xfrm>
            <a:off x="8122920" y="1"/>
            <a:ext cx="4069080" cy="6858000"/>
          </a:xfrm>
          <a:prstGeom prst="rect">
            <a:avLst/>
          </a:prstGeom>
        </p:spPr>
        <p:txBody>
          <a:bodyPr/>
          <a:lstStyle/>
          <a:p>
            <a:endParaRPr lang="en-US"/>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0" y="1"/>
            <a:ext cx="4069080" cy="6858000"/>
          </a:xfrm>
          <a:prstGeom prst="rect">
            <a:avLst/>
          </a:prstGeom>
        </p:spPr>
        <p:txBody>
          <a:bodyPr/>
          <a:lstStyle/>
          <a:p>
            <a:endParaRPr lang="en-US"/>
          </a:p>
        </p:txBody>
      </p:sp>
      <p:sp>
        <p:nvSpPr>
          <p:cNvPr id="9" name="Picture Placeholder 12">
            <a:extLst>
              <a:ext uri="{FF2B5EF4-FFF2-40B4-BE49-F238E27FC236}">
                <a16:creationId xmlns:a16="http://schemas.microsoft.com/office/drawing/2014/main" id="{D40E92CB-4429-D81E-AE0E-74FA641AF1D7}"/>
              </a:ext>
            </a:extLst>
          </p:cNvPr>
          <p:cNvSpPr>
            <a:spLocks noGrp="1"/>
          </p:cNvSpPr>
          <p:nvPr>
            <p:ph type="pic" sz="quarter" idx="37"/>
          </p:nvPr>
        </p:nvSpPr>
        <p:spPr>
          <a:xfrm>
            <a:off x="4061460" y="1"/>
            <a:ext cx="4069080" cy="6858000"/>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3436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3436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5" name="Text Placeholder 4">
            <a:extLst>
              <a:ext uri="{FF2B5EF4-FFF2-40B4-BE49-F238E27FC236}">
                <a16:creationId xmlns:a16="http://schemas.microsoft.com/office/drawing/2014/main" id="{D6A1F11A-7C19-9AF1-8D46-17DC6138F663}"/>
              </a:ext>
            </a:extLst>
          </p:cNvPr>
          <p:cNvSpPr>
            <a:spLocks noGrp="1"/>
          </p:cNvSpPr>
          <p:nvPr>
            <p:ph type="body" sz="quarter" idx="35" hasCustomPrompt="1"/>
          </p:nvPr>
        </p:nvSpPr>
        <p:spPr>
          <a:xfrm>
            <a:off x="44584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6" name="Text Placeholder 4">
            <a:extLst>
              <a:ext uri="{FF2B5EF4-FFF2-40B4-BE49-F238E27FC236}">
                <a16:creationId xmlns:a16="http://schemas.microsoft.com/office/drawing/2014/main" id="{210FF0E1-8D9D-EEE3-60BA-CF73F351DF91}"/>
              </a:ext>
            </a:extLst>
          </p:cNvPr>
          <p:cNvSpPr>
            <a:spLocks noGrp="1"/>
          </p:cNvSpPr>
          <p:nvPr>
            <p:ph type="body" sz="quarter" idx="36" hasCustomPrompt="1"/>
          </p:nvPr>
        </p:nvSpPr>
        <p:spPr>
          <a:xfrm>
            <a:off x="44584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1" name="Text Placeholder 4">
            <a:extLst>
              <a:ext uri="{FF2B5EF4-FFF2-40B4-BE49-F238E27FC236}">
                <a16:creationId xmlns:a16="http://schemas.microsoft.com/office/drawing/2014/main" id="{1565875D-645C-4E8A-84A9-85DA3A7C6D3A}"/>
              </a:ext>
            </a:extLst>
          </p:cNvPr>
          <p:cNvSpPr>
            <a:spLocks noGrp="1"/>
          </p:cNvSpPr>
          <p:nvPr>
            <p:ph type="body" sz="quarter" idx="38" hasCustomPrompt="1"/>
          </p:nvPr>
        </p:nvSpPr>
        <p:spPr>
          <a:xfrm>
            <a:off x="84970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5" name="Text Placeholder 4">
            <a:extLst>
              <a:ext uri="{FF2B5EF4-FFF2-40B4-BE49-F238E27FC236}">
                <a16:creationId xmlns:a16="http://schemas.microsoft.com/office/drawing/2014/main" id="{206FED9F-44EA-A943-059C-C15E1B5FC86A}"/>
              </a:ext>
            </a:extLst>
          </p:cNvPr>
          <p:cNvSpPr>
            <a:spLocks noGrp="1"/>
          </p:cNvSpPr>
          <p:nvPr>
            <p:ph type="body" sz="quarter" idx="39" hasCustomPrompt="1"/>
          </p:nvPr>
        </p:nvSpPr>
        <p:spPr>
          <a:xfrm>
            <a:off x="84970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26611826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photos_Case_Study_Intro_A">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1" y="1"/>
            <a:ext cx="6112933" cy="6858000"/>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7700"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7700"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 name="Picture Placeholder 12">
            <a:extLst>
              <a:ext uri="{FF2B5EF4-FFF2-40B4-BE49-F238E27FC236}">
                <a16:creationId xmlns:a16="http://schemas.microsoft.com/office/drawing/2014/main" id="{C7F119B1-945E-DB84-8CCC-48ECFF66E18A}"/>
              </a:ext>
            </a:extLst>
          </p:cNvPr>
          <p:cNvSpPr>
            <a:spLocks noGrp="1"/>
          </p:cNvSpPr>
          <p:nvPr>
            <p:ph type="pic" sz="quarter" idx="35"/>
          </p:nvPr>
        </p:nvSpPr>
        <p:spPr>
          <a:xfrm>
            <a:off x="6079067" y="1"/>
            <a:ext cx="6112933" cy="6858000"/>
          </a:xfrm>
          <a:prstGeom prst="rect">
            <a:avLst/>
          </a:prstGeom>
        </p:spPr>
        <p:txBody>
          <a:bodyPr/>
          <a:lstStyle/>
          <a:p>
            <a:endParaRPr lang="en-US"/>
          </a:p>
        </p:txBody>
      </p:sp>
      <p:sp>
        <p:nvSpPr>
          <p:cNvPr id="10" name="Text Placeholder 4">
            <a:extLst>
              <a:ext uri="{FF2B5EF4-FFF2-40B4-BE49-F238E27FC236}">
                <a16:creationId xmlns:a16="http://schemas.microsoft.com/office/drawing/2014/main" id="{98D26C75-51C3-5A6C-E9B2-8C5ED2E7DC3C}"/>
              </a:ext>
            </a:extLst>
          </p:cNvPr>
          <p:cNvSpPr>
            <a:spLocks noGrp="1"/>
          </p:cNvSpPr>
          <p:nvPr>
            <p:ph type="body" sz="quarter" idx="36" hasCustomPrompt="1"/>
          </p:nvPr>
        </p:nvSpPr>
        <p:spPr>
          <a:xfrm>
            <a:off x="6743701"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0CE14F46-9EA2-9FF5-00DF-32589A51A587}"/>
              </a:ext>
            </a:extLst>
          </p:cNvPr>
          <p:cNvSpPr>
            <a:spLocks noGrp="1"/>
          </p:cNvSpPr>
          <p:nvPr>
            <p:ph type="body" sz="quarter" idx="37" hasCustomPrompt="1"/>
          </p:nvPr>
        </p:nvSpPr>
        <p:spPr>
          <a:xfrm>
            <a:off x="6743701"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27638382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photos_Case_Study_Intro_B">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2" y="1"/>
            <a:ext cx="3044952" cy="4729162"/>
          </a:xfrm>
          <a:prstGeom prst="rect">
            <a:avLst/>
          </a:prstGeom>
        </p:spPr>
        <p:txBody>
          <a:bodyPr/>
          <a:lstStyle/>
          <a:p>
            <a:endParaRPr lang="en-US"/>
          </a:p>
        </p:txBody>
      </p:sp>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049015" y="1"/>
            <a:ext cx="3044952" cy="4729162"/>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8232"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8232"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827EC50B-97F1-95B1-1645-215DA9E1E3BF}"/>
              </a:ext>
            </a:extLst>
          </p:cNvPr>
          <p:cNvSpPr>
            <a:spLocks noGrp="1"/>
          </p:cNvSpPr>
          <p:nvPr>
            <p:ph type="body" sz="quarter" idx="32" hasCustomPrompt="1"/>
          </p:nvPr>
        </p:nvSpPr>
        <p:spPr>
          <a:xfrm>
            <a:off x="3416300"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DB968DD-CEBD-F381-301F-90981E0D721D}"/>
              </a:ext>
            </a:extLst>
          </p:cNvPr>
          <p:cNvSpPr>
            <a:spLocks noGrp="1"/>
          </p:cNvSpPr>
          <p:nvPr>
            <p:ph type="body" sz="quarter" idx="33" hasCustomPrompt="1"/>
          </p:nvPr>
        </p:nvSpPr>
        <p:spPr>
          <a:xfrm>
            <a:off x="3416300"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6098032" y="1"/>
            <a:ext cx="3044952" cy="4729162"/>
          </a:xfrm>
          <a:prstGeom prst="rect">
            <a:avLst/>
          </a:prstGeom>
        </p:spPr>
        <p:txBody>
          <a:bodyPr/>
          <a:lstStyle/>
          <a:p>
            <a:endParaRPr lang="en-US"/>
          </a:p>
        </p:txBody>
      </p:sp>
      <p:sp>
        <p:nvSpPr>
          <p:cNvPr id="16" name="Picture Placeholder 12">
            <a:extLst>
              <a:ext uri="{FF2B5EF4-FFF2-40B4-BE49-F238E27FC236}">
                <a16:creationId xmlns:a16="http://schemas.microsoft.com/office/drawing/2014/main" id="{E55DC887-581D-F1A6-AE8A-07BF09DACBF5}"/>
              </a:ext>
            </a:extLst>
          </p:cNvPr>
          <p:cNvSpPr>
            <a:spLocks noGrp="1"/>
          </p:cNvSpPr>
          <p:nvPr>
            <p:ph type="pic" sz="quarter" idx="35"/>
          </p:nvPr>
        </p:nvSpPr>
        <p:spPr>
          <a:xfrm>
            <a:off x="9147048" y="1"/>
            <a:ext cx="3044952" cy="4729162"/>
          </a:xfrm>
          <a:prstGeom prst="rect">
            <a:avLst/>
          </a:prstGeom>
        </p:spPr>
        <p:txBody>
          <a:bodyPr/>
          <a:lstStyle/>
          <a:p>
            <a:endParaRPr lang="en-US"/>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6454013"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6454013"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455150"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455150"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42550254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photos_Case_Study_Intro_B">
    <p:spTree>
      <p:nvGrpSpPr>
        <p:cNvPr id="1" name=""/>
        <p:cNvGrpSpPr/>
        <p:nvPr/>
      </p:nvGrpSpPr>
      <p:grpSpPr>
        <a:xfrm>
          <a:off x="0" y="0"/>
          <a:ext cx="0" cy="0"/>
          <a:chOff x="0" y="0"/>
          <a:chExt cx="0" cy="0"/>
        </a:xfrm>
      </p:grpSpPr>
      <p:sp>
        <p:nvSpPr>
          <p:cNvPr id="25" name="Picture Placeholder 12">
            <a:extLst>
              <a:ext uri="{FF2B5EF4-FFF2-40B4-BE49-F238E27FC236}">
                <a16:creationId xmlns:a16="http://schemas.microsoft.com/office/drawing/2014/main" id="{8CEB80F1-2238-7003-E60A-777E8870D8CA}"/>
              </a:ext>
            </a:extLst>
          </p:cNvPr>
          <p:cNvSpPr>
            <a:spLocks noGrp="1"/>
          </p:cNvSpPr>
          <p:nvPr>
            <p:ph type="pic" sz="quarter" idx="40"/>
          </p:nvPr>
        </p:nvSpPr>
        <p:spPr>
          <a:xfrm>
            <a:off x="8122920" y="1"/>
            <a:ext cx="4069080" cy="4727448"/>
          </a:xfrm>
          <a:prstGeom prst="rect">
            <a:avLst/>
          </a:prstGeom>
        </p:spPr>
        <p:txBody>
          <a:bodyPr/>
          <a:lstStyle/>
          <a:p>
            <a:endParaRPr lang="en-US"/>
          </a:p>
        </p:txBody>
      </p:sp>
      <p:sp>
        <p:nvSpPr>
          <p:cNvPr id="26" name="Picture Placeholder 12">
            <a:extLst>
              <a:ext uri="{FF2B5EF4-FFF2-40B4-BE49-F238E27FC236}">
                <a16:creationId xmlns:a16="http://schemas.microsoft.com/office/drawing/2014/main" id="{081F6261-AB67-5FCE-B3A8-35604F14E2A9}"/>
              </a:ext>
            </a:extLst>
          </p:cNvPr>
          <p:cNvSpPr>
            <a:spLocks noGrp="1"/>
          </p:cNvSpPr>
          <p:nvPr>
            <p:ph type="pic" sz="quarter" idx="34"/>
          </p:nvPr>
        </p:nvSpPr>
        <p:spPr>
          <a:xfrm>
            <a:off x="0" y="1"/>
            <a:ext cx="4069080" cy="4727448"/>
          </a:xfrm>
          <a:prstGeom prst="rect">
            <a:avLst/>
          </a:prstGeom>
        </p:spPr>
        <p:txBody>
          <a:bodyPr/>
          <a:lstStyle/>
          <a:p>
            <a:endParaRPr lang="en-US"/>
          </a:p>
        </p:txBody>
      </p:sp>
      <p:sp>
        <p:nvSpPr>
          <p:cNvPr id="27" name="Picture Placeholder 12">
            <a:extLst>
              <a:ext uri="{FF2B5EF4-FFF2-40B4-BE49-F238E27FC236}">
                <a16:creationId xmlns:a16="http://schemas.microsoft.com/office/drawing/2014/main" id="{B960C74D-5AC8-20B0-B8EC-5A82F42EEBCD}"/>
              </a:ext>
            </a:extLst>
          </p:cNvPr>
          <p:cNvSpPr>
            <a:spLocks noGrp="1"/>
          </p:cNvSpPr>
          <p:nvPr>
            <p:ph type="pic" sz="quarter" idx="37"/>
          </p:nvPr>
        </p:nvSpPr>
        <p:spPr>
          <a:xfrm>
            <a:off x="4061460" y="1"/>
            <a:ext cx="4069080" cy="4727448"/>
          </a:xfrm>
          <a:prstGeom prst="rect">
            <a:avLst/>
          </a:prstGeom>
        </p:spPr>
        <p:txBody>
          <a:bodyPr/>
          <a:lstStyle/>
          <a:p>
            <a:endParaRPr lang="en-US"/>
          </a:p>
        </p:txBody>
      </p:sp>
      <p:sp>
        <p:nvSpPr>
          <p:cNvPr id="28" name="Text Placeholder 4">
            <a:extLst>
              <a:ext uri="{FF2B5EF4-FFF2-40B4-BE49-F238E27FC236}">
                <a16:creationId xmlns:a16="http://schemas.microsoft.com/office/drawing/2014/main" id="{1E694EF9-63E8-2DD1-855D-8226F0B9D7EE}"/>
              </a:ext>
            </a:extLst>
          </p:cNvPr>
          <p:cNvSpPr>
            <a:spLocks noGrp="1"/>
          </p:cNvSpPr>
          <p:nvPr>
            <p:ph type="body" sz="quarter" idx="41" hasCustomPrompt="1"/>
          </p:nvPr>
        </p:nvSpPr>
        <p:spPr>
          <a:xfrm>
            <a:off x="652582" y="5230368"/>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9" name="Text Placeholder 4">
            <a:extLst>
              <a:ext uri="{FF2B5EF4-FFF2-40B4-BE49-F238E27FC236}">
                <a16:creationId xmlns:a16="http://schemas.microsoft.com/office/drawing/2014/main" id="{0AC54D94-5550-35E2-9CBB-6380D1A0559B}"/>
              </a:ext>
            </a:extLst>
          </p:cNvPr>
          <p:cNvSpPr>
            <a:spLocks noGrp="1"/>
          </p:cNvSpPr>
          <p:nvPr>
            <p:ph type="body" sz="quarter" idx="42" hasCustomPrompt="1"/>
          </p:nvPr>
        </p:nvSpPr>
        <p:spPr>
          <a:xfrm>
            <a:off x="652582" y="5620940"/>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30" name="Text Placeholder 4">
            <a:extLst>
              <a:ext uri="{FF2B5EF4-FFF2-40B4-BE49-F238E27FC236}">
                <a16:creationId xmlns:a16="http://schemas.microsoft.com/office/drawing/2014/main" id="{1174A8AE-15FF-5BDD-7685-4FAF6EF23C53}"/>
              </a:ext>
            </a:extLst>
          </p:cNvPr>
          <p:cNvSpPr>
            <a:spLocks noGrp="1"/>
          </p:cNvSpPr>
          <p:nvPr>
            <p:ph type="body" sz="quarter" idx="35" hasCustomPrompt="1"/>
          </p:nvPr>
        </p:nvSpPr>
        <p:spPr>
          <a:xfrm>
            <a:off x="4767382" y="5233641"/>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31" name="Text Placeholder 4">
            <a:extLst>
              <a:ext uri="{FF2B5EF4-FFF2-40B4-BE49-F238E27FC236}">
                <a16:creationId xmlns:a16="http://schemas.microsoft.com/office/drawing/2014/main" id="{8D7025AF-5AD5-E053-39A9-A1C9947284B8}"/>
              </a:ext>
            </a:extLst>
          </p:cNvPr>
          <p:cNvSpPr>
            <a:spLocks noGrp="1"/>
          </p:cNvSpPr>
          <p:nvPr>
            <p:ph type="body" sz="quarter" idx="36" hasCustomPrompt="1"/>
          </p:nvPr>
        </p:nvSpPr>
        <p:spPr>
          <a:xfrm>
            <a:off x="4767382" y="5620940"/>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32" name="Text Placeholder 4">
            <a:extLst>
              <a:ext uri="{FF2B5EF4-FFF2-40B4-BE49-F238E27FC236}">
                <a16:creationId xmlns:a16="http://schemas.microsoft.com/office/drawing/2014/main" id="{A5C5A44C-A29D-3C27-3B25-9F14C1ECA7BB}"/>
              </a:ext>
            </a:extLst>
          </p:cNvPr>
          <p:cNvSpPr>
            <a:spLocks noGrp="1"/>
          </p:cNvSpPr>
          <p:nvPr>
            <p:ph type="body" sz="quarter" idx="38" hasCustomPrompt="1"/>
          </p:nvPr>
        </p:nvSpPr>
        <p:spPr>
          <a:xfrm>
            <a:off x="8805982" y="5233641"/>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33" name="Text Placeholder 4">
            <a:extLst>
              <a:ext uri="{FF2B5EF4-FFF2-40B4-BE49-F238E27FC236}">
                <a16:creationId xmlns:a16="http://schemas.microsoft.com/office/drawing/2014/main" id="{1BF15487-07BD-CB9A-E6A8-536C7BB5ED60}"/>
              </a:ext>
            </a:extLst>
          </p:cNvPr>
          <p:cNvSpPr>
            <a:spLocks noGrp="1"/>
          </p:cNvSpPr>
          <p:nvPr>
            <p:ph type="body" sz="quarter" idx="39" hasCustomPrompt="1"/>
          </p:nvPr>
        </p:nvSpPr>
        <p:spPr>
          <a:xfrm>
            <a:off x="8805982" y="5620940"/>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3038937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photos_Case_Study_Intro_B">
    <p:spTree>
      <p:nvGrpSpPr>
        <p:cNvPr id="1" name=""/>
        <p:cNvGrpSpPr/>
        <p:nvPr/>
      </p:nvGrpSpPr>
      <p:grpSpPr>
        <a:xfrm>
          <a:off x="0" y="0"/>
          <a:ext cx="0" cy="0"/>
          <a:chOff x="0" y="0"/>
          <a:chExt cx="0" cy="0"/>
        </a:xfrm>
      </p:grpSpPr>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2" y="1"/>
            <a:ext cx="6117336" cy="4727448"/>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7700" y="5223588"/>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7700" y="5610887"/>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 name="Picture Placeholder 12">
            <a:extLst>
              <a:ext uri="{FF2B5EF4-FFF2-40B4-BE49-F238E27FC236}">
                <a16:creationId xmlns:a16="http://schemas.microsoft.com/office/drawing/2014/main" id="{C7F119B1-945E-DB84-8CCC-48ECFF66E18A}"/>
              </a:ext>
            </a:extLst>
          </p:cNvPr>
          <p:cNvSpPr>
            <a:spLocks noGrp="1"/>
          </p:cNvSpPr>
          <p:nvPr>
            <p:ph type="pic" sz="quarter" idx="35"/>
          </p:nvPr>
        </p:nvSpPr>
        <p:spPr>
          <a:xfrm>
            <a:off x="6079066" y="1"/>
            <a:ext cx="6117336" cy="4727448"/>
          </a:xfrm>
          <a:prstGeom prst="rect">
            <a:avLst/>
          </a:prstGeom>
        </p:spPr>
        <p:txBody>
          <a:bodyPr/>
          <a:lstStyle/>
          <a:p>
            <a:endParaRPr lang="en-US"/>
          </a:p>
        </p:txBody>
      </p:sp>
      <p:sp>
        <p:nvSpPr>
          <p:cNvPr id="10" name="Text Placeholder 4">
            <a:extLst>
              <a:ext uri="{FF2B5EF4-FFF2-40B4-BE49-F238E27FC236}">
                <a16:creationId xmlns:a16="http://schemas.microsoft.com/office/drawing/2014/main" id="{98D26C75-51C3-5A6C-E9B2-8C5ED2E7DC3C}"/>
              </a:ext>
            </a:extLst>
          </p:cNvPr>
          <p:cNvSpPr>
            <a:spLocks noGrp="1"/>
          </p:cNvSpPr>
          <p:nvPr>
            <p:ph type="body" sz="quarter" idx="36" hasCustomPrompt="1"/>
          </p:nvPr>
        </p:nvSpPr>
        <p:spPr>
          <a:xfrm>
            <a:off x="6743701" y="5223588"/>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0CE14F46-9EA2-9FF5-00DF-32589A51A587}"/>
              </a:ext>
            </a:extLst>
          </p:cNvPr>
          <p:cNvSpPr>
            <a:spLocks noGrp="1"/>
          </p:cNvSpPr>
          <p:nvPr>
            <p:ph type="body" sz="quarter" idx="37" hasCustomPrompt="1"/>
          </p:nvPr>
        </p:nvSpPr>
        <p:spPr>
          <a:xfrm>
            <a:off x="6743701" y="5610887"/>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28856268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_photos_Case_Study_Intro_C">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2" y="1385887"/>
            <a:ext cx="3044952" cy="3343275"/>
          </a:xfrm>
          <a:prstGeom prst="rect">
            <a:avLst/>
          </a:prstGeom>
        </p:spPr>
        <p:txBody>
          <a:bodyPr/>
          <a:lstStyle/>
          <a:p>
            <a:endParaRPr lang="en-US"/>
          </a:p>
        </p:txBody>
      </p:sp>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049015" y="1"/>
            <a:ext cx="3044952" cy="3971924"/>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5642"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5642"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827EC50B-97F1-95B1-1645-215DA9E1E3BF}"/>
              </a:ext>
            </a:extLst>
          </p:cNvPr>
          <p:cNvSpPr>
            <a:spLocks noGrp="1"/>
          </p:cNvSpPr>
          <p:nvPr>
            <p:ph type="body" sz="quarter" idx="32" hasCustomPrompt="1"/>
          </p:nvPr>
        </p:nvSpPr>
        <p:spPr>
          <a:xfrm>
            <a:off x="3733267"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DB968DD-CEBD-F381-301F-90981E0D721D}"/>
              </a:ext>
            </a:extLst>
          </p:cNvPr>
          <p:cNvSpPr>
            <a:spLocks noGrp="1"/>
          </p:cNvSpPr>
          <p:nvPr>
            <p:ph type="body" sz="quarter" idx="33" hasCustomPrompt="1"/>
          </p:nvPr>
        </p:nvSpPr>
        <p:spPr>
          <a:xfrm>
            <a:off x="3733267"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6098032" y="1000125"/>
            <a:ext cx="3044952" cy="3346704"/>
          </a:xfrm>
          <a:prstGeom prst="rect">
            <a:avLst/>
          </a:prstGeom>
        </p:spPr>
        <p:txBody>
          <a:bodyPr/>
          <a:lstStyle/>
          <a:p>
            <a:endParaRPr lang="en-US"/>
          </a:p>
        </p:txBody>
      </p:sp>
      <p:sp>
        <p:nvSpPr>
          <p:cNvPr id="16" name="Picture Placeholder 12">
            <a:extLst>
              <a:ext uri="{FF2B5EF4-FFF2-40B4-BE49-F238E27FC236}">
                <a16:creationId xmlns:a16="http://schemas.microsoft.com/office/drawing/2014/main" id="{E55DC887-581D-F1A6-AE8A-07BF09DACBF5}"/>
              </a:ext>
            </a:extLst>
          </p:cNvPr>
          <p:cNvSpPr>
            <a:spLocks noGrp="1"/>
          </p:cNvSpPr>
          <p:nvPr>
            <p:ph type="pic" sz="quarter" idx="35"/>
          </p:nvPr>
        </p:nvSpPr>
        <p:spPr>
          <a:xfrm>
            <a:off x="9147048" y="1"/>
            <a:ext cx="3044952" cy="4729162"/>
          </a:xfrm>
          <a:prstGeom prst="rect">
            <a:avLst/>
          </a:prstGeom>
        </p:spPr>
        <p:txBody>
          <a:bodyPr/>
          <a:lstStyle/>
          <a:p>
            <a:endParaRPr lang="en-US"/>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6817843"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6817843"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905468"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905468"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33749459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3_photos_Case_Study_Intro_C">
    <p:spTree>
      <p:nvGrpSpPr>
        <p:cNvPr id="1" name=""/>
        <p:cNvGrpSpPr/>
        <p:nvPr/>
      </p:nvGrpSpPr>
      <p:grpSpPr>
        <a:xfrm>
          <a:off x="0" y="0"/>
          <a:ext cx="0" cy="0"/>
          <a:chOff x="0" y="0"/>
          <a:chExt cx="0" cy="0"/>
        </a:xfrm>
      </p:grpSpPr>
      <p:sp>
        <p:nvSpPr>
          <p:cNvPr id="2" name="Picture Placeholder 12">
            <a:extLst>
              <a:ext uri="{FF2B5EF4-FFF2-40B4-BE49-F238E27FC236}">
                <a16:creationId xmlns:a16="http://schemas.microsoft.com/office/drawing/2014/main" id="{E055866F-C082-4D99-5B4E-3C63986AACF0}"/>
              </a:ext>
            </a:extLst>
          </p:cNvPr>
          <p:cNvSpPr>
            <a:spLocks noGrp="1"/>
          </p:cNvSpPr>
          <p:nvPr>
            <p:ph type="pic" sz="quarter" idx="26"/>
          </p:nvPr>
        </p:nvSpPr>
        <p:spPr>
          <a:xfrm>
            <a:off x="3414713" y="1"/>
            <a:ext cx="5372099" cy="3971924"/>
          </a:xfrm>
          <a:prstGeom prst="rect">
            <a:avLst/>
          </a:prstGeom>
        </p:spPr>
        <p:txBody>
          <a:bodyPr/>
          <a:lstStyle/>
          <a:p>
            <a:endParaRPr lang="en-US"/>
          </a:p>
        </p:txBody>
      </p:sp>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7700"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7700"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8803132" y="1000125"/>
            <a:ext cx="3388868" cy="3346704"/>
          </a:xfrm>
          <a:prstGeom prst="rect">
            <a:avLst/>
          </a:prstGeom>
        </p:spPr>
        <p:txBody>
          <a:bodyPr/>
          <a:lstStyle/>
          <a:p>
            <a:endParaRPr lang="en-US"/>
          </a:p>
        </p:txBody>
      </p:sp>
      <p:sp>
        <p:nvSpPr>
          <p:cNvPr id="18" name="Text Placeholder 4">
            <a:extLst>
              <a:ext uri="{FF2B5EF4-FFF2-40B4-BE49-F238E27FC236}">
                <a16:creationId xmlns:a16="http://schemas.microsoft.com/office/drawing/2014/main" id="{9EB4AE85-0F02-5C55-08C2-B0140E9D257E}"/>
              </a:ext>
            </a:extLst>
          </p:cNvPr>
          <p:cNvSpPr>
            <a:spLocks noGrp="1"/>
          </p:cNvSpPr>
          <p:nvPr>
            <p:ph type="body" sz="quarter" idx="36" hasCustomPrompt="1"/>
          </p:nvPr>
        </p:nvSpPr>
        <p:spPr>
          <a:xfrm>
            <a:off x="4762500"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0" name="Text Placeholder 4">
            <a:extLst>
              <a:ext uri="{FF2B5EF4-FFF2-40B4-BE49-F238E27FC236}">
                <a16:creationId xmlns:a16="http://schemas.microsoft.com/office/drawing/2014/main" id="{03CE0690-30B8-D5A7-67CF-262217A974F3}"/>
              </a:ext>
            </a:extLst>
          </p:cNvPr>
          <p:cNvSpPr>
            <a:spLocks noGrp="1"/>
          </p:cNvSpPr>
          <p:nvPr>
            <p:ph type="body" sz="quarter" idx="37" hasCustomPrompt="1"/>
          </p:nvPr>
        </p:nvSpPr>
        <p:spPr>
          <a:xfrm>
            <a:off x="4762500"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9421751"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9421751"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5" name="Picture Placeholder 12">
            <a:extLst>
              <a:ext uri="{FF2B5EF4-FFF2-40B4-BE49-F238E27FC236}">
                <a16:creationId xmlns:a16="http://schemas.microsoft.com/office/drawing/2014/main" id="{0892A38E-DB30-CF79-A5B5-0EC6FE038BA6}"/>
              </a:ext>
            </a:extLst>
          </p:cNvPr>
          <p:cNvSpPr>
            <a:spLocks noGrp="1"/>
          </p:cNvSpPr>
          <p:nvPr>
            <p:ph type="pic" sz="quarter" idx="40"/>
          </p:nvPr>
        </p:nvSpPr>
        <p:spPr>
          <a:xfrm>
            <a:off x="0" y="1000125"/>
            <a:ext cx="3388868" cy="3346704"/>
          </a:xfrm>
          <a:prstGeom prst="rect">
            <a:avLst/>
          </a:prstGeom>
        </p:spPr>
        <p:txBody>
          <a:bodyPr/>
          <a:lstStyle/>
          <a:p>
            <a:endParaRPr lang="en-US"/>
          </a:p>
        </p:txBody>
      </p:sp>
    </p:spTree>
    <p:extLst>
      <p:ext uri="{BB962C8B-B14F-4D97-AF65-F5344CB8AC3E}">
        <p14:creationId xmlns:p14="http://schemas.microsoft.com/office/powerpoint/2010/main" val="315990796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photos_Case_Study_Intro_C">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485DA047-547A-0842-A6E4-A652CD456599}"/>
              </a:ext>
            </a:extLst>
          </p:cNvPr>
          <p:cNvSpPr>
            <a:spLocks noGrp="1"/>
          </p:cNvSpPr>
          <p:nvPr>
            <p:ph type="body" sz="quarter" idx="29" hasCustomPrompt="1"/>
          </p:nvPr>
        </p:nvSpPr>
        <p:spPr>
          <a:xfrm>
            <a:off x="647700"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8" name="Text Placeholder 4">
            <a:extLst>
              <a:ext uri="{FF2B5EF4-FFF2-40B4-BE49-F238E27FC236}">
                <a16:creationId xmlns:a16="http://schemas.microsoft.com/office/drawing/2014/main" id="{66497A74-C5CD-1385-9639-CA14C03FB104}"/>
              </a:ext>
            </a:extLst>
          </p:cNvPr>
          <p:cNvSpPr>
            <a:spLocks noGrp="1"/>
          </p:cNvSpPr>
          <p:nvPr>
            <p:ph type="body" sz="quarter" idx="30" hasCustomPrompt="1"/>
          </p:nvPr>
        </p:nvSpPr>
        <p:spPr>
          <a:xfrm>
            <a:off x="647700"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4" name="Picture Placeholder 12">
            <a:extLst>
              <a:ext uri="{FF2B5EF4-FFF2-40B4-BE49-F238E27FC236}">
                <a16:creationId xmlns:a16="http://schemas.microsoft.com/office/drawing/2014/main" id="{C0675C4A-D9A4-1E02-3EA2-91543FBB5E70}"/>
              </a:ext>
            </a:extLst>
          </p:cNvPr>
          <p:cNvSpPr>
            <a:spLocks noGrp="1"/>
          </p:cNvSpPr>
          <p:nvPr>
            <p:ph type="pic" sz="quarter" idx="34"/>
          </p:nvPr>
        </p:nvSpPr>
        <p:spPr>
          <a:xfrm>
            <a:off x="4381500" y="0"/>
            <a:ext cx="7810500" cy="4944533"/>
          </a:xfrm>
          <a:prstGeom prst="rect">
            <a:avLst/>
          </a:prstGeom>
        </p:spPr>
        <p:txBody>
          <a:bodyPr/>
          <a:lstStyle/>
          <a:p>
            <a:endParaRPr lang="en-US"/>
          </a:p>
        </p:txBody>
      </p:sp>
      <p:sp>
        <p:nvSpPr>
          <p:cNvPr id="21" name="Text Placeholder 4">
            <a:extLst>
              <a:ext uri="{FF2B5EF4-FFF2-40B4-BE49-F238E27FC236}">
                <a16:creationId xmlns:a16="http://schemas.microsoft.com/office/drawing/2014/main" id="{098EDDB7-B424-017D-C031-094E73D4E03E}"/>
              </a:ext>
            </a:extLst>
          </p:cNvPr>
          <p:cNvSpPr>
            <a:spLocks noGrp="1"/>
          </p:cNvSpPr>
          <p:nvPr>
            <p:ph type="body" sz="quarter" idx="38" hasCustomPrompt="1"/>
          </p:nvPr>
        </p:nvSpPr>
        <p:spPr>
          <a:xfrm>
            <a:off x="4881034"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2" name="Text Placeholder 4">
            <a:extLst>
              <a:ext uri="{FF2B5EF4-FFF2-40B4-BE49-F238E27FC236}">
                <a16:creationId xmlns:a16="http://schemas.microsoft.com/office/drawing/2014/main" id="{3415EB96-602E-D431-3713-AB005A9D7BA6}"/>
              </a:ext>
            </a:extLst>
          </p:cNvPr>
          <p:cNvSpPr>
            <a:spLocks noGrp="1"/>
          </p:cNvSpPr>
          <p:nvPr>
            <p:ph type="body" sz="quarter" idx="39" hasCustomPrompt="1"/>
          </p:nvPr>
        </p:nvSpPr>
        <p:spPr>
          <a:xfrm>
            <a:off x="4881034"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5" name="Picture Placeholder 12">
            <a:extLst>
              <a:ext uri="{FF2B5EF4-FFF2-40B4-BE49-F238E27FC236}">
                <a16:creationId xmlns:a16="http://schemas.microsoft.com/office/drawing/2014/main" id="{0892A38E-DB30-CF79-A5B5-0EC6FE038BA6}"/>
              </a:ext>
            </a:extLst>
          </p:cNvPr>
          <p:cNvSpPr>
            <a:spLocks noGrp="1"/>
          </p:cNvSpPr>
          <p:nvPr>
            <p:ph type="pic" sz="quarter" idx="40"/>
          </p:nvPr>
        </p:nvSpPr>
        <p:spPr>
          <a:xfrm>
            <a:off x="0" y="915459"/>
            <a:ext cx="4381500" cy="3346704"/>
          </a:xfrm>
          <a:prstGeom prst="rect">
            <a:avLst/>
          </a:prstGeom>
        </p:spPr>
        <p:txBody>
          <a:bodyPr/>
          <a:lstStyle/>
          <a:p>
            <a:endParaRPr lang="en-US"/>
          </a:p>
        </p:txBody>
      </p:sp>
    </p:spTree>
    <p:extLst>
      <p:ext uri="{BB962C8B-B14F-4D97-AF65-F5344CB8AC3E}">
        <p14:creationId xmlns:p14="http://schemas.microsoft.com/office/powerpoint/2010/main" val="409593075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_photos_Case_Study_Intro_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3955255" y="1819274"/>
            <a:ext cx="2616200" cy="2605088"/>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0" y="404812"/>
            <a:ext cx="3779476" cy="4210051"/>
          </a:xfrm>
          <a:prstGeom prst="rect">
            <a:avLst/>
          </a:prstGeom>
        </p:spPr>
        <p:txBody>
          <a:bodyPr/>
          <a:lstStyle/>
          <a:p>
            <a:endParaRPr lang="en-US"/>
          </a:p>
        </p:txBody>
      </p:sp>
      <p:sp>
        <p:nvSpPr>
          <p:cNvPr id="17" name="Picture Placeholder 16">
            <a:extLst>
              <a:ext uri="{FF2B5EF4-FFF2-40B4-BE49-F238E27FC236}">
                <a16:creationId xmlns:a16="http://schemas.microsoft.com/office/drawing/2014/main" id="{AD0AD93E-4D95-4081-4F15-A8D7B51D2526}"/>
              </a:ext>
            </a:extLst>
          </p:cNvPr>
          <p:cNvSpPr>
            <a:spLocks noGrp="1"/>
          </p:cNvSpPr>
          <p:nvPr>
            <p:ph type="pic" sz="quarter" idx="15"/>
          </p:nvPr>
        </p:nvSpPr>
        <p:spPr>
          <a:xfrm>
            <a:off x="9758363" y="1484311"/>
            <a:ext cx="2329046" cy="2614613"/>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6747234" y="893762"/>
            <a:ext cx="2835349" cy="3721101"/>
          </a:xfrm>
          <a:prstGeom prst="rect">
            <a:avLst/>
          </a:prstGeom>
        </p:spPr>
        <p:txBody>
          <a:bodyPr/>
          <a:lstStyle/>
          <a:p>
            <a:endParaRPr lang="en-US"/>
          </a:p>
        </p:txBody>
      </p:sp>
      <p:sp>
        <p:nvSpPr>
          <p:cNvPr id="2" name="Text Placeholder 4">
            <a:extLst>
              <a:ext uri="{FF2B5EF4-FFF2-40B4-BE49-F238E27FC236}">
                <a16:creationId xmlns:a16="http://schemas.microsoft.com/office/drawing/2014/main" id="{A9BD9240-DA34-2B4B-C18E-E31B5F3E26A8}"/>
              </a:ext>
            </a:extLst>
          </p:cNvPr>
          <p:cNvSpPr>
            <a:spLocks noGrp="1"/>
          </p:cNvSpPr>
          <p:nvPr>
            <p:ph type="body" sz="quarter" idx="29" hasCustomPrompt="1"/>
          </p:nvPr>
        </p:nvSpPr>
        <p:spPr>
          <a:xfrm>
            <a:off x="757999"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5" name="Text Placeholder 4">
            <a:extLst>
              <a:ext uri="{FF2B5EF4-FFF2-40B4-BE49-F238E27FC236}">
                <a16:creationId xmlns:a16="http://schemas.microsoft.com/office/drawing/2014/main" id="{7B3FFB4A-48ED-CC59-1A90-5722D0CADC6B}"/>
              </a:ext>
            </a:extLst>
          </p:cNvPr>
          <p:cNvSpPr>
            <a:spLocks noGrp="1"/>
          </p:cNvSpPr>
          <p:nvPr>
            <p:ph type="body" sz="quarter" idx="30" hasCustomPrompt="1"/>
          </p:nvPr>
        </p:nvSpPr>
        <p:spPr>
          <a:xfrm>
            <a:off x="757999"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6" name="Text Placeholder 4">
            <a:extLst>
              <a:ext uri="{FF2B5EF4-FFF2-40B4-BE49-F238E27FC236}">
                <a16:creationId xmlns:a16="http://schemas.microsoft.com/office/drawing/2014/main" id="{A97C5544-D8B2-9AE0-9BC4-AF92DF9C6A04}"/>
              </a:ext>
            </a:extLst>
          </p:cNvPr>
          <p:cNvSpPr>
            <a:spLocks noGrp="1"/>
          </p:cNvSpPr>
          <p:nvPr>
            <p:ph type="body" sz="quarter" idx="32" hasCustomPrompt="1"/>
          </p:nvPr>
        </p:nvSpPr>
        <p:spPr>
          <a:xfrm>
            <a:off x="4023233"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7" name="Text Placeholder 4">
            <a:extLst>
              <a:ext uri="{FF2B5EF4-FFF2-40B4-BE49-F238E27FC236}">
                <a16:creationId xmlns:a16="http://schemas.microsoft.com/office/drawing/2014/main" id="{A4662A9F-9217-54A8-5072-93ABC9E8D412}"/>
              </a:ext>
            </a:extLst>
          </p:cNvPr>
          <p:cNvSpPr>
            <a:spLocks noGrp="1"/>
          </p:cNvSpPr>
          <p:nvPr>
            <p:ph type="body" sz="quarter" idx="33" hasCustomPrompt="1"/>
          </p:nvPr>
        </p:nvSpPr>
        <p:spPr>
          <a:xfrm>
            <a:off x="4023233"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8" name="Text Placeholder 4">
            <a:extLst>
              <a:ext uri="{FF2B5EF4-FFF2-40B4-BE49-F238E27FC236}">
                <a16:creationId xmlns:a16="http://schemas.microsoft.com/office/drawing/2014/main" id="{B8473845-42B3-319E-BAD5-25FF29ECDA22}"/>
              </a:ext>
            </a:extLst>
          </p:cNvPr>
          <p:cNvSpPr>
            <a:spLocks noGrp="1"/>
          </p:cNvSpPr>
          <p:nvPr>
            <p:ph type="body" sz="quarter" idx="36" hasCustomPrompt="1"/>
          </p:nvPr>
        </p:nvSpPr>
        <p:spPr>
          <a:xfrm>
            <a:off x="6816979"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9" name="Text Placeholder 4">
            <a:extLst>
              <a:ext uri="{FF2B5EF4-FFF2-40B4-BE49-F238E27FC236}">
                <a16:creationId xmlns:a16="http://schemas.microsoft.com/office/drawing/2014/main" id="{D087191E-6D99-69DB-18A5-0987DC62F1F8}"/>
              </a:ext>
            </a:extLst>
          </p:cNvPr>
          <p:cNvSpPr>
            <a:spLocks noGrp="1"/>
          </p:cNvSpPr>
          <p:nvPr>
            <p:ph type="body" sz="quarter" idx="37" hasCustomPrompt="1"/>
          </p:nvPr>
        </p:nvSpPr>
        <p:spPr>
          <a:xfrm>
            <a:off x="6816979"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21B4FCF2-6DDE-B735-E462-BA93B8E84561}"/>
              </a:ext>
            </a:extLst>
          </p:cNvPr>
          <p:cNvSpPr>
            <a:spLocks noGrp="1"/>
          </p:cNvSpPr>
          <p:nvPr>
            <p:ph type="body" sz="quarter" idx="38" hasCustomPrompt="1"/>
          </p:nvPr>
        </p:nvSpPr>
        <p:spPr>
          <a:xfrm>
            <a:off x="9753600"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B0E7436-EC01-5BA6-ACB7-295FD0FD554E}"/>
              </a:ext>
            </a:extLst>
          </p:cNvPr>
          <p:cNvSpPr>
            <a:spLocks noGrp="1"/>
          </p:cNvSpPr>
          <p:nvPr>
            <p:ph type="body" sz="quarter" idx="39" hasCustomPrompt="1"/>
          </p:nvPr>
        </p:nvSpPr>
        <p:spPr>
          <a:xfrm>
            <a:off x="9753600"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251926663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_photos_Case_Study_Intro_D">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C667FF5A-BD3B-6823-510D-65EA34CAC692}"/>
              </a:ext>
            </a:extLst>
          </p:cNvPr>
          <p:cNvSpPr>
            <a:spLocks noGrp="1"/>
          </p:cNvSpPr>
          <p:nvPr>
            <p:ph type="pic" sz="quarter" idx="13"/>
          </p:nvPr>
        </p:nvSpPr>
        <p:spPr>
          <a:xfrm>
            <a:off x="0" y="1614488"/>
            <a:ext cx="3357562" cy="2809874"/>
          </a:xfrm>
          <a:prstGeom prst="rect">
            <a:avLst/>
          </a:prstGeom>
        </p:spPr>
        <p:txBody>
          <a:bodyPr/>
          <a:lstStyle/>
          <a:p>
            <a:endParaRPr lang="en-US"/>
          </a:p>
        </p:txBody>
      </p:sp>
      <p:sp>
        <p:nvSpPr>
          <p:cNvPr id="15" name="Picture Placeholder 14">
            <a:extLst>
              <a:ext uri="{FF2B5EF4-FFF2-40B4-BE49-F238E27FC236}">
                <a16:creationId xmlns:a16="http://schemas.microsoft.com/office/drawing/2014/main" id="{4093A2EB-3C19-9E31-FDC7-914877B946FA}"/>
              </a:ext>
            </a:extLst>
          </p:cNvPr>
          <p:cNvSpPr>
            <a:spLocks noGrp="1"/>
          </p:cNvSpPr>
          <p:nvPr>
            <p:ph type="pic" sz="quarter" idx="14"/>
          </p:nvPr>
        </p:nvSpPr>
        <p:spPr>
          <a:xfrm>
            <a:off x="3571874" y="404812"/>
            <a:ext cx="5100639" cy="4210051"/>
          </a:xfrm>
          <a:prstGeom prst="rect">
            <a:avLst/>
          </a:prstGeom>
        </p:spPr>
        <p:txBody>
          <a:bodyPr/>
          <a:lstStyle/>
          <a:p>
            <a:endParaRPr lang="en-US"/>
          </a:p>
        </p:txBody>
      </p:sp>
      <p:sp>
        <p:nvSpPr>
          <p:cNvPr id="19" name="Picture Placeholder 18">
            <a:extLst>
              <a:ext uri="{FF2B5EF4-FFF2-40B4-BE49-F238E27FC236}">
                <a16:creationId xmlns:a16="http://schemas.microsoft.com/office/drawing/2014/main" id="{2F0AF10A-A1DF-4170-D2CD-EFCFAB551DAE}"/>
              </a:ext>
            </a:extLst>
          </p:cNvPr>
          <p:cNvSpPr>
            <a:spLocks noGrp="1"/>
          </p:cNvSpPr>
          <p:nvPr>
            <p:ph type="pic" sz="quarter" idx="16"/>
          </p:nvPr>
        </p:nvSpPr>
        <p:spPr>
          <a:xfrm>
            <a:off x="8858250" y="893762"/>
            <a:ext cx="3333750" cy="3535363"/>
          </a:xfrm>
          <a:prstGeom prst="rect">
            <a:avLst/>
          </a:prstGeom>
        </p:spPr>
        <p:txBody>
          <a:bodyPr/>
          <a:lstStyle/>
          <a:p>
            <a:endParaRPr lang="en-US"/>
          </a:p>
        </p:txBody>
      </p:sp>
      <p:sp>
        <p:nvSpPr>
          <p:cNvPr id="2" name="Text Placeholder 4">
            <a:extLst>
              <a:ext uri="{FF2B5EF4-FFF2-40B4-BE49-F238E27FC236}">
                <a16:creationId xmlns:a16="http://schemas.microsoft.com/office/drawing/2014/main" id="{A9BD9240-DA34-2B4B-C18E-E31B5F3E26A8}"/>
              </a:ext>
            </a:extLst>
          </p:cNvPr>
          <p:cNvSpPr>
            <a:spLocks noGrp="1"/>
          </p:cNvSpPr>
          <p:nvPr>
            <p:ph type="body" sz="quarter" idx="29" hasCustomPrompt="1"/>
          </p:nvPr>
        </p:nvSpPr>
        <p:spPr>
          <a:xfrm>
            <a:off x="757999"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5" name="Text Placeholder 4">
            <a:extLst>
              <a:ext uri="{FF2B5EF4-FFF2-40B4-BE49-F238E27FC236}">
                <a16:creationId xmlns:a16="http://schemas.microsoft.com/office/drawing/2014/main" id="{7B3FFB4A-48ED-CC59-1A90-5722D0CADC6B}"/>
              </a:ext>
            </a:extLst>
          </p:cNvPr>
          <p:cNvSpPr>
            <a:spLocks noGrp="1"/>
          </p:cNvSpPr>
          <p:nvPr>
            <p:ph type="body" sz="quarter" idx="30" hasCustomPrompt="1"/>
          </p:nvPr>
        </p:nvSpPr>
        <p:spPr>
          <a:xfrm>
            <a:off x="757999"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6" name="Text Placeholder 4">
            <a:extLst>
              <a:ext uri="{FF2B5EF4-FFF2-40B4-BE49-F238E27FC236}">
                <a16:creationId xmlns:a16="http://schemas.microsoft.com/office/drawing/2014/main" id="{A97C5544-D8B2-9AE0-9BC4-AF92DF9C6A04}"/>
              </a:ext>
            </a:extLst>
          </p:cNvPr>
          <p:cNvSpPr>
            <a:spLocks noGrp="1"/>
          </p:cNvSpPr>
          <p:nvPr>
            <p:ph type="body" sz="quarter" idx="32" hasCustomPrompt="1"/>
          </p:nvPr>
        </p:nvSpPr>
        <p:spPr>
          <a:xfrm>
            <a:off x="5086731"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7" name="Text Placeholder 4">
            <a:extLst>
              <a:ext uri="{FF2B5EF4-FFF2-40B4-BE49-F238E27FC236}">
                <a16:creationId xmlns:a16="http://schemas.microsoft.com/office/drawing/2014/main" id="{A4662A9F-9217-54A8-5072-93ABC9E8D412}"/>
              </a:ext>
            </a:extLst>
          </p:cNvPr>
          <p:cNvSpPr>
            <a:spLocks noGrp="1"/>
          </p:cNvSpPr>
          <p:nvPr>
            <p:ph type="body" sz="quarter" idx="33" hasCustomPrompt="1"/>
          </p:nvPr>
        </p:nvSpPr>
        <p:spPr>
          <a:xfrm>
            <a:off x="5086731"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10" name="Text Placeholder 4">
            <a:extLst>
              <a:ext uri="{FF2B5EF4-FFF2-40B4-BE49-F238E27FC236}">
                <a16:creationId xmlns:a16="http://schemas.microsoft.com/office/drawing/2014/main" id="{21B4FCF2-6DDE-B735-E462-BA93B8E84561}"/>
              </a:ext>
            </a:extLst>
          </p:cNvPr>
          <p:cNvSpPr>
            <a:spLocks noGrp="1"/>
          </p:cNvSpPr>
          <p:nvPr>
            <p:ph type="body" sz="quarter" idx="38" hasCustomPrompt="1"/>
          </p:nvPr>
        </p:nvSpPr>
        <p:spPr>
          <a:xfrm>
            <a:off x="9415462" y="5105054"/>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12" name="Text Placeholder 4">
            <a:extLst>
              <a:ext uri="{FF2B5EF4-FFF2-40B4-BE49-F238E27FC236}">
                <a16:creationId xmlns:a16="http://schemas.microsoft.com/office/drawing/2014/main" id="{9B0E7436-EC01-5BA6-ACB7-295FD0FD554E}"/>
              </a:ext>
            </a:extLst>
          </p:cNvPr>
          <p:cNvSpPr>
            <a:spLocks noGrp="1"/>
          </p:cNvSpPr>
          <p:nvPr>
            <p:ph type="body" sz="quarter" idx="39" hasCustomPrompt="1"/>
          </p:nvPr>
        </p:nvSpPr>
        <p:spPr>
          <a:xfrm>
            <a:off x="9415462" y="5492353"/>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290178386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photos_Case_Study_Intro_D">
    <p:spTree>
      <p:nvGrpSpPr>
        <p:cNvPr id="1" name=""/>
        <p:cNvGrpSpPr/>
        <p:nvPr/>
      </p:nvGrpSpPr>
      <p:grpSpPr>
        <a:xfrm>
          <a:off x="0" y="0"/>
          <a:ext cx="0" cy="0"/>
          <a:chOff x="0" y="0"/>
          <a:chExt cx="0" cy="0"/>
        </a:xfrm>
      </p:grpSpPr>
      <p:sp>
        <p:nvSpPr>
          <p:cNvPr id="11" name="Picture Placeholder 12">
            <a:extLst>
              <a:ext uri="{FF2B5EF4-FFF2-40B4-BE49-F238E27FC236}">
                <a16:creationId xmlns:a16="http://schemas.microsoft.com/office/drawing/2014/main" id="{7248E6C1-AD8D-259C-5340-56A8EC44534C}"/>
              </a:ext>
            </a:extLst>
          </p:cNvPr>
          <p:cNvSpPr>
            <a:spLocks noGrp="1"/>
          </p:cNvSpPr>
          <p:nvPr>
            <p:ph type="pic" sz="quarter" idx="34"/>
          </p:nvPr>
        </p:nvSpPr>
        <p:spPr>
          <a:xfrm>
            <a:off x="4381500" y="419100"/>
            <a:ext cx="7810500" cy="4373033"/>
          </a:xfrm>
          <a:prstGeom prst="rect">
            <a:avLst/>
          </a:prstGeom>
        </p:spPr>
        <p:txBody>
          <a:bodyPr/>
          <a:lstStyle/>
          <a:p>
            <a:endParaRPr lang="en-US"/>
          </a:p>
        </p:txBody>
      </p:sp>
      <p:sp>
        <p:nvSpPr>
          <p:cNvPr id="18" name="Picture Placeholder 12">
            <a:extLst>
              <a:ext uri="{FF2B5EF4-FFF2-40B4-BE49-F238E27FC236}">
                <a16:creationId xmlns:a16="http://schemas.microsoft.com/office/drawing/2014/main" id="{9A18AC36-E872-0FBB-CCDF-E7487C47BED8}"/>
              </a:ext>
            </a:extLst>
          </p:cNvPr>
          <p:cNvSpPr>
            <a:spLocks noGrp="1"/>
          </p:cNvSpPr>
          <p:nvPr>
            <p:ph type="pic" sz="quarter" idx="40"/>
          </p:nvPr>
        </p:nvSpPr>
        <p:spPr>
          <a:xfrm>
            <a:off x="0" y="915459"/>
            <a:ext cx="4114800" cy="3346704"/>
          </a:xfrm>
          <a:prstGeom prst="rect">
            <a:avLst/>
          </a:prstGeom>
        </p:spPr>
        <p:txBody>
          <a:bodyPr/>
          <a:lstStyle/>
          <a:p>
            <a:endParaRPr lang="en-US"/>
          </a:p>
        </p:txBody>
      </p:sp>
      <p:sp>
        <p:nvSpPr>
          <p:cNvPr id="20" name="Text Placeholder 4">
            <a:extLst>
              <a:ext uri="{FF2B5EF4-FFF2-40B4-BE49-F238E27FC236}">
                <a16:creationId xmlns:a16="http://schemas.microsoft.com/office/drawing/2014/main" id="{AD4E9A13-72EC-7795-6682-8E9D5F884783}"/>
              </a:ext>
            </a:extLst>
          </p:cNvPr>
          <p:cNvSpPr>
            <a:spLocks noGrp="1"/>
          </p:cNvSpPr>
          <p:nvPr>
            <p:ph type="body" sz="quarter" idx="41" hasCustomPrompt="1"/>
          </p:nvPr>
        </p:nvSpPr>
        <p:spPr>
          <a:xfrm>
            <a:off x="651934"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1" name="Text Placeholder 4">
            <a:extLst>
              <a:ext uri="{FF2B5EF4-FFF2-40B4-BE49-F238E27FC236}">
                <a16:creationId xmlns:a16="http://schemas.microsoft.com/office/drawing/2014/main" id="{2AE7E2F1-8A7E-2749-7C23-12A180BF0CBA}"/>
              </a:ext>
            </a:extLst>
          </p:cNvPr>
          <p:cNvSpPr>
            <a:spLocks noGrp="1"/>
          </p:cNvSpPr>
          <p:nvPr>
            <p:ph type="body" sz="quarter" idx="42" hasCustomPrompt="1"/>
          </p:nvPr>
        </p:nvSpPr>
        <p:spPr>
          <a:xfrm>
            <a:off x="651934"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
        <p:nvSpPr>
          <p:cNvPr id="22" name="Text Placeholder 4">
            <a:extLst>
              <a:ext uri="{FF2B5EF4-FFF2-40B4-BE49-F238E27FC236}">
                <a16:creationId xmlns:a16="http://schemas.microsoft.com/office/drawing/2014/main" id="{A629CAEA-5BAE-C2BF-C737-48B738207AB3}"/>
              </a:ext>
            </a:extLst>
          </p:cNvPr>
          <p:cNvSpPr>
            <a:spLocks noGrp="1"/>
          </p:cNvSpPr>
          <p:nvPr>
            <p:ph type="body" sz="quarter" idx="38" hasCustomPrompt="1"/>
          </p:nvPr>
        </p:nvSpPr>
        <p:spPr>
          <a:xfrm>
            <a:off x="4881034" y="5233642"/>
            <a:ext cx="2436876" cy="276999"/>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800" b="1" i="0">
                <a:solidFill>
                  <a:schemeClr val="bg1"/>
                </a:solidFill>
                <a:latin typeface="Calibri" panose="020F0502020204030204" pitchFamily="34" charset="0"/>
                <a:cs typeface="Calibri" panose="020F0502020204030204" pitchFamily="34" charset="0"/>
              </a:defRPr>
            </a:lvl1pPr>
          </a:lstStyle>
          <a:p>
            <a:r>
              <a:rPr lang="en-US"/>
              <a:t>Heading</a:t>
            </a:r>
          </a:p>
        </p:txBody>
      </p:sp>
      <p:sp>
        <p:nvSpPr>
          <p:cNvPr id="23" name="Text Placeholder 4">
            <a:extLst>
              <a:ext uri="{FF2B5EF4-FFF2-40B4-BE49-F238E27FC236}">
                <a16:creationId xmlns:a16="http://schemas.microsoft.com/office/drawing/2014/main" id="{58F9ED73-42C5-93DF-AE80-AD7C5AF1BD6C}"/>
              </a:ext>
            </a:extLst>
          </p:cNvPr>
          <p:cNvSpPr>
            <a:spLocks noGrp="1"/>
          </p:cNvSpPr>
          <p:nvPr>
            <p:ph type="body" sz="quarter" idx="39" hasCustomPrompt="1"/>
          </p:nvPr>
        </p:nvSpPr>
        <p:spPr>
          <a:xfrm>
            <a:off x="4881034" y="5620941"/>
            <a:ext cx="2400300" cy="184666"/>
          </a:xfrm>
          <a:prstGeom prst="rect">
            <a:avLst/>
          </a:prstGeom>
        </p:spPr>
        <p:txBody>
          <a:bodyPr wrap="square"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sz="1200" b="0" i="0">
                <a:solidFill>
                  <a:schemeClr val="bg1"/>
                </a:solidFill>
                <a:latin typeface="Calibri Light" panose="020F0302020204030204" pitchFamily="34" charset="0"/>
                <a:cs typeface="Calibri Light" panose="020F0302020204030204" pitchFamily="34" charset="0"/>
              </a:defRPr>
            </a:lvl1pPr>
          </a:lstStyle>
          <a:p>
            <a:r>
              <a:rPr lang="en-US"/>
              <a:t>Subheading</a:t>
            </a:r>
          </a:p>
        </p:txBody>
      </p:sp>
    </p:spTree>
    <p:extLst>
      <p:ext uri="{BB962C8B-B14F-4D97-AF65-F5344CB8AC3E}">
        <p14:creationId xmlns:p14="http://schemas.microsoft.com/office/powerpoint/2010/main" val="272333160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34032" y="0"/>
            <a:ext cx="6022081"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Isosceles Triangle 13">
            <a:extLst>
              <a:ext uri="{FF2B5EF4-FFF2-40B4-BE49-F238E27FC236}">
                <a16:creationId xmlns:a16="http://schemas.microsoft.com/office/drawing/2014/main" id="{33DA4BCA-E06D-9C46-8E45-43243DD633D7}"/>
              </a:ext>
            </a:extLst>
          </p:cNvPr>
          <p:cNvSpPr/>
          <p:nvPr userDrawn="1"/>
        </p:nvSpPr>
        <p:spPr>
          <a:xfrm rot="5400000" flipH="1">
            <a:off x="2835445" y="3152602"/>
            <a:ext cx="6858002" cy="55279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4C24334-259C-B34A-CF0B-6328CEB75E7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2" name="Title 1">
            <a:extLst>
              <a:ext uri="{FF2B5EF4-FFF2-40B4-BE49-F238E27FC236}">
                <a16:creationId xmlns:a16="http://schemas.microsoft.com/office/drawing/2014/main" id="{434EEC63-D2A6-A479-4356-E9E6BC19098A}"/>
              </a:ext>
            </a:extLst>
          </p:cNvPr>
          <p:cNvSpPr>
            <a:spLocks noGrp="1"/>
          </p:cNvSpPr>
          <p:nvPr>
            <p:ph type="title" hasCustomPrompt="1"/>
          </p:nvPr>
        </p:nvSpPr>
        <p:spPr>
          <a:xfrm>
            <a:off x="633632" y="722842"/>
            <a:ext cx="465115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3" name="Text Placeholder 10">
            <a:extLst>
              <a:ext uri="{FF2B5EF4-FFF2-40B4-BE49-F238E27FC236}">
                <a16:creationId xmlns:a16="http://schemas.microsoft.com/office/drawing/2014/main" id="{8B2245E5-D2EB-1450-FEC1-6BEFE1F76A46}"/>
              </a:ext>
            </a:extLst>
          </p:cNvPr>
          <p:cNvSpPr>
            <a:spLocks noGrp="1"/>
          </p:cNvSpPr>
          <p:nvPr>
            <p:ph type="body" sz="quarter" idx="28" hasCustomPrompt="1"/>
          </p:nvPr>
        </p:nvSpPr>
        <p:spPr>
          <a:xfrm>
            <a:off x="633632" y="419099"/>
            <a:ext cx="465115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82608204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ase Study-1/6">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9D76B9-5EAA-9E63-4059-21E83CD46A10}"/>
              </a:ext>
            </a:extLst>
          </p:cNvPr>
          <p:cNvSpPr/>
          <p:nvPr userDrawn="1"/>
        </p:nvSpPr>
        <p:spPr bwMode="auto">
          <a:xfrm>
            <a:off x="9753600" y="0"/>
            <a:ext cx="243840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Box 8">
            <a:extLst>
              <a:ext uri="{FF2B5EF4-FFF2-40B4-BE49-F238E27FC236}">
                <a16:creationId xmlns:a16="http://schemas.microsoft.com/office/drawing/2014/main" id="{CC2DA15A-8BB1-B824-E7EF-8D9046513FB2}"/>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12" name="Text Placeholder 3">
            <a:extLst>
              <a:ext uri="{FF2B5EF4-FFF2-40B4-BE49-F238E27FC236}">
                <a16:creationId xmlns:a16="http://schemas.microsoft.com/office/drawing/2014/main" id="{29A158B8-5C5D-7C73-B048-F98B170D7851}"/>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‹nº›</a:t>
            </a:fld>
            <a:endParaRPr lang="en-US" sz="1000">
              <a:solidFill>
                <a:schemeClr val="bg1"/>
              </a:solidFill>
            </a:endParaRPr>
          </a:p>
        </p:txBody>
      </p:sp>
      <p:sp>
        <p:nvSpPr>
          <p:cNvPr id="2" name="Title 1">
            <a:extLst>
              <a:ext uri="{FF2B5EF4-FFF2-40B4-BE49-F238E27FC236}">
                <a16:creationId xmlns:a16="http://schemas.microsoft.com/office/drawing/2014/main" id="{E36773BA-924B-BAC6-7D25-ED7A9338BD2F}"/>
              </a:ext>
            </a:extLst>
          </p:cNvPr>
          <p:cNvSpPr>
            <a:spLocks noGrp="1"/>
          </p:cNvSpPr>
          <p:nvPr>
            <p:ph type="title" hasCustomPrompt="1"/>
          </p:nvPr>
        </p:nvSpPr>
        <p:spPr>
          <a:xfrm>
            <a:off x="633632" y="722842"/>
            <a:ext cx="839765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3" name="Text Placeholder 10">
            <a:extLst>
              <a:ext uri="{FF2B5EF4-FFF2-40B4-BE49-F238E27FC236}">
                <a16:creationId xmlns:a16="http://schemas.microsoft.com/office/drawing/2014/main" id="{12B58C1F-15E1-403E-C8DD-FB7FA7791D15}"/>
              </a:ext>
            </a:extLst>
          </p:cNvPr>
          <p:cNvSpPr>
            <a:spLocks noGrp="1"/>
          </p:cNvSpPr>
          <p:nvPr>
            <p:ph type="body" sz="quarter" idx="28" hasCustomPrompt="1"/>
          </p:nvPr>
        </p:nvSpPr>
        <p:spPr>
          <a:xfrm>
            <a:off x="633632" y="419099"/>
            <a:ext cx="839765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28336718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ase Study-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643804D-BD14-08D3-2752-570DB2A13AC1}"/>
              </a:ext>
            </a:extLst>
          </p:cNvPr>
          <p:cNvSpPr/>
          <p:nvPr userDrawn="1"/>
        </p:nvSpPr>
        <p:spPr bwMode="auto">
          <a:xfrm>
            <a:off x="7848600" y="0"/>
            <a:ext cx="434826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TextBox 2">
            <a:extLst>
              <a:ext uri="{FF2B5EF4-FFF2-40B4-BE49-F238E27FC236}">
                <a16:creationId xmlns:a16="http://schemas.microsoft.com/office/drawing/2014/main" id="{8E3E35CB-4416-67B4-9A4B-0412315D4979}"/>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4" name="Text Placeholder 3">
            <a:extLst>
              <a:ext uri="{FF2B5EF4-FFF2-40B4-BE49-F238E27FC236}">
                <a16:creationId xmlns:a16="http://schemas.microsoft.com/office/drawing/2014/main" id="{88B57818-3DD1-DA7E-0C01-8FA58F5B3AE9}"/>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‹nº›</a:t>
            </a:fld>
            <a:endParaRPr lang="en-US" sz="1000">
              <a:solidFill>
                <a:schemeClr val="bg1"/>
              </a:solidFill>
            </a:endParaRPr>
          </a:p>
        </p:txBody>
      </p:sp>
      <p:sp>
        <p:nvSpPr>
          <p:cNvPr id="5" name="Title 1">
            <a:extLst>
              <a:ext uri="{FF2B5EF4-FFF2-40B4-BE49-F238E27FC236}">
                <a16:creationId xmlns:a16="http://schemas.microsoft.com/office/drawing/2014/main" id="{43EB2ABD-8C1A-2F57-ED12-4A5372D24296}"/>
              </a:ext>
            </a:extLst>
          </p:cNvPr>
          <p:cNvSpPr>
            <a:spLocks noGrp="1"/>
          </p:cNvSpPr>
          <p:nvPr>
            <p:ph type="title" hasCustomPrompt="1"/>
          </p:nvPr>
        </p:nvSpPr>
        <p:spPr>
          <a:xfrm>
            <a:off x="633632" y="722842"/>
            <a:ext cx="6522818"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6" name="Text Placeholder 10">
            <a:extLst>
              <a:ext uri="{FF2B5EF4-FFF2-40B4-BE49-F238E27FC236}">
                <a16:creationId xmlns:a16="http://schemas.microsoft.com/office/drawing/2014/main" id="{2CBC5A8B-D655-9D1E-4EAD-6B7EF3CBD7BB}"/>
              </a:ext>
            </a:extLst>
          </p:cNvPr>
          <p:cNvSpPr>
            <a:spLocks noGrp="1"/>
          </p:cNvSpPr>
          <p:nvPr>
            <p:ph type="body" sz="quarter" idx="28" hasCustomPrompt="1"/>
          </p:nvPr>
        </p:nvSpPr>
        <p:spPr>
          <a:xfrm>
            <a:off x="633632" y="419099"/>
            <a:ext cx="6522818"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175134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ase Study-1/2_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flipH="1">
            <a:off x="6095999" y="0"/>
            <a:ext cx="609600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Text Placeholder 10">
            <a:extLst>
              <a:ext uri="{FF2B5EF4-FFF2-40B4-BE49-F238E27FC236}">
                <a16:creationId xmlns:a16="http://schemas.microsoft.com/office/drawing/2014/main" id="{8BAA6E4E-7596-A644-93F2-6ABBAFCD6B70}"/>
              </a:ext>
            </a:extLst>
          </p:cNvPr>
          <p:cNvSpPr>
            <a:spLocks noGrp="1"/>
          </p:cNvSpPr>
          <p:nvPr>
            <p:ph type="body" sz="quarter" idx="10" hasCustomPrompt="1"/>
          </p:nvPr>
        </p:nvSpPr>
        <p:spPr>
          <a:xfrm>
            <a:off x="6582021" y="802983"/>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10" name="Text Placeholder 10">
            <a:extLst>
              <a:ext uri="{FF2B5EF4-FFF2-40B4-BE49-F238E27FC236}">
                <a16:creationId xmlns:a16="http://schemas.microsoft.com/office/drawing/2014/main" id="{182FF9AB-2A1C-E54B-B99E-245DE32DDE96}"/>
              </a:ext>
            </a:extLst>
          </p:cNvPr>
          <p:cNvSpPr>
            <a:spLocks noGrp="1"/>
          </p:cNvSpPr>
          <p:nvPr>
            <p:ph type="body" sz="quarter" idx="18" hasCustomPrompt="1"/>
          </p:nvPr>
        </p:nvSpPr>
        <p:spPr>
          <a:xfrm>
            <a:off x="6582020" y="3200114"/>
            <a:ext cx="2213811" cy="246221"/>
          </a:xfrm>
          <a:prstGeom prst="rect">
            <a:avLst/>
          </a:prstGeom>
          <a:noFill/>
        </p:spPr>
        <p:txBody>
          <a:bodyPr vert="horz" wrap="none" lIns="0" tIns="0" rIns="0" bIns="0" rtlCol="0" anchor="ctr">
            <a:spAutoFit/>
          </a:bodyPr>
          <a:lstStyle>
            <a:lvl1pPr>
              <a:defRPr lang="en-US" sz="1600" b="1" cap="none"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5" name="TextBox 4">
            <a:extLst>
              <a:ext uri="{FF2B5EF4-FFF2-40B4-BE49-F238E27FC236}">
                <a16:creationId xmlns:a16="http://schemas.microsoft.com/office/drawing/2014/main" id="{3B7D9537-B25D-7D96-9993-3FD73B2FDB2F}"/>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8C1EAE48-670D-1E75-E1E5-6E8259532FEE}"/>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‹nº›</a:t>
            </a:fld>
            <a:endParaRPr lang="en-US" sz="1000">
              <a:solidFill>
                <a:schemeClr val="bg1"/>
              </a:solidFill>
            </a:endParaRPr>
          </a:p>
        </p:txBody>
      </p:sp>
      <p:sp>
        <p:nvSpPr>
          <p:cNvPr id="3" name="Title 1">
            <a:extLst>
              <a:ext uri="{FF2B5EF4-FFF2-40B4-BE49-F238E27FC236}">
                <a16:creationId xmlns:a16="http://schemas.microsoft.com/office/drawing/2014/main" id="{E04B8001-80C4-3060-BD6B-437632BF7C77}"/>
              </a:ext>
            </a:extLst>
          </p:cNvPr>
          <p:cNvSpPr>
            <a:spLocks noGrp="1"/>
          </p:cNvSpPr>
          <p:nvPr>
            <p:ph type="title" hasCustomPrompt="1"/>
          </p:nvPr>
        </p:nvSpPr>
        <p:spPr>
          <a:xfrm>
            <a:off x="633632" y="722842"/>
            <a:ext cx="465115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C73C2D60-2316-60E7-7382-870EBF68A7A1}"/>
              </a:ext>
            </a:extLst>
          </p:cNvPr>
          <p:cNvSpPr>
            <a:spLocks noGrp="1"/>
          </p:cNvSpPr>
          <p:nvPr>
            <p:ph type="body" sz="quarter" idx="28" hasCustomPrompt="1"/>
          </p:nvPr>
        </p:nvSpPr>
        <p:spPr>
          <a:xfrm>
            <a:off x="633632" y="419099"/>
            <a:ext cx="465115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52299520"/>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ase Study-1/2-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ECF38BD-32C9-894D-AB81-415CC476ECD6}"/>
              </a:ext>
            </a:extLst>
          </p:cNvPr>
          <p:cNvSpPr>
            <a:spLocks noGrp="1"/>
          </p:cNvSpPr>
          <p:nvPr>
            <p:ph type="pic" sz="quarter" idx="16"/>
          </p:nvPr>
        </p:nvSpPr>
        <p:spPr>
          <a:xfrm>
            <a:off x="6096000" y="0"/>
            <a:ext cx="6095999" cy="6858000"/>
          </a:xfrm>
          <a:prstGeom prst="rect">
            <a:avLst/>
          </a:prstGeom>
          <a:solidFill>
            <a:schemeClr val="accent1"/>
          </a:solidFill>
        </p:spPr>
        <p:txBody>
          <a:bodyPr/>
          <a:lstStyle/>
          <a:p>
            <a:endParaRPr lang="en-US"/>
          </a:p>
        </p:txBody>
      </p:sp>
      <p:sp>
        <p:nvSpPr>
          <p:cNvPr id="8" name="TextBox 7">
            <a:extLst>
              <a:ext uri="{FF2B5EF4-FFF2-40B4-BE49-F238E27FC236}">
                <a16:creationId xmlns:a16="http://schemas.microsoft.com/office/drawing/2014/main" id="{49A8AE99-B517-8AEB-D5E4-B09D52CA25AF}"/>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9" name="Text Placeholder 3">
            <a:extLst>
              <a:ext uri="{FF2B5EF4-FFF2-40B4-BE49-F238E27FC236}">
                <a16:creationId xmlns:a16="http://schemas.microsoft.com/office/drawing/2014/main" id="{3120F32B-02B9-F0A1-D25E-DE2CDA7F43C0}"/>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‹nº›</a:t>
            </a:fld>
            <a:endParaRPr lang="en-US" sz="1000">
              <a:solidFill>
                <a:schemeClr val="bg1"/>
              </a:solidFill>
            </a:endParaRPr>
          </a:p>
        </p:txBody>
      </p:sp>
      <p:sp>
        <p:nvSpPr>
          <p:cNvPr id="2" name="Title 1">
            <a:extLst>
              <a:ext uri="{FF2B5EF4-FFF2-40B4-BE49-F238E27FC236}">
                <a16:creationId xmlns:a16="http://schemas.microsoft.com/office/drawing/2014/main" id="{8C1749E3-2785-6125-72F4-4CB2CF38880E}"/>
              </a:ext>
            </a:extLst>
          </p:cNvPr>
          <p:cNvSpPr>
            <a:spLocks noGrp="1"/>
          </p:cNvSpPr>
          <p:nvPr>
            <p:ph type="title" hasCustomPrompt="1"/>
          </p:nvPr>
        </p:nvSpPr>
        <p:spPr>
          <a:xfrm>
            <a:off x="633632" y="722842"/>
            <a:ext cx="4651156"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4" name="Text Placeholder 10">
            <a:extLst>
              <a:ext uri="{FF2B5EF4-FFF2-40B4-BE49-F238E27FC236}">
                <a16:creationId xmlns:a16="http://schemas.microsoft.com/office/drawing/2014/main" id="{F8F30B81-156F-78DF-062D-E4DD7907F0C8}"/>
              </a:ext>
            </a:extLst>
          </p:cNvPr>
          <p:cNvSpPr>
            <a:spLocks noGrp="1"/>
          </p:cNvSpPr>
          <p:nvPr>
            <p:ph type="body" sz="quarter" idx="28" hasCustomPrompt="1"/>
          </p:nvPr>
        </p:nvSpPr>
        <p:spPr>
          <a:xfrm>
            <a:off x="633632" y="419099"/>
            <a:ext cx="4651156"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95498245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ase Study-2/3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57C14D-88D4-2E4E-B3D4-C2C8ABFC1A31}"/>
              </a:ext>
            </a:extLst>
          </p:cNvPr>
          <p:cNvSpPr/>
          <p:nvPr userDrawn="1"/>
        </p:nvSpPr>
        <p:spPr bwMode="auto">
          <a:xfrm>
            <a:off x="4381500" y="0"/>
            <a:ext cx="7810499" cy="6858000"/>
          </a:xfrm>
          <a:prstGeom prst="rect">
            <a:avLst/>
          </a:prstGeom>
          <a:solidFill>
            <a:schemeClr val="bg1">
              <a:lumMod val="95000"/>
            </a:schemeClr>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4" name="Picture Placeholder 2">
            <a:extLst>
              <a:ext uri="{FF2B5EF4-FFF2-40B4-BE49-F238E27FC236}">
                <a16:creationId xmlns:a16="http://schemas.microsoft.com/office/drawing/2014/main" id="{B0B5FC9B-C94B-DD4C-B568-43367EF1D400}"/>
              </a:ext>
            </a:extLst>
          </p:cNvPr>
          <p:cNvSpPr>
            <a:spLocks noGrp="1"/>
          </p:cNvSpPr>
          <p:nvPr>
            <p:ph type="pic" sz="quarter" idx="16"/>
          </p:nvPr>
        </p:nvSpPr>
        <p:spPr>
          <a:xfrm>
            <a:off x="4381500" y="0"/>
            <a:ext cx="7810500" cy="6858000"/>
          </a:xfrm>
          <a:prstGeom prst="rect">
            <a:avLst/>
          </a:prstGeom>
          <a:solidFill>
            <a:schemeClr val="accent1"/>
          </a:solidFill>
        </p:spPr>
        <p:txBody>
          <a:bodyPr/>
          <a:lstStyle/>
          <a:p>
            <a:endParaRPr lang="en-US"/>
          </a:p>
        </p:txBody>
      </p:sp>
      <p:sp>
        <p:nvSpPr>
          <p:cNvPr id="6" name="TextBox 5">
            <a:extLst>
              <a:ext uri="{FF2B5EF4-FFF2-40B4-BE49-F238E27FC236}">
                <a16:creationId xmlns:a16="http://schemas.microsoft.com/office/drawing/2014/main" id="{1776621A-DBD8-0204-830A-B611F2C50DB3}"/>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7" name="Text Placeholder 3">
            <a:extLst>
              <a:ext uri="{FF2B5EF4-FFF2-40B4-BE49-F238E27FC236}">
                <a16:creationId xmlns:a16="http://schemas.microsoft.com/office/drawing/2014/main" id="{2F4A5E9B-ED60-9026-0304-CC0E0C50B0BB}"/>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‹nº›</a:t>
            </a:fld>
            <a:endParaRPr lang="en-US" sz="1000">
              <a:solidFill>
                <a:schemeClr val="bg1"/>
              </a:solidFill>
            </a:endParaRPr>
          </a:p>
        </p:txBody>
      </p:sp>
      <p:sp>
        <p:nvSpPr>
          <p:cNvPr id="2" name="Title 1">
            <a:extLst>
              <a:ext uri="{FF2B5EF4-FFF2-40B4-BE49-F238E27FC236}">
                <a16:creationId xmlns:a16="http://schemas.microsoft.com/office/drawing/2014/main" id="{74A259D8-8F7C-0047-F26B-69BFCE9B0D84}"/>
              </a:ext>
            </a:extLst>
          </p:cNvPr>
          <p:cNvSpPr>
            <a:spLocks noGrp="1"/>
          </p:cNvSpPr>
          <p:nvPr>
            <p:ph type="title" hasCustomPrompt="1"/>
          </p:nvPr>
        </p:nvSpPr>
        <p:spPr>
          <a:xfrm>
            <a:off x="633632" y="722842"/>
            <a:ext cx="3477993" cy="343958"/>
          </a:xfrm>
          <a:prstGeom prst="rect">
            <a:avLst/>
          </a:prstGeom>
        </p:spPr>
        <p:txBody>
          <a:bodyPr/>
          <a:lstStyle>
            <a:lvl1pPr>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effectLst/>
              </a:rPr>
              <a:t>Title Goes Here</a:t>
            </a:r>
            <a:endParaRPr lang="en-US"/>
          </a:p>
        </p:txBody>
      </p:sp>
      <p:sp>
        <p:nvSpPr>
          <p:cNvPr id="3" name="Text Placeholder 10">
            <a:extLst>
              <a:ext uri="{FF2B5EF4-FFF2-40B4-BE49-F238E27FC236}">
                <a16:creationId xmlns:a16="http://schemas.microsoft.com/office/drawing/2014/main" id="{8524263F-D90D-573F-672D-5622B33EAD0D}"/>
              </a:ext>
            </a:extLst>
          </p:cNvPr>
          <p:cNvSpPr>
            <a:spLocks noGrp="1"/>
          </p:cNvSpPr>
          <p:nvPr>
            <p:ph type="body" sz="quarter" idx="28" hasCustomPrompt="1"/>
          </p:nvPr>
        </p:nvSpPr>
        <p:spPr>
          <a:xfrm>
            <a:off x="633632" y="419099"/>
            <a:ext cx="3477993" cy="225707"/>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636604076"/>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ase Study_Mocku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552DE14-65C1-7956-7013-27CD9E260F56}"/>
              </a:ext>
            </a:extLst>
          </p:cNvPr>
          <p:cNvSpPr/>
          <p:nvPr userDrawn="1"/>
        </p:nvSpPr>
        <p:spPr bwMode="auto">
          <a:xfrm>
            <a:off x="0" y="0"/>
            <a:ext cx="243840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6" name="Text Placeholder 2">
            <a:extLst>
              <a:ext uri="{FF2B5EF4-FFF2-40B4-BE49-F238E27FC236}">
                <a16:creationId xmlns:a16="http://schemas.microsoft.com/office/drawing/2014/main" id="{79C365B7-BDA2-A1BA-99C3-FAE4F63E6178}"/>
              </a:ext>
            </a:extLst>
          </p:cNvPr>
          <p:cNvSpPr>
            <a:spLocks noGrp="1"/>
          </p:cNvSpPr>
          <p:nvPr>
            <p:ph type="body" sz="quarter" idx="17" hasCustomPrompt="1"/>
          </p:nvPr>
        </p:nvSpPr>
        <p:spPr>
          <a:xfrm>
            <a:off x="4365652" y="2286000"/>
            <a:ext cx="4784852" cy="3657600"/>
          </a:xfrm>
          <a:prstGeom prst="rect">
            <a:avLst/>
          </a:prstGeom>
        </p:spPr>
        <p:txBody>
          <a:bodyPr/>
          <a:lstStyle>
            <a:lvl1pPr>
              <a:lnSpc>
                <a:spcPts val="2000"/>
              </a:lnSpc>
              <a:defRPr sz="1400" b="0" i="0">
                <a:solidFill>
                  <a:schemeClr val="bg1"/>
                </a:solidFill>
                <a:latin typeface="Calibri Light" panose="020F0302020204030204" pitchFamily="34" charset="0"/>
                <a:cs typeface="Calibri Light" panose="020F0302020204030204" pitchFamily="34" charset="0"/>
              </a:defRPr>
            </a:lvl1pPr>
            <a:lvl2pPr>
              <a:buNone/>
              <a:defRPr/>
            </a:lvl2pPr>
            <a:lvl3pPr>
              <a:buNone/>
              <a:defRPr/>
            </a:lvl3pPr>
          </a:lstStyle>
          <a:p>
            <a:pPr lvl="0"/>
            <a:r>
              <a:rPr lang="en-US"/>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a:t>
            </a:r>
          </a:p>
        </p:txBody>
      </p:sp>
      <p:pic>
        <p:nvPicPr>
          <p:cNvPr id="11" name="Picture 10">
            <a:extLst>
              <a:ext uri="{FF2B5EF4-FFF2-40B4-BE49-F238E27FC236}">
                <a16:creationId xmlns:a16="http://schemas.microsoft.com/office/drawing/2014/main" id="{809CE349-346A-D8D6-57AD-5723D88B67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58851" y="6416865"/>
            <a:ext cx="488145" cy="179465"/>
          </a:xfrm>
          <a:prstGeom prst="rect">
            <a:avLst/>
          </a:prstGeom>
        </p:spPr>
      </p:pic>
      <p:sp>
        <p:nvSpPr>
          <p:cNvPr id="3" name="Title 1">
            <a:extLst>
              <a:ext uri="{FF2B5EF4-FFF2-40B4-BE49-F238E27FC236}">
                <a16:creationId xmlns:a16="http://schemas.microsoft.com/office/drawing/2014/main" id="{39E35029-5964-C030-FE93-F157EF1D672E}"/>
              </a:ext>
            </a:extLst>
          </p:cNvPr>
          <p:cNvSpPr txBox="1">
            <a:spLocks/>
          </p:cNvSpPr>
          <p:nvPr userDrawn="1"/>
        </p:nvSpPr>
        <p:spPr>
          <a:xfrm>
            <a:off x="4365652" y="1688770"/>
            <a:ext cx="3474720" cy="338554"/>
          </a:xfrm>
          <a:prstGeom prst="rect">
            <a:avLst/>
          </a:prstGeom>
        </p:spPr>
        <p:txBody>
          <a:bodyPr lIns="0" tIns="0" rIns="0" bIns="0">
            <a:noAutofit/>
          </a:bodyPr>
          <a:lstStyle>
            <a:lvl1pPr lvl="0" indent="0">
              <a:lnSpc>
                <a:spcPct val="100000"/>
              </a:lnSpc>
              <a:spcBef>
                <a:spcPts val="0"/>
              </a:spcBef>
              <a:spcAft>
                <a:spcPts val="0"/>
              </a:spcAft>
              <a:buFont typeface="Arial" panose="020B0604020202020204" pitchFamily="34" charset="0"/>
              <a:buNone/>
              <a:defRPr lang="en-US" sz="2200" b="1" i="0" spc="0" dirty="0">
                <a:gradFill>
                  <a:gsLst>
                    <a:gs pos="0">
                      <a:schemeClr val="accent3"/>
                    </a:gs>
                    <a:gs pos="45000">
                      <a:schemeClr val="accent3"/>
                    </a:gs>
                    <a:gs pos="100000">
                      <a:schemeClr val="accent4"/>
                    </a:gs>
                  </a:gsLst>
                  <a:lin ang="1200000" scaled="0"/>
                </a:gradFill>
                <a:effectLst/>
                <a:latin typeface="+mj-lt"/>
                <a:ea typeface="Calibri" panose="020F0502020204030204" pitchFamily="34" charset="0"/>
                <a:cs typeface="Calibri" panose="020F0502020204030204" pitchFamily="34" charset="0"/>
              </a:defRPr>
            </a:lvl1pPr>
          </a:lstStyle>
          <a:p>
            <a:pPr lvl="0"/>
            <a:r>
              <a:rPr lang="en-US">
                <a:solidFill>
                  <a:schemeClr val="bg1"/>
                </a:solidFill>
              </a:rPr>
              <a:t>Title Goes Here</a:t>
            </a:r>
          </a:p>
        </p:txBody>
      </p:sp>
    </p:spTree>
    <p:extLst>
      <p:ext uri="{BB962C8B-B14F-4D97-AF65-F5344CB8AC3E}">
        <p14:creationId xmlns:p14="http://schemas.microsoft.com/office/powerpoint/2010/main" val="30605700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Narrow">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7DFB89-A9BD-47AC-B57A-7869039229B5}"/>
              </a:ext>
            </a:extLst>
          </p:cNvPr>
          <p:cNvSpPr/>
          <p:nvPr userDrawn="1"/>
        </p:nvSpPr>
        <p:spPr bwMode="auto">
          <a:xfrm>
            <a:off x="0" y="0"/>
            <a:ext cx="342900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Picture Placeholder 2">
            <a:extLst>
              <a:ext uri="{FF2B5EF4-FFF2-40B4-BE49-F238E27FC236}">
                <a16:creationId xmlns:a16="http://schemas.microsoft.com/office/drawing/2014/main" id="{CE8FAB7B-4710-4747-B680-F6B4F0097B29}"/>
              </a:ext>
            </a:extLst>
          </p:cNvPr>
          <p:cNvSpPr>
            <a:spLocks noGrp="1"/>
          </p:cNvSpPr>
          <p:nvPr>
            <p:ph type="pic" sz="quarter" idx="16"/>
          </p:nvPr>
        </p:nvSpPr>
        <p:spPr>
          <a:xfrm>
            <a:off x="3429000" y="0"/>
            <a:ext cx="8763000" cy="6858000"/>
          </a:xfrm>
          <a:prstGeom prst="rect">
            <a:avLst/>
          </a:prstGeom>
        </p:spPr>
        <p:txBody>
          <a:bodyPr/>
          <a:lstStyle/>
          <a:p>
            <a:endParaRPr lang="en-US"/>
          </a:p>
        </p:txBody>
      </p:sp>
      <p:pic>
        <p:nvPicPr>
          <p:cNvPr id="13" name="Picture 12">
            <a:extLst>
              <a:ext uri="{FF2B5EF4-FFF2-40B4-BE49-F238E27FC236}">
                <a16:creationId xmlns:a16="http://schemas.microsoft.com/office/drawing/2014/main" id="{8CC0D0B5-8985-C0CF-E031-72C099F13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0" y="6416865"/>
            <a:ext cx="488145" cy="179465"/>
          </a:xfrm>
          <a:prstGeom prst="rect">
            <a:avLst/>
          </a:prstGeom>
        </p:spPr>
      </p:pic>
      <p:sp>
        <p:nvSpPr>
          <p:cNvPr id="6" name="Title 1">
            <a:extLst>
              <a:ext uri="{FF2B5EF4-FFF2-40B4-BE49-F238E27FC236}">
                <a16:creationId xmlns:a16="http://schemas.microsoft.com/office/drawing/2014/main" id="{A44169FF-3519-85C9-0F2D-26C1E7EAB350}"/>
              </a:ext>
            </a:extLst>
          </p:cNvPr>
          <p:cNvSpPr>
            <a:spLocks noGrp="1"/>
          </p:cNvSpPr>
          <p:nvPr>
            <p:ph type="title" hasCustomPrompt="1"/>
          </p:nvPr>
        </p:nvSpPr>
        <p:spPr>
          <a:xfrm>
            <a:off x="633632" y="722843"/>
            <a:ext cx="2618014" cy="338554"/>
          </a:xfrm>
          <a:prstGeom prst="rect">
            <a:avLst/>
          </a:prstGeom>
        </p:spPr>
        <p:txBody>
          <a:bodyPr lIns="0" tIns="0" rIns="0" bIns="0">
            <a:noAutofit/>
          </a:bodyPr>
          <a:lstStyle>
            <a:lvl1pPr>
              <a:defRPr lang="en-US" dirty="0">
                <a:solidFill>
                  <a:schemeClr val="bg1"/>
                </a:solidFill>
                <a:latin typeface="+mj-lt"/>
              </a:defRPr>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8" name="Text Placeholder 10">
            <a:extLst>
              <a:ext uri="{FF2B5EF4-FFF2-40B4-BE49-F238E27FC236}">
                <a16:creationId xmlns:a16="http://schemas.microsoft.com/office/drawing/2014/main" id="{5E92AB95-E16F-C12B-B3CB-DCDED8BB72C8}"/>
              </a:ext>
            </a:extLst>
          </p:cNvPr>
          <p:cNvSpPr>
            <a:spLocks noGrp="1"/>
          </p:cNvSpPr>
          <p:nvPr>
            <p:ph type="body" sz="quarter" idx="28" hasCustomPrompt="1"/>
          </p:nvPr>
        </p:nvSpPr>
        <p:spPr>
          <a:xfrm>
            <a:off x="633632" y="419100"/>
            <a:ext cx="2618014"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443111052"/>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2/3 Blac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3D721A-127A-4DBE-B738-ABA4893319BC}"/>
              </a:ext>
            </a:extLst>
          </p:cNvPr>
          <p:cNvSpPr/>
          <p:nvPr userDrawn="1"/>
        </p:nvSpPr>
        <p:spPr bwMode="auto">
          <a:xfrm>
            <a:off x="0" y="0"/>
            <a:ext cx="4354513"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5" name="Picture 4">
            <a:extLst>
              <a:ext uri="{FF2B5EF4-FFF2-40B4-BE49-F238E27FC236}">
                <a16:creationId xmlns:a16="http://schemas.microsoft.com/office/drawing/2014/main" id="{F4D0723C-92A3-529E-5B7C-80EDBC262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0" y="6416865"/>
            <a:ext cx="488145" cy="179465"/>
          </a:xfrm>
          <a:prstGeom prst="rect">
            <a:avLst/>
          </a:prstGeom>
        </p:spPr>
      </p:pic>
      <p:sp>
        <p:nvSpPr>
          <p:cNvPr id="6" name="Title 1">
            <a:extLst>
              <a:ext uri="{FF2B5EF4-FFF2-40B4-BE49-F238E27FC236}">
                <a16:creationId xmlns:a16="http://schemas.microsoft.com/office/drawing/2014/main" id="{D80312C7-4EE9-90CF-47E1-087BF0744BD8}"/>
              </a:ext>
            </a:extLst>
          </p:cNvPr>
          <p:cNvSpPr>
            <a:spLocks noGrp="1"/>
          </p:cNvSpPr>
          <p:nvPr>
            <p:ph type="title" hasCustomPrompt="1"/>
          </p:nvPr>
        </p:nvSpPr>
        <p:spPr>
          <a:xfrm>
            <a:off x="633632" y="722843"/>
            <a:ext cx="3474720" cy="338554"/>
          </a:xfrm>
          <a:prstGeom prst="rect">
            <a:avLst/>
          </a:prstGeom>
        </p:spPr>
        <p:txBody>
          <a:bodyPr lIns="0" tIns="0" rIns="0" bIns="0">
            <a:noAutofit/>
          </a:bodyPr>
          <a:lstStyle>
            <a:lvl1pPr>
              <a:defRPr lang="en-US" dirty="0">
                <a:solidFill>
                  <a:schemeClr val="bg1"/>
                </a:solidFill>
                <a:latin typeface="+mj-lt"/>
              </a:defRPr>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7" name="Text Placeholder 10">
            <a:extLst>
              <a:ext uri="{FF2B5EF4-FFF2-40B4-BE49-F238E27FC236}">
                <a16:creationId xmlns:a16="http://schemas.microsoft.com/office/drawing/2014/main" id="{1B4920DC-0C83-DBD1-A7BA-450D741C9E1C}"/>
              </a:ext>
            </a:extLst>
          </p:cNvPr>
          <p:cNvSpPr>
            <a:spLocks noGrp="1"/>
          </p:cNvSpPr>
          <p:nvPr>
            <p:ph type="body" sz="quarter" idx="28" hasCustomPrompt="1"/>
          </p:nvPr>
        </p:nvSpPr>
        <p:spPr>
          <a:xfrm>
            <a:off x="633632" y="419100"/>
            <a:ext cx="347472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3709407116"/>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ase Study_Mockup_Lef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A393A3-BED5-A4B8-2CC9-68028E8F7DD4}"/>
              </a:ext>
            </a:extLst>
          </p:cNvPr>
          <p:cNvSpPr/>
          <p:nvPr userDrawn="1"/>
        </p:nvSpPr>
        <p:spPr bwMode="auto">
          <a:xfrm>
            <a:off x="0" y="0"/>
            <a:ext cx="7156450" cy="6858000"/>
          </a:xfrm>
          <a:prstGeom prst="rect">
            <a:avLst/>
          </a:prstGeom>
          <a:solidFill>
            <a:schemeClr val="accent1"/>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5" name="Picture 4">
            <a:extLst>
              <a:ext uri="{FF2B5EF4-FFF2-40B4-BE49-F238E27FC236}">
                <a16:creationId xmlns:a16="http://schemas.microsoft.com/office/drawing/2014/main" id="{F7B52ADC-08BB-44B3-7F3D-505CD63B753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3" name="Title 1">
            <a:extLst>
              <a:ext uri="{FF2B5EF4-FFF2-40B4-BE49-F238E27FC236}">
                <a16:creationId xmlns:a16="http://schemas.microsoft.com/office/drawing/2014/main" id="{F73605A9-1E62-45FD-73A7-1EA66A44C762}"/>
              </a:ext>
            </a:extLst>
          </p:cNvPr>
          <p:cNvSpPr>
            <a:spLocks noGrp="1"/>
          </p:cNvSpPr>
          <p:nvPr>
            <p:ph type="title" hasCustomPrompt="1"/>
          </p:nvPr>
        </p:nvSpPr>
        <p:spPr>
          <a:xfrm>
            <a:off x="633632" y="722843"/>
            <a:ext cx="3474720" cy="338554"/>
          </a:xfrm>
          <a:prstGeom prst="rect">
            <a:avLst/>
          </a:prstGeom>
        </p:spPr>
        <p:txBody>
          <a:bodyPr lIns="0" tIns="0" rIns="0" bIns="0">
            <a:noAutofit/>
          </a:bodyPr>
          <a:lstStyle>
            <a:lvl1pPr>
              <a:defRPr lang="en-US" dirty="0">
                <a:solidFill>
                  <a:schemeClr val="bg1"/>
                </a:solidFill>
                <a:latin typeface="+mj-lt"/>
              </a:defRPr>
            </a:lvl1pPr>
          </a:lstStyle>
          <a:p>
            <a:pPr marL="0" lvl="0" indent="0">
              <a:spcBef>
                <a:spcPts val="0"/>
              </a:spcBef>
              <a:spcAft>
                <a:spcPts val="0"/>
              </a:spcAft>
              <a:buFont typeface="Arial" panose="020B0604020202020204" pitchFamily="34" charset="0"/>
            </a:pPr>
            <a:r>
              <a:rPr lang="en-US">
                <a:effectLst/>
              </a:rPr>
              <a:t>Title Goes Here</a:t>
            </a:r>
            <a:endParaRPr lang="en-US"/>
          </a:p>
        </p:txBody>
      </p:sp>
      <p:sp>
        <p:nvSpPr>
          <p:cNvPr id="4" name="Text Placeholder 10">
            <a:extLst>
              <a:ext uri="{FF2B5EF4-FFF2-40B4-BE49-F238E27FC236}">
                <a16:creationId xmlns:a16="http://schemas.microsoft.com/office/drawing/2014/main" id="{E0308101-6824-4317-B732-39B094E4FA53}"/>
              </a:ext>
            </a:extLst>
          </p:cNvPr>
          <p:cNvSpPr>
            <a:spLocks noGrp="1"/>
          </p:cNvSpPr>
          <p:nvPr>
            <p:ph type="body" sz="quarter" idx="28" hasCustomPrompt="1"/>
          </p:nvPr>
        </p:nvSpPr>
        <p:spPr>
          <a:xfrm>
            <a:off x="633632" y="419100"/>
            <a:ext cx="3474720" cy="225706"/>
          </a:xfrm>
          <a:prstGeom prst="rect">
            <a:avLst/>
          </a:prstGeom>
        </p:spPr>
        <p:txBody>
          <a:bodyPr/>
          <a:lstStyle>
            <a:lvl1pPr>
              <a:spcBef>
                <a:spcPts val="0"/>
              </a:spcBef>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add section title</a:t>
            </a:r>
          </a:p>
        </p:txBody>
      </p:sp>
    </p:spTree>
    <p:extLst>
      <p:ext uri="{BB962C8B-B14F-4D97-AF65-F5344CB8AC3E}">
        <p14:creationId xmlns:p14="http://schemas.microsoft.com/office/powerpoint/2010/main" val="108885966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hoto">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7FD4578C-8BBA-DD7F-1D7F-67C3334C4001}"/>
              </a:ext>
            </a:extLst>
          </p:cNvPr>
          <p:cNvSpPr>
            <a:spLocks noGrp="1"/>
          </p:cNvSpPr>
          <p:nvPr>
            <p:ph type="pic" sz="quarter" idx="12"/>
          </p:nvPr>
        </p:nvSpPr>
        <p:spPr>
          <a:xfrm>
            <a:off x="0" y="0"/>
            <a:ext cx="12192000" cy="6858000"/>
          </a:xfrm>
          <a:prstGeom prst="rect">
            <a:avLst/>
          </a:prstGeom>
        </p:spPr>
        <p:txBody>
          <a:bodyPr/>
          <a:lstStyle/>
          <a:p>
            <a:endParaRPr lang="en-US"/>
          </a:p>
        </p:txBody>
      </p:sp>
    </p:spTree>
    <p:extLst>
      <p:ext uri="{BB962C8B-B14F-4D97-AF65-F5344CB8AC3E}">
        <p14:creationId xmlns:p14="http://schemas.microsoft.com/office/powerpoint/2010/main" val="142633642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Custom Layout">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947453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_Custom Layout">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5015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148705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77836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hank_you">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32B93596-9EFA-D1CF-1891-B79E8C134296}"/>
              </a:ext>
            </a:extLst>
          </p:cNvPr>
          <p:cNvSpPr>
            <a:spLocks noGrp="1"/>
          </p:cNvSpPr>
          <p:nvPr>
            <p:ph type="body" sz="quarter" idx="12"/>
          </p:nvPr>
        </p:nvSpPr>
        <p:spPr>
          <a:xfrm>
            <a:off x="6008594" y="1585875"/>
            <a:ext cx="3827462" cy="257250"/>
          </a:xfrm>
          <a:prstGeom prst="rect">
            <a:avLst/>
          </a:prstGeom>
        </p:spPr>
        <p:txBody>
          <a:bodyPr/>
          <a:lstStyle>
            <a:lvl1pPr>
              <a:defRPr sz="1600" b="0" i="0">
                <a:latin typeface="Calibri" panose="020F0502020204030204" pitchFamily="34" charset="0"/>
                <a:cs typeface="Calibri" panose="020F0502020204030204" pitchFamily="34" charset="0"/>
              </a:defRPr>
            </a:lvl1pPr>
          </a:lstStyle>
          <a:p>
            <a:r>
              <a:rPr lang="en-US"/>
              <a:t>For more information, contact</a:t>
            </a:r>
          </a:p>
        </p:txBody>
      </p:sp>
      <p:sp>
        <p:nvSpPr>
          <p:cNvPr id="7" name="Text Placeholder 3">
            <a:extLst>
              <a:ext uri="{FF2B5EF4-FFF2-40B4-BE49-F238E27FC236}">
                <a16:creationId xmlns:a16="http://schemas.microsoft.com/office/drawing/2014/main" id="{6FDC7A20-9DDC-243D-12E0-D419647A673B}"/>
              </a:ext>
            </a:extLst>
          </p:cNvPr>
          <p:cNvSpPr>
            <a:spLocks noGrp="1"/>
          </p:cNvSpPr>
          <p:nvPr>
            <p:ph type="body" sz="quarter" idx="13"/>
          </p:nvPr>
        </p:nvSpPr>
        <p:spPr>
          <a:xfrm>
            <a:off x="6008594" y="2359058"/>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r>
              <a:rPr lang="en-US"/>
              <a:t>Name</a:t>
            </a:r>
          </a:p>
        </p:txBody>
      </p:sp>
      <p:sp>
        <p:nvSpPr>
          <p:cNvPr id="8" name="Text Placeholder 4">
            <a:extLst>
              <a:ext uri="{FF2B5EF4-FFF2-40B4-BE49-F238E27FC236}">
                <a16:creationId xmlns:a16="http://schemas.microsoft.com/office/drawing/2014/main" id="{DF0BB83A-8F61-9449-F88A-D14428FB92FB}"/>
              </a:ext>
            </a:extLst>
          </p:cNvPr>
          <p:cNvSpPr>
            <a:spLocks noGrp="1"/>
          </p:cNvSpPr>
          <p:nvPr>
            <p:ph type="body" sz="quarter" idx="14"/>
          </p:nvPr>
        </p:nvSpPr>
        <p:spPr>
          <a:xfrm>
            <a:off x="6008594" y="2744373"/>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r>
              <a:rPr lang="en-US"/>
              <a:t>Position title</a:t>
            </a:r>
          </a:p>
        </p:txBody>
      </p:sp>
      <p:sp>
        <p:nvSpPr>
          <p:cNvPr id="9" name="Text Placeholder 5">
            <a:extLst>
              <a:ext uri="{FF2B5EF4-FFF2-40B4-BE49-F238E27FC236}">
                <a16:creationId xmlns:a16="http://schemas.microsoft.com/office/drawing/2014/main" id="{928CEB9B-E281-2F84-4094-6D6C75AE1667}"/>
              </a:ext>
            </a:extLst>
          </p:cNvPr>
          <p:cNvSpPr>
            <a:spLocks noGrp="1"/>
          </p:cNvSpPr>
          <p:nvPr>
            <p:ph type="body" sz="quarter" idx="15"/>
          </p:nvPr>
        </p:nvSpPr>
        <p:spPr>
          <a:xfrm>
            <a:off x="6008594" y="3273458"/>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Insert email</a:t>
            </a:r>
          </a:p>
        </p:txBody>
      </p:sp>
      <p:sp>
        <p:nvSpPr>
          <p:cNvPr id="10" name="Text Placeholder 6">
            <a:extLst>
              <a:ext uri="{FF2B5EF4-FFF2-40B4-BE49-F238E27FC236}">
                <a16:creationId xmlns:a16="http://schemas.microsoft.com/office/drawing/2014/main" id="{4B5D4FBD-9119-A47E-823E-8468ED6CF450}"/>
              </a:ext>
            </a:extLst>
          </p:cNvPr>
          <p:cNvSpPr>
            <a:spLocks noGrp="1"/>
          </p:cNvSpPr>
          <p:nvPr>
            <p:ph type="body" sz="quarter" idx="16"/>
          </p:nvPr>
        </p:nvSpPr>
        <p:spPr>
          <a:xfrm>
            <a:off x="6008594" y="3560388"/>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+1 000 000 000</a:t>
            </a:r>
          </a:p>
        </p:txBody>
      </p:sp>
      <p:sp>
        <p:nvSpPr>
          <p:cNvPr id="11" name="Text Placeholder 7">
            <a:extLst>
              <a:ext uri="{FF2B5EF4-FFF2-40B4-BE49-F238E27FC236}">
                <a16:creationId xmlns:a16="http://schemas.microsoft.com/office/drawing/2014/main" id="{C67B81F6-EE7E-69A9-E411-F7C52303401A}"/>
              </a:ext>
            </a:extLst>
          </p:cNvPr>
          <p:cNvSpPr>
            <a:spLocks noGrp="1"/>
          </p:cNvSpPr>
          <p:nvPr>
            <p:ph type="body" sz="quarter" idx="17"/>
          </p:nvPr>
        </p:nvSpPr>
        <p:spPr>
          <a:xfrm>
            <a:off x="6008594" y="4117149"/>
            <a:ext cx="3827462" cy="1173078"/>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sp>
        <p:nvSpPr>
          <p:cNvPr id="12" name="Title 2">
            <a:extLst>
              <a:ext uri="{FF2B5EF4-FFF2-40B4-BE49-F238E27FC236}">
                <a16:creationId xmlns:a16="http://schemas.microsoft.com/office/drawing/2014/main" id="{7D40B0A2-8366-4164-6D42-A15D2F6F574B}"/>
              </a:ext>
            </a:extLst>
          </p:cNvPr>
          <p:cNvSpPr>
            <a:spLocks noGrp="1"/>
          </p:cNvSpPr>
          <p:nvPr>
            <p:ph type="title" hasCustomPrompt="1"/>
          </p:nvPr>
        </p:nvSpPr>
        <p:spPr>
          <a:xfrm>
            <a:off x="647700" y="1353882"/>
            <a:ext cx="4220135" cy="1107996"/>
          </a:xfrm>
          <a:prstGeom prst="rect">
            <a:avLst/>
          </a:prstGeom>
        </p:spPr>
        <p:txBody>
          <a:bodyPr wrap="square">
            <a:spAutoFit/>
          </a:bodyPr>
          <a:lstStyle>
            <a:lvl1pPr>
              <a:defRPr sz="7200" b="0" i="0">
                <a:gradFill>
                  <a:gsLst>
                    <a:gs pos="0">
                      <a:srgbClr val="00F6FF"/>
                    </a:gs>
                    <a:gs pos="56000">
                      <a:srgbClr val="00FFF0"/>
                    </a:gs>
                    <a:gs pos="100000">
                      <a:srgbClr val="B896FF"/>
                    </a:gs>
                  </a:gsLst>
                  <a:lin ang="0" scaled="0"/>
                </a:gradFill>
                <a:latin typeface="Calibri" panose="020F0502020204030204" pitchFamily="34" charset="0"/>
                <a:cs typeface="Calibri" panose="020F0502020204030204" pitchFamily="34" charset="0"/>
              </a:defRPr>
            </a:lvl1pPr>
          </a:lstStyle>
          <a:p>
            <a:r>
              <a:rPr lang="en-US"/>
              <a:t>Thank you!</a:t>
            </a:r>
          </a:p>
        </p:txBody>
      </p:sp>
      <p:cxnSp>
        <p:nvCxnSpPr>
          <p:cNvPr id="16" name="Straight Connector 15">
            <a:extLst>
              <a:ext uri="{FF2B5EF4-FFF2-40B4-BE49-F238E27FC236}">
                <a16:creationId xmlns:a16="http://schemas.microsoft.com/office/drawing/2014/main" id="{32A2464A-FAB8-9787-5897-30B871357252}"/>
              </a:ext>
            </a:extLst>
          </p:cNvPr>
          <p:cNvCxnSpPr>
            <a:cxnSpLocks/>
          </p:cNvCxnSpPr>
          <p:nvPr userDrawn="1"/>
        </p:nvCxnSpPr>
        <p:spPr>
          <a:xfrm>
            <a:off x="6008594" y="1981200"/>
            <a:ext cx="6248400"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754425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hank_you_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9C487BF-0EFB-7D6C-3495-E817AE08A6AD}"/>
              </a:ext>
            </a:extLst>
          </p:cNvPr>
          <p:cNvSpPr>
            <a:spLocks noGrp="1"/>
          </p:cNvSpPr>
          <p:nvPr>
            <p:ph type="pic" sz="quarter" idx="24"/>
          </p:nvPr>
        </p:nvSpPr>
        <p:spPr>
          <a:xfrm>
            <a:off x="6096000" y="0"/>
            <a:ext cx="6096000" cy="6858000"/>
          </a:xfrm>
          <a:prstGeom prst="rect">
            <a:avLst/>
          </a:prstGeom>
        </p:spPr>
        <p:txBody>
          <a:bodyPr/>
          <a:lstStyle/>
          <a:p>
            <a:endParaRPr lang="en-US"/>
          </a:p>
        </p:txBody>
      </p:sp>
      <p:sp>
        <p:nvSpPr>
          <p:cNvPr id="2" name="Title 2">
            <a:extLst>
              <a:ext uri="{FF2B5EF4-FFF2-40B4-BE49-F238E27FC236}">
                <a16:creationId xmlns:a16="http://schemas.microsoft.com/office/drawing/2014/main" id="{C4526B2C-80FA-F150-338B-DB03C5073388}"/>
              </a:ext>
            </a:extLst>
          </p:cNvPr>
          <p:cNvSpPr>
            <a:spLocks noGrp="1"/>
          </p:cNvSpPr>
          <p:nvPr>
            <p:ph type="title" hasCustomPrompt="1"/>
          </p:nvPr>
        </p:nvSpPr>
        <p:spPr>
          <a:xfrm>
            <a:off x="647700" y="1035424"/>
            <a:ext cx="4648200" cy="1107996"/>
          </a:xfrm>
          <a:prstGeom prst="rect">
            <a:avLst/>
          </a:prstGeom>
        </p:spPr>
        <p:txBody>
          <a:bodyPr wrap="square" lIns="0" tIns="0" rIns="0" bIns="0">
            <a:spAutoFit/>
          </a:bodyPr>
          <a:lstStyle>
            <a:lvl1pPr>
              <a:defRPr lang="en-US" sz="7200" b="0">
                <a:gradFill>
                  <a:gsLst>
                    <a:gs pos="0">
                      <a:srgbClr val="00F6FF"/>
                    </a:gs>
                    <a:gs pos="56000">
                      <a:srgbClr val="00FFF0"/>
                    </a:gs>
                    <a:gs pos="100000">
                      <a:srgbClr val="B896FF"/>
                    </a:gs>
                  </a:gsLst>
                  <a:lin ang="0" scaled="0"/>
                </a:gradFill>
              </a:defRPr>
            </a:lvl1pPr>
          </a:lstStyle>
          <a:p>
            <a:pPr lvl="0"/>
            <a:r>
              <a:rPr lang="en-US"/>
              <a:t>Thank you!</a:t>
            </a:r>
          </a:p>
        </p:txBody>
      </p:sp>
      <p:sp>
        <p:nvSpPr>
          <p:cNvPr id="5" name="Text Placeholder 2">
            <a:extLst>
              <a:ext uri="{FF2B5EF4-FFF2-40B4-BE49-F238E27FC236}">
                <a16:creationId xmlns:a16="http://schemas.microsoft.com/office/drawing/2014/main" id="{7AF9CC8A-BAB0-4529-6083-A3D7F01CE458}"/>
              </a:ext>
            </a:extLst>
          </p:cNvPr>
          <p:cNvSpPr>
            <a:spLocks noGrp="1"/>
          </p:cNvSpPr>
          <p:nvPr>
            <p:ph type="body" sz="quarter" idx="12"/>
          </p:nvPr>
        </p:nvSpPr>
        <p:spPr>
          <a:xfrm>
            <a:off x="647700" y="2540616"/>
            <a:ext cx="3827462" cy="257250"/>
          </a:xfrm>
          <a:prstGeom prst="rect">
            <a:avLst/>
          </a:prstGeom>
        </p:spPr>
        <p:txBody>
          <a:bodyPr/>
          <a:lstStyle>
            <a:lvl1pPr>
              <a:defRPr sz="1600" b="0" i="0">
                <a:latin typeface="Calibri" panose="020F0502020204030204" pitchFamily="34" charset="0"/>
                <a:cs typeface="Calibri" panose="020F0502020204030204" pitchFamily="34" charset="0"/>
              </a:defRPr>
            </a:lvl1pPr>
          </a:lstStyle>
          <a:p>
            <a:r>
              <a:rPr lang="en-US"/>
              <a:t>For more information, contact</a:t>
            </a:r>
          </a:p>
        </p:txBody>
      </p:sp>
      <p:sp>
        <p:nvSpPr>
          <p:cNvPr id="6" name="Text Placeholder 3">
            <a:extLst>
              <a:ext uri="{FF2B5EF4-FFF2-40B4-BE49-F238E27FC236}">
                <a16:creationId xmlns:a16="http://schemas.microsoft.com/office/drawing/2014/main" id="{25054708-622B-37B7-6E33-486A71C9526E}"/>
              </a:ext>
            </a:extLst>
          </p:cNvPr>
          <p:cNvSpPr>
            <a:spLocks noGrp="1"/>
          </p:cNvSpPr>
          <p:nvPr>
            <p:ph type="body" sz="quarter" idx="13"/>
          </p:nvPr>
        </p:nvSpPr>
        <p:spPr>
          <a:xfrm>
            <a:off x="647700" y="3313799"/>
            <a:ext cx="3827462" cy="289438"/>
          </a:xfrm>
          <a:prstGeom prst="rect">
            <a:avLst/>
          </a:prstGeom>
        </p:spPr>
        <p:txBody>
          <a:bodyPr/>
          <a:lstStyle>
            <a:lvl1pPr>
              <a:defRPr sz="1800" b="1" i="0">
                <a:solidFill>
                  <a:schemeClr val="accent2"/>
                </a:solidFill>
                <a:latin typeface="Calibri" panose="020F0502020204030204" pitchFamily="34" charset="0"/>
                <a:cs typeface="Calibri" panose="020F0502020204030204" pitchFamily="34" charset="0"/>
              </a:defRPr>
            </a:lvl1pPr>
          </a:lstStyle>
          <a:p>
            <a:r>
              <a:rPr lang="en-US"/>
              <a:t>Name</a:t>
            </a:r>
          </a:p>
        </p:txBody>
      </p:sp>
      <p:sp>
        <p:nvSpPr>
          <p:cNvPr id="7" name="Text Placeholder 4">
            <a:extLst>
              <a:ext uri="{FF2B5EF4-FFF2-40B4-BE49-F238E27FC236}">
                <a16:creationId xmlns:a16="http://schemas.microsoft.com/office/drawing/2014/main" id="{756D2A3F-CCA1-F399-D035-1BB32FED6345}"/>
              </a:ext>
            </a:extLst>
          </p:cNvPr>
          <p:cNvSpPr>
            <a:spLocks noGrp="1"/>
          </p:cNvSpPr>
          <p:nvPr>
            <p:ph type="body" sz="quarter" idx="14"/>
          </p:nvPr>
        </p:nvSpPr>
        <p:spPr>
          <a:xfrm>
            <a:off x="647700" y="3672220"/>
            <a:ext cx="3827462" cy="225126"/>
          </a:xfrm>
          <a:prstGeom prst="rect">
            <a:avLst/>
          </a:prstGeom>
        </p:spPr>
        <p:txBody>
          <a:bodyPr/>
          <a:lstStyle>
            <a:lvl1pPr>
              <a:defRPr sz="1400" b="0" i="0">
                <a:solidFill>
                  <a:schemeClr val="accent2"/>
                </a:solidFill>
                <a:latin typeface="Calibri Light" panose="020F0302020204030204" pitchFamily="34" charset="0"/>
                <a:cs typeface="Calibri Light" panose="020F0302020204030204" pitchFamily="34" charset="0"/>
              </a:defRPr>
            </a:lvl1pPr>
          </a:lstStyle>
          <a:p>
            <a:r>
              <a:rPr lang="en-US"/>
              <a:t>Position title</a:t>
            </a:r>
          </a:p>
        </p:txBody>
      </p:sp>
      <p:sp>
        <p:nvSpPr>
          <p:cNvPr id="8" name="Text Placeholder 5">
            <a:extLst>
              <a:ext uri="{FF2B5EF4-FFF2-40B4-BE49-F238E27FC236}">
                <a16:creationId xmlns:a16="http://schemas.microsoft.com/office/drawing/2014/main" id="{D50C7B71-5C80-8C3A-B66C-42F7296EB9CC}"/>
              </a:ext>
            </a:extLst>
          </p:cNvPr>
          <p:cNvSpPr>
            <a:spLocks noGrp="1"/>
          </p:cNvSpPr>
          <p:nvPr>
            <p:ph type="body" sz="quarter" idx="15"/>
          </p:nvPr>
        </p:nvSpPr>
        <p:spPr>
          <a:xfrm>
            <a:off x="647700" y="4201305"/>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Insert email</a:t>
            </a:r>
          </a:p>
        </p:txBody>
      </p:sp>
      <p:sp>
        <p:nvSpPr>
          <p:cNvPr id="9" name="Text Placeholder 6">
            <a:extLst>
              <a:ext uri="{FF2B5EF4-FFF2-40B4-BE49-F238E27FC236}">
                <a16:creationId xmlns:a16="http://schemas.microsoft.com/office/drawing/2014/main" id="{0BFDDCB6-69BB-2359-40AB-46BA1DA744F3}"/>
              </a:ext>
            </a:extLst>
          </p:cNvPr>
          <p:cNvSpPr>
            <a:spLocks noGrp="1"/>
          </p:cNvSpPr>
          <p:nvPr>
            <p:ph type="body" sz="quarter" idx="16"/>
          </p:nvPr>
        </p:nvSpPr>
        <p:spPr>
          <a:xfrm>
            <a:off x="647700" y="4488235"/>
            <a:ext cx="3827462" cy="225126"/>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+1 000 000 000</a:t>
            </a:r>
          </a:p>
        </p:txBody>
      </p:sp>
      <p:sp>
        <p:nvSpPr>
          <p:cNvPr id="10" name="Text Placeholder 7">
            <a:extLst>
              <a:ext uri="{FF2B5EF4-FFF2-40B4-BE49-F238E27FC236}">
                <a16:creationId xmlns:a16="http://schemas.microsoft.com/office/drawing/2014/main" id="{3D16F9E7-5E17-1B62-F499-C761278885E7}"/>
              </a:ext>
            </a:extLst>
          </p:cNvPr>
          <p:cNvSpPr>
            <a:spLocks noGrp="1"/>
          </p:cNvSpPr>
          <p:nvPr>
            <p:ph type="body" sz="quarter" idx="17"/>
          </p:nvPr>
        </p:nvSpPr>
        <p:spPr>
          <a:xfrm>
            <a:off x="647700" y="4897078"/>
            <a:ext cx="3827462" cy="1173078"/>
          </a:xfrm>
          <a:prstGeom prst="rect">
            <a:avLst/>
          </a:prstGeom>
        </p:spPr>
        <p:txBody>
          <a:bodyPr/>
          <a:lstStyle>
            <a:lvl1pPr>
              <a:defRPr sz="1400" b="0" i="0">
                <a:latin typeface="Calibri Light" panose="020F0302020204030204" pitchFamily="34" charset="0"/>
                <a:cs typeface="Calibri Light" panose="020F0302020204030204" pitchFamily="34" charset="0"/>
              </a:defRPr>
            </a:lvl1pPr>
          </a:lstStyle>
          <a:p>
            <a:r>
              <a:rPr lang="en-US"/>
              <a:t>Address Line 1</a:t>
            </a:r>
          </a:p>
          <a:p>
            <a:r>
              <a:rPr lang="en-US"/>
              <a:t>Address Line 2</a:t>
            </a:r>
          </a:p>
          <a:p>
            <a:r>
              <a:rPr lang="en-US"/>
              <a:t>Zip Code</a:t>
            </a:r>
          </a:p>
          <a:p>
            <a:r>
              <a:rPr lang="en-US"/>
              <a:t>Country</a:t>
            </a:r>
          </a:p>
        </p:txBody>
      </p:sp>
      <p:cxnSp>
        <p:nvCxnSpPr>
          <p:cNvPr id="11" name="Straight Connector 10">
            <a:extLst>
              <a:ext uri="{FF2B5EF4-FFF2-40B4-BE49-F238E27FC236}">
                <a16:creationId xmlns:a16="http://schemas.microsoft.com/office/drawing/2014/main" id="{68FF80AE-E38B-EC18-E1B5-2B5AAE36C2F4}"/>
              </a:ext>
            </a:extLst>
          </p:cNvPr>
          <p:cNvCxnSpPr>
            <a:cxnSpLocks/>
          </p:cNvCxnSpPr>
          <p:nvPr userDrawn="1"/>
        </p:nvCxnSpPr>
        <p:spPr>
          <a:xfrm>
            <a:off x="647700" y="2935941"/>
            <a:ext cx="3534335" cy="0"/>
          </a:xfrm>
          <a:prstGeom prst="line">
            <a:avLst/>
          </a:prstGeom>
          <a:ln w="6350">
            <a:solidFill>
              <a:schemeClr val="bg1">
                <a:alpha val="65123"/>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445275"/>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x_Photo_+_Caption_A">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50EF9F7-1BDD-C412-DA7B-D3D0D1ABA091}"/>
              </a:ext>
            </a:extLst>
          </p:cNvPr>
          <p:cNvSpPr>
            <a:spLocks noGrp="1"/>
          </p:cNvSpPr>
          <p:nvPr>
            <p:ph type="pic" sz="quarter" idx="13"/>
          </p:nvPr>
        </p:nvSpPr>
        <p:spPr>
          <a:xfrm>
            <a:off x="647700" y="670773"/>
            <a:ext cx="10896600" cy="5539527"/>
          </a:xfrm>
          <a:prstGeom prst="rect">
            <a:avLst/>
          </a:prstGeom>
        </p:spPr>
        <p:txBody>
          <a:bodyPr/>
          <a:lstStyle/>
          <a:p>
            <a:endParaRPr lang="en-US"/>
          </a:p>
        </p:txBody>
      </p:sp>
      <p:sp>
        <p:nvSpPr>
          <p:cNvPr id="2" name="Rectangle 1">
            <a:extLst>
              <a:ext uri="{FF2B5EF4-FFF2-40B4-BE49-F238E27FC236}">
                <a16:creationId xmlns:a16="http://schemas.microsoft.com/office/drawing/2014/main" id="{F7C1B8CB-9FFB-8D0A-F788-18710501B096}"/>
              </a:ext>
            </a:extLst>
          </p:cNvPr>
          <p:cNvSpPr/>
          <p:nvPr userDrawn="1"/>
        </p:nvSpPr>
        <p:spPr bwMode="auto">
          <a:xfrm>
            <a:off x="0" y="2679405"/>
            <a:ext cx="4924396" cy="4178595"/>
          </a:xfrm>
          <a:prstGeom prst="rect">
            <a:avLst/>
          </a:prstGeom>
          <a:solidFill>
            <a:srgbClr val="161616"/>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Oval 7">
            <a:extLst>
              <a:ext uri="{FF2B5EF4-FFF2-40B4-BE49-F238E27FC236}">
                <a16:creationId xmlns:a16="http://schemas.microsoft.com/office/drawing/2014/main" id="{08E94620-1500-8D43-BD64-006D83AE4B8E}"/>
              </a:ext>
            </a:extLst>
          </p:cNvPr>
          <p:cNvSpPr/>
          <p:nvPr userDrawn="1"/>
        </p:nvSpPr>
        <p:spPr bwMode="auto">
          <a:xfrm>
            <a:off x="-2151983" y="5103629"/>
            <a:ext cx="3848986" cy="3848986"/>
          </a:xfrm>
          <a:prstGeom prst="ellipse">
            <a:avLst/>
          </a:prstGeom>
          <a:solidFill>
            <a:srgbClr val="8B97FF">
              <a:alpha val="65000"/>
            </a:srgbClr>
          </a:solidFill>
          <a:ln>
            <a:noFill/>
          </a:ln>
          <a:effectLst>
            <a:softEdge rad="805949"/>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5" name="Text Placeholder 4">
            <a:extLst>
              <a:ext uri="{FF2B5EF4-FFF2-40B4-BE49-F238E27FC236}">
                <a16:creationId xmlns:a16="http://schemas.microsoft.com/office/drawing/2014/main" id="{A2159C2A-0FC8-422F-92E4-B92935AAE5A0}"/>
              </a:ext>
            </a:extLst>
          </p:cNvPr>
          <p:cNvSpPr>
            <a:spLocks noGrp="1"/>
          </p:cNvSpPr>
          <p:nvPr>
            <p:ph type="body" sz="quarter" idx="10" hasCustomPrompt="1"/>
          </p:nvPr>
        </p:nvSpPr>
        <p:spPr>
          <a:xfrm>
            <a:off x="647699" y="3809007"/>
            <a:ext cx="3722281" cy="1169551"/>
          </a:xfrm>
          <a:prstGeom prst="rect">
            <a:avLst/>
          </a:prstGeom>
        </p:spPr>
        <p:txBody>
          <a:bodyPr wrap="square">
            <a:spAutoFit/>
          </a:bodyPr>
          <a:lstStyle>
            <a:lvl1pPr>
              <a:lnSpc>
                <a:spcPct val="100000"/>
              </a:lnSpc>
              <a:spcBef>
                <a:spcPts val="0"/>
              </a:spcBef>
              <a:defRPr sz="3800" b="0" i="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t>Caption with two or more lines</a:t>
            </a:r>
          </a:p>
        </p:txBody>
      </p:sp>
      <p:sp>
        <p:nvSpPr>
          <p:cNvPr id="13" name="Text Placeholder 4">
            <a:extLst>
              <a:ext uri="{FF2B5EF4-FFF2-40B4-BE49-F238E27FC236}">
                <a16:creationId xmlns:a16="http://schemas.microsoft.com/office/drawing/2014/main" id="{B8E369A2-FC86-4140-9080-E549260B9180}"/>
              </a:ext>
            </a:extLst>
          </p:cNvPr>
          <p:cNvSpPr>
            <a:spLocks noGrp="1"/>
          </p:cNvSpPr>
          <p:nvPr>
            <p:ph type="body" sz="quarter" idx="11" hasCustomPrompt="1"/>
          </p:nvPr>
        </p:nvSpPr>
        <p:spPr>
          <a:xfrm>
            <a:off x="647700" y="3428999"/>
            <a:ext cx="3732914" cy="184666"/>
          </a:xfrm>
          <a:prstGeom prst="rect">
            <a:avLst/>
          </a:prstGeom>
        </p:spPr>
        <p:txBody>
          <a:bodyPr wrap="square">
            <a:spAutoFit/>
          </a:bodyPr>
          <a:lstStyle>
            <a:lvl1pPr>
              <a:lnSpc>
                <a:spcPct val="100000"/>
              </a:lnSpc>
              <a:spcBef>
                <a:spcPts val="0"/>
              </a:spcBef>
              <a:defRPr sz="1200" b="1" spc="300">
                <a:solidFill>
                  <a:schemeClr val="bg1"/>
                </a:solidFill>
                <a:latin typeface="+mj-lt"/>
                <a:cs typeface="Calibri Light" panose="020F0302020204030204" pitchFamily="34" charset="0"/>
              </a:defRPr>
            </a:lvl1pPr>
            <a:lvl2pPr>
              <a:buNone/>
              <a:defRPr/>
            </a:lvl2pPr>
          </a:lstStyle>
          <a:p>
            <a:pPr lvl="0"/>
            <a:r>
              <a:rPr lang="en-US">
                <a:effectLst/>
              </a:rPr>
              <a:t>PREHEADER</a:t>
            </a:r>
            <a:endParaRPr lang="en-US"/>
          </a:p>
        </p:txBody>
      </p:sp>
      <p:sp>
        <p:nvSpPr>
          <p:cNvPr id="3" name="Text Placeholder 4">
            <a:extLst>
              <a:ext uri="{FF2B5EF4-FFF2-40B4-BE49-F238E27FC236}">
                <a16:creationId xmlns:a16="http://schemas.microsoft.com/office/drawing/2014/main" id="{184CEF6B-33E9-BCE0-3818-CFEBB6352D89}"/>
              </a:ext>
            </a:extLst>
          </p:cNvPr>
          <p:cNvSpPr>
            <a:spLocks noGrp="1"/>
          </p:cNvSpPr>
          <p:nvPr>
            <p:ph type="body" sz="quarter" idx="12" hasCustomPrompt="1"/>
          </p:nvPr>
        </p:nvSpPr>
        <p:spPr>
          <a:xfrm>
            <a:off x="647700" y="5438001"/>
            <a:ext cx="3690384" cy="276999"/>
          </a:xfrm>
          <a:prstGeom prst="rect">
            <a:avLst/>
          </a:prstGeom>
        </p:spPr>
        <p:txBody>
          <a:bodyPr wrap="square">
            <a:spAutoFit/>
          </a:bodyPr>
          <a:lstStyle>
            <a:lvl1pPr>
              <a:lnSpc>
                <a:spcPct val="100000"/>
              </a:lnSpc>
              <a:spcBef>
                <a:spcPts val="0"/>
              </a:spcBef>
              <a:defRPr sz="1800">
                <a:solidFill>
                  <a:schemeClr val="bg1"/>
                </a:solidFill>
                <a:latin typeface="Calibri Light" panose="020F0302020204030204" pitchFamily="34" charset="0"/>
                <a:cs typeface="Calibri Light" panose="020F0302020204030204" pitchFamily="34" charset="0"/>
              </a:defRPr>
            </a:lvl1pPr>
            <a:lvl2pPr>
              <a:buNone/>
              <a:defRPr/>
            </a:lvl2pPr>
          </a:lstStyle>
          <a:p>
            <a:pPr lvl="0"/>
            <a:r>
              <a:rPr lang="en-US">
                <a:effectLst/>
              </a:rPr>
              <a:t>Sub-description text goes here</a:t>
            </a:r>
            <a:endParaRPr lang="en-US"/>
          </a:p>
        </p:txBody>
      </p:sp>
      <p:sp>
        <p:nvSpPr>
          <p:cNvPr id="4" name="TextBox 3">
            <a:extLst>
              <a:ext uri="{FF2B5EF4-FFF2-40B4-BE49-F238E27FC236}">
                <a16:creationId xmlns:a16="http://schemas.microsoft.com/office/drawing/2014/main" id="{332FADFE-CDC9-BCE0-575D-8C2B21EF5ECA}"/>
              </a:ext>
            </a:extLst>
          </p:cNvPr>
          <p:cNvSpPr txBox="1"/>
          <p:nvPr userDrawn="1"/>
        </p:nvSpPr>
        <p:spPr>
          <a:xfrm>
            <a:off x="2271713" y="-85725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6" name="Picture 5">
            <a:extLst>
              <a:ext uri="{FF2B5EF4-FFF2-40B4-BE49-F238E27FC236}">
                <a16:creationId xmlns:a16="http://schemas.microsoft.com/office/drawing/2014/main" id="{B7FE3F6A-717B-D671-C21C-B99B4FB231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7701" y="237004"/>
            <a:ext cx="495300" cy="182096"/>
          </a:xfrm>
          <a:prstGeom prst="rect">
            <a:avLst/>
          </a:prstGeom>
        </p:spPr>
      </p:pic>
      <p:sp>
        <p:nvSpPr>
          <p:cNvPr id="9" name="TextBox 8">
            <a:extLst>
              <a:ext uri="{FF2B5EF4-FFF2-40B4-BE49-F238E27FC236}">
                <a16:creationId xmlns:a16="http://schemas.microsoft.com/office/drawing/2014/main" id="{E5AA398A-2E47-0C00-F4A0-87498FC7BBC1}"/>
              </a:ext>
            </a:extLst>
          </p:cNvPr>
          <p:cNvSpPr txBox="1"/>
          <p:nvPr userDrawn="1"/>
        </p:nvSpPr>
        <p:spPr>
          <a:xfrm>
            <a:off x="9526625"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tx1"/>
                </a:solidFill>
              </a:rPr>
              <a:t>EPAM Proprietary &amp; Confidential.</a:t>
            </a:r>
          </a:p>
        </p:txBody>
      </p:sp>
      <p:sp>
        <p:nvSpPr>
          <p:cNvPr id="10" name="Text Placeholder 3">
            <a:extLst>
              <a:ext uri="{FF2B5EF4-FFF2-40B4-BE49-F238E27FC236}">
                <a16:creationId xmlns:a16="http://schemas.microsoft.com/office/drawing/2014/main" id="{E8E7F306-CD25-215E-BBB0-42720869F90C}"/>
              </a:ext>
            </a:extLst>
          </p:cNvPr>
          <p:cNvSpPr txBox="1">
            <a:spLocks/>
          </p:cNvSpPr>
          <p:nvPr userDrawn="1"/>
        </p:nvSpPr>
        <p:spPr>
          <a:xfrm>
            <a:off x="11340916" y="6406591"/>
            <a:ext cx="242932" cy="218934"/>
          </a:xfrm>
          <a:prstGeom prst="rect">
            <a:avLst/>
          </a:prstGeom>
        </p:spPr>
        <p:txBody>
          <a:bodyPr vert="horz" lIns="0" tIns="0" rIns="0" bIns="0" rtlCol="0" anchor="ctr">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tx1"/>
                </a:solidFill>
              </a:rPr>
              <a:pPr lvl="0"/>
              <a:t>‹nº›</a:t>
            </a:fld>
            <a:endParaRPr lang="en-US" sz="1000">
              <a:solidFill>
                <a:schemeClr val="tx1"/>
              </a:solidFill>
            </a:endParaRPr>
          </a:p>
        </p:txBody>
      </p:sp>
    </p:spTree>
    <p:extLst>
      <p:ext uri="{BB962C8B-B14F-4D97-AF65-F5344CB8AC3E}">
        <p14:creationId xmlns:p14="http://schemas.microsoft.com/office/powerpoint/2010/main" val="151715124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6060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0713" y="717613"/>
            <a:ext cx="10965687" cy="338554"/>
          </a:xfrm>
          <a:prstGeom prst="rect">
            <a:avLst/>
          </a:prstGeom>
        </p:spPr>
        <p:txBody>
          <a:bodyPr lIns="0" tIns="0" rIns="0" bIns="0">
            <a:noAutofit/>
          </a:bodyPr>
          <a:lstStyle/>
          <a:p>
            <a:pPr marL="0" lvl="0" indent="0">
              <a:spcBef>
                <a:spcPts val="0"/>
              </a:spcBef>
              <a:spcAft>
                <a:spcPts val="0"/>
              </a:spcAft>
              <a:buFont typeface="Arial" panose="020B0604020202020204" pitchFamily="34" charset="0"/>
            </a:pPr>
            <a:r>
              <a:rPr lang="en-US"/>
              <a:t>Click to edit Master title style</a:t>
            </a:r>
          </a:p>
        </p:txBody>
      </p:sp>
      <p:pic>
        <p:nvPicPr>
          <p:cNvPr id="4" name="Picture 3">
            <a:extLst>
              <a:ext uri="{FF2B5EF4-FFF2-40B4-BE49-F238E27FC236}">
                <a16:creationId xmlns:a16="http://schemas.microsoft.com/office/drawing/2014/main" id="{07D14E4D-CAE3-3A0B-B3F8-465622E4D6E8}"/>
              </a:ext>
            </a:extLst>
          </p:cNvPr>
          <p:cNvPicPr>
            <a:picLocks noChangeAspect="1"/>
          </p:cNvPicPr>
          <p:nvPr userDrawn="1"/>
        </p:nvPicPr>
        <p:blipFill>
          <a:blip r:embed="rId73"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sp>
        <p:nvSpPr>
          <p:cNvPr id="5" name="TextBox 4">
            <a:extLst>
              <a:ext uri="{FF2B5EF4-FFF2-40B4-BE49-F238E27FC236}">
                <a16:creationId xmlns:a16="http://schemas.microsoft.com/office/drawing/2014/main" id="{086C1CD2-C3C3-99BC-1F71-5CF176EF164E}"/>
              </a:ext>
            </a:extLst>
          </p:cNvPr>
          <p:cNvSpPr txBox="1"/>
          <p:nvPr userDrawn="1"/>
        </p:nvSpPr>
        <p:spPr>
          <a:xfrm>
            <a:off x="-579120" y="459232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37" name="TextBox 36">
            <a:extLst>
              <a:ext uri="{FF2B5EF4-FFF2-40B4-BE49-F238E27FC236}">
                <a16:creationId xmlns:a16="http://schemas.microsoft.com/office/drawing/2014/main" id="{D5DDA9FD-D621-0134-9699-89AED709AC96}"/>
              </a:ext>
            </a:extLst>
          </p:cNvPr>
          <p:cNvSpPr txBox="1"/>
          <p:nvPr userDrawn="1"/>
        </p:nvSpPr>
        <p:spPr>
          <a:xfrm>
            <a:off x="4429760" y="-53848"/>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7" name="TextBox 6">
            <a:extLst>
              <a:ext uri="{FF2B5EF4-FFF2-40B4-BE49-F238E27FC236}">
                <a16:creationId xmlns:a16="http://schemas.microsoft.com/office/drawing/2014/main" id="{33D7453A-FF25-1748-B091-91F29105A245}"/>
              </a:ext>
            </a:extLst>
          </p:cNvPr>
          <p:cNvSpPr txBox="1"/>
          <p:nvPr userDrawn="1"/>
        </p:nvSpPr>
        <p:spPr>
          <a:xfrm>
            <a:off x="9517294" y="6406591"/>
            <a:ext cx="1723301" cy="218934"/>
          </a:xfrm>
          <a:prstGeom prst="rect">
            <a:avLst/>
          </a:prstGeom>
        </p:spPr>
        <p:txBody>
          <a:bodyPr vert="horz" lIns="0" tIns="0" rIns="0" bIns="0" rtlCol="0" anchor="ctr" anchorCtr="0">
            <a:noAutofit/>
          </a:bodyPr>
          <a:lstStyle>
            <a:defPPr>
              <a:defRPr lang="en-US"/>
            </a:defPPr>
            <a:lvl1pPr algn="r">
              <a:defRPr kumimoji="0" sz="6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stStyle>
          <a:p>
            <a:pPr algn="r"/>
            <a:r>
              <a:rPr lang="en-US">
                <a:solidFill>
                  <a:schemeClr val="bg1"/>
                </a:solidFill>
              </a:rPr>
              <a:t>EPAM Proprietary &amp; Confidential.</a:t>
            </a:r>
          </a:p>
        </p:txBody>
      </p:sp>
      <p:sp>
        <p:nvSpPr>
          <p:cNvPr id="8" name="Text Placeholder 3">
            <a:extLst>
              <a:ext uri="{FF2B5EF4-FFF2-40B4-BE49-F238E27FC236}">
                <a16:creationId xmlns:a16="http://schemas.microsoft.com/office/drawing/2014/main" id="{B3E5B4CB-0A41-3758-17D3-77CB4387DBAE}"/>
              </a:ext>
            </a:extLst>
          </p:cNvPr>
          <p:cNvSpPr txBox="1">
            <a:spLocks/>
          </p:cNvSpPr>
          <p:nvPr userDrawn="1"/>
        </p:nvSpPr>
        <p:spPr>
          <a:xfrm>
            <a:off x="11341864" y="6406591"/>
            <a:ext cx="242932" cy="218934"/>
          </a:xfrm>
          <a:prstGeom prst="rect">
            <a:avLst/>
          </a:prstGeom>
        </p:spPr>
        <p:txBody>
          <a:bodyPr vert="horz" lIns="0" tIns="0" rIns="0" bIns="0" rtlCol="0" anchor="ctr" anchorCtr="0">
            <a:noAutofit/>
          </a:bodyPr>
          <a:lstStyle>
            <a:defPPr>
              <a:defRPr lang="en-US"/>
            </a:defPPr>
            <a:lvl1pPr algn="r">
              <a:defRPr kumimoji="0" sz="800" b="0" i="0" u="none" strike="noStrike" cap="none" spc="0" normalizeH="0" baseline="0">
                <a:ln>
                  <a:noFill/>
                </a:ln>
                <a:solidFill>
                  <a:srgbClr val="222222"/>
                </a:solidFill>
                <a:effectLst/>
                <a:uLnTx/>
                <a:uFillTx/>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fld id="{07FA7470-6506-4B71-AD87-6F7FA0DD0168}" type="slidenum">
              <a:rPr lang="en-US" sz="800" smtClean="0">
                <a:solidFill>
                  <a:schemeClr val="bg1"/>
                </a:solidFill>
              </a:rPr>
              <a:pPr lvl="0"/>
              <a:t>‹nº›</a:t>
            </a:fld>
            <a:endParaRPr lang="en-US" sz="1000">
              <a:solidFill>
                <a:schemeClr val="bg1"/>
              </a:solidFill>
            </a:endParaRPr>
          </a:p>
        </p:txBody>
      </p:sp>
      <p:sp>
        <p:nvSpPr>
          <p:cNvPr id="6" name="Text Placeholder 5">
            <a:extLst>
              <a:ext uri="{FF2B5EF4-FFF2-40B4-BE49-F238E27FC236}">
                <a16:creationId xmlns:a16="http://schemas.microsoft.com/office/drawing/2014/main" id="{A94283C5-7CEB-C3A6-3D15-0C58149D104F}"/>
              </a:ext>
            </a:extLst>
          </p:cNvPr>
          <p:cNvSpPr>
            <a:spLocks noGrp="1"/>
          </p:cNvSpPr>
          <p:nvPr>
            <p:ph type="body" idx="1"/>
          </p:nvPr>
        </p:nvSpPr>
        <p:spPr>
          <a:xfrm>
            <a:off x="636410" y="1581502"/>
            <a:ext cx="10948386" cy="462879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10756184"/>
      </p:ext>
    </p:extLst>
  </p:cSld>
  <p:clrMap bg1="lt1" tx1="dk1" bg2="lt2" tx2="dk2" accent1="accent1" accent2="accent2" accent3="accent3" accent4="accent4" accent5="accent5" accent6="accent6" hlink="hlink" folHlink="folHlink"/>
  <p:sldLayoutIdLst>
    <p:sldLayoutId id="2147483730" r:id="rId1"/>
    <p:sldLayoutId id="2147483800" r:id="rId2"/>
    <p:sldLayoutId id="2147483840" r:id="rId3"/>
    <p:sldLayoutId id="2147483733" r:id="rId4"/>
    <p:sldLayoutId id="2147483810" r:id="rId5"/>
    <p:sldLayoutId id="2147483796" r:id="rId6"/>
    <p:sldLayoutId id="2147483797" r:id="rId7"/>
    <p:sldLayoutId id="2147483818" r:id="rId8"/>
    <p:sldLayoutId id="2147483819" r:id="rId9"/>
    <p:sldLayoutId id="2147483890" r:id="rId10"/>
    <p:sldLayoutId id="2147483883" r:id="rId11"/>
    <p:sldLayoutId id="2147483884" r:id="rId12"/>
    <p:sldLayoutId id="2147483798" r:id="rId13"/>
    <p:sldLayoutId id="2147483803" r:id="rId14"/>
    <p:sldLayoutId id="2147483806" r:id="rId15"/>
    <p:sldLayoutId id="2147483812" r:id="rId16"/>
    <p:sldLayoutId id="2147483839" r:id="rId17"/>
    <p:sldLayoutId id="2147483838" r:id="rId18"/>
    <p:sldLayoutId id="2147483805" r:id="rId19"/>
    <p:sldLayoutId id="2147483813" r:id="rId20"/>
    <p:sldLayoutId id="2147483877" r:id="rId21"/>
    <p:sldLayoutId id="2147483878" r:id="rId22"/>
    <p:sldLayoutId id="2147483879" r:id="rId23"/>
    <p:sldLayoutId id="2147483880" r:id="rId24"/>
    <p:sldLayoutId id="2147483881" r:id="rId25"/>
    <p:sldLayoutId id="2147483882" r:id="rId26"/>
    <p:sldLayoutId id="2147483850" r:id="rId27"/>
    <p:sldLayoutId id="2147483861" r:id="rId28"/>
    <p:sldLayoutId id="2147483834" r:id="rId29"/>
    <p:sldLayoutId id="2147483849" r:id="rId30"/>
    <p:sldLayoutId id="2147483862" r:id="rId31"/>
    <p:sldLayoutId id="2147483833" r:id="rId32"/>
    <p:sldLayoutId id="2147483876" r:id="rId33"/>
    <p:sldLayoutId id="2147483826" r:id="rId34"/>
    <p:sldLayoutId id="2147483814" r:id="rId35"/>
    <p:sldLayoutId id="2147483824" r:id="rId36"/>
    <p:sldLayoutId id="2147483815" r:id="rId37"/>
    <p:sldLayoutId id="2147483825" r:id="rId38"/>
    <p:sldLayoutId id="2147483823" r:id="rId39"/>
    <p:sldLayoutId id="2147483829" r:id="rId40"/>
    <p:sldLayoutId id="2147483830" r:id="rId41"/>
    <p:sldLayoutId id="2147483863" r:id="rId42"/>
    <p:sldLayoutId id="2147483868" r:id="rId43"/>
    <p:sldLayoutId id="2147483872" r:id="rId44"/>
    <p:sldLayoutId id="2147483866" r:id="rId45"/>
    <p:sldLayoutId id="2147483869" r:id="rId46"/>
    <p:sldLayoutId id="2147483873" r:id="rId47"/>
    <p:sldLayoutId id="2147483867" r:id="rId48"/>
    <p:sldLayoutId id="2147483870" r:id="rId49"/>
    <p:sldLayoutId id="2147483874" r:id="rId50"/>
    <p:sldLayoutId id="2147483864" r:id="rId51"/>
    <p:sldLayoutId id="2147483875" r:id="rId52"/>
    <p:sldLayoutId id="2147483871" r:id="rId53"/>
    <p:sldLayoutId id="2147483885" r:id="rId54"/>
    <p:sldLayoutId id="2147483841" r:id="rId55"/>
    <p:sldLayoutId id="2147483842" r:id="rId56"/>
    <p:sldLayoutId id="2147483886" r:id="rId57"/>
    <p:sldLayoutId id="2147483843" r:id="rId58"/>
    <p:sldLayoutId id="2147483889" r:id="rId59"/>
    <p:sldLayoutId id="2147483848" r:id="rId60"/>
    <p:sldLayoutId id="2147483888" r:id="rId61"/>
    <p:sldLayoutId id="2147483887" r:id="rId62"/>
    <p:sldLayoutId id="2147483851" r:id="rId63"/>
    <p:sldLayoutId id="2147483856" r:id="rId64"/>
    <p:sldLayoutId id="2147483893" r:id="rId65"/>
    <p:sldLayoutId id="2147483891" r:id="rId66"/>
    <p:sldLayoutId id="2147483892" r:id="rId67"/>
    <p:sldLayoutId id="2147483860" r:id="rId68"/>
    <p:sldLayoutId id="2147483858" r:id="rId69"/>
    <p:sldLayoutId id="2147483859" r:id="rId70"/>
    <p:sldLayoutId id="2147483778" r:id="rId71"/>
  </p:sldLayoutIdLst>
  <p:hf hdr="0" dt="0"/>
  <p:txStyles>
    <p:titleStyle>
      <a:lvl1pPr algn="l" defTabSz="914400" rtl="0" eaLnBrk="1" latinLnBrk="0" hangingPunct="1">
        <a:lnSpc>
          <a:spcPct val="100000"/>
        </a:lnSpc>
        <a:spcBef>
          <a:spcPct val="0"/>
        </a:spcBef>
        <a:buNone/>
        <a:defRPr lang="en-US" sz="2200" b="1" i="0" kern="1200" spc="0" dirty="0">
          <a:solidFill>
            <a:schemeClr val="bg1"/>
          </a:solidFill>
          <a:effectLst/>
          <a:latin typeface="Calibri" panose="020F0502020204030204" pitchFamily="34" charset="0"/>
          <a:ea typeface="Calibri" panose="020F0502020204030204" pitchFamily="34" charset="0"/>
          <a:cs typeface="Calibri" panose="020F0502020204030204" pitchFamily="34" charset="0"/>
        </a:defRPr>
      </a:lvl1pPr>
    </p:titleStyle>
    <p:body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dirty="0">
          <a:solidFill>
            <a:schemeClr val="bg1"/>
          </a:solidFill>
          <a:latin typeface="Calibri"/>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1" userDrawn="1">
          <p15:clr>
            <a:srgbClr val="F26B43"/>
          </p15:clr>
        </p15:guide>
        <p15:guide id="3" pos="7301" userDrawn="1">
          <p15:clr>
            <a:srgbClr val="F26B43"/>
          </p15:clr>
        </p15:guide>
        <p15:guide id="12" orient="horz" pos="3912" userDrawn="1">
          <p15:clr>
            <a:srgbClr val="F26B43"/>
          </p15:clr>
        </p15:guide>
        <p15:guide id="13" pos="826" userDrawn="1">
          <p15:clr>
            <a:srgbClr val="F26B43"/>
          </p15:clr>
        </p15:guide>
        <p15:guide id="14" pos="981" userDrawn="1">
          <p15:clr>
            <a:srgbClr val="F26B43"/>
          </p15:clr>
        </p15:guide>
        <p15:guide id="15" pos="1392" userDrawn="1">
          <p15:clr>
            <a:srgbClr val="F26B43"/>
          </p15:clr>
        </p15:guide>
        <p15:guide id="16" pos="1536" userDrawn="1">
          <p15:clr>
            <a:srgbClr val="F26B43"/>
          </p15:clr>
        </p15:guide>
        <p15:guide id="17" pos="2000" userDrawn="1">
          <p15:clr>
            <a:srgbClr val="F26B43"/>
          </p15:clr>
        </p15:guide>
        <p15:guide id="18" pos="2152" userDrawn="1">
          <p15:clr>
            <a:srgbClr val="F26B43"/>
          </p15:clr>
        </p15:guide>
        <p15:guide id="19" pos="2590" userDrawn="1">
          <p15:clr>
            <a:srgbClr val="F26B43"/>
          </p15:clr>
        </p15:guide>
        <p15:guide id="20" pos="2743" userDrawn="1">
          <p15:clr>
            <a:srgbClr val="F26B43"/>
          </p15:clr>
        </p15:guide>
        <p15:guide id="21" pos="3182" userDrawn="1">
          <p15:clr>
            <a:srgbClr val="F26B43"/>
          </p15:clr>
        </p15:guide>
        <p15:guide id="22" pos="3329" userDrawn="1">
          <p15:clr>
            <a:srgbClr val="F26B43"/>
          </p15:clr>
        </p15:guide>
        <p15:guide id="23" pos="3764" userDrawn="1">
          <p15:clr>
            <a:srgbClr val="F26B43"/>
          </p15:clr>
        </p15:guide>
        <p15:guide id="24" pos="3916" userDrawn="1">
          <p15:clr>
            <a:srgbClr val="F26B43"/>
          </p15:clr>
        </p15:guide>
        <p15:guide id="25" pos="4353" userDrawn="1">
          <p15:clr>
            <a:srgbClr val="F26B43"/>
          </p15:clr>
        </p15:guide>
        <p15:guide id="26" pos="4508" userDrawn="1">
          <p15:clr>
            <a:srgbClr val="F26B43"/>
          </p15:clr>
        </p15:guide>
        <p15:guide id="27" pos="4950" userDrawn="1">
          <p15:clr>
            <a:srgbClr val="F26B43"/>
          </p15:clr>
        </p15:guide>
        <p15:guide id="28" pos="5100" userDrawn="1">
          <p15:clr>
            <a:srgbClr val="F26B43"/>
          </p15:clr>
        </p15:guide>
        <p15:guide id="29" pos="5536" userDrawn="1">
          <p15:clr>
            <a:srgbClr val="F26B43"/>
          </p15:clr>
        </p15:guide>
        <p15:guide id="30" pos="5689" userDrawn="1">
          <p15:clr>
            <a:srgbClr val="F26B43"/>
          </p15:clr>
        </p15:guide>
        <p15:guide id="31" pos="6123" userDrawn="1">
          <p15:clr>
            <a:srgbClr val="F26B43"/>
          </p15:clr>
        </p15:guide>
        <p15:guide id="32" pos="6278" userDrawn="1">
          <p15:clr>
            <a:srgbClr val="F26B43"/>
          </p15:clr>
        </p15:guide>
        <p15:guide id="33" pos="6712" userDrawn="1">
          <p15:clr>
            <a:srgbClr val="F26B43"/>
          </p15:clr>
        </p15:guide>
        <p15:guide id="34" pos="6865" userDrawn="1">
          <p15:clr>
            <a:srgbClr val="F26B43"/>
          </p15:clr>
        </p15:guide>
        <p15:guide id="35" orient="horz" pos="984" userDrawn="1">
          <p15:clr>
            <a:srgbClr val="F26B43"/>
          </p15:clr>
        </p15:guide>
        <p15:guide id="36" orient="horz" pos="4128" userDrawn="1">
          <p15:clr>
            <a:srgbClr val="F26B43"/>
          </p15:clr>
        </p15:guide>
        <p15:guide id="37" orient="horz" pos="1080" userDrawn="1">
          <p15:clr>
            <a:srgbClr val="F26B43"/>
          </p15:clr>
        </p15:guide>
        <p15:guide id="38" orient="horz" pos="1248" userDrawn="1">
          <p15:clr>
            <a:srgbClr val="F26B43"/>
          </p15:clr>
        </p15:guide>
        <p15:guide id="39" orient="horz" pos="672" userDrawn="1">
          <p15:clr>
            <a:srgbClr val="F26B43"/>
          </p15:clr>
        </p15:guide>
        <p15:guide id="40"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epa.ms/stories" TargetMode="External"/><Relationship Id="rId2" Type="http://schemas.openxmlformats.org/officeDocument/2006/relationships/image" Target="../media/image16.png"/><Relationship Id="rId1" Type="http://schemas.openxmlformats.org/officeDocument/2006/relationships/slideLayout" Target="../slideLayouts/slideLayout68.xml"/><Relationship Id="rId5" Type="http://schemas.openxmlformats.org/officeDocument/2006/relationships/image" Target="../media/image15.png"/><Relationship Id="rId4" Type="http://schemas.openxmlformats.org/officeDocument/2006/relationships/image" Target="../media/image17.emf"/></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22.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15.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3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5.png"/><Relationship Id="rId7"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32.xml"/><Relationship Id="rId6" Type="http://schemas.openxmlformats.org/officeDocument/2006/relationships/image" Target="../media/image34.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9.xml"/></Relationships>
</file>

<file path=ppt/slides/_rels/slide19.xml.rels><?xml version="1.0" encoding="UTF-8" standalone="yes"?>
<Relationships xmlns="http://schemas.openxmlformats.org/package/2006/relationships"><Relationship Id="rId3" Type="http://schemas.openxmlformats.org/officeDocument/2006/relationships/image" Target="../media/image40.jpe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45.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4.jpeg"/><Relationship Id="rId7"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42.xml"/><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jpeg"/></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8.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hart" Target="../charts/chart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hart" Target="../charts/chart1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0.emf"/><Relationship Id="rId7" Type="http://schemas.openxmlformats.org/officeDocument/2006/relationships/image" Target="../media/image54.emf"/><Relationship Id="rId2" Type="http://schemas.openxmlformats.org/officeDocument/2006/relationships/image" Target="../media/image49.emf"/><Relationship Id="rId1" Type="http://schemas.openxmlformats.org/officeDocument/2006/relationships/slideLayout" Target="../slideLayouts/slideLayout10.xml"/><Relationship Id="rId6" Type="http://schemas.openxmlformats.org/officeDocument/2006/relationships/image" Target="../media/image53.emf"/><Relationship Id="rId5" Type="http://schemas.openxmlformats.org/officeDocument/2006/relationships/image" Target="../media/image52.emf"/><Relationship Id="rId4" Type="http://schemas.openxmlformats.org/officeDocument/2006/relationships/image" Target="../media/image51.emf"/></Relationships>
</file>

<file path=ppt/slides/_rels/slide3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49.emf"/><Relationship Id="rId7" Type="http://schemas.openxmlformats.org/officeDocument/2006/relationships/image" Target="../media/image53.emf"/><Relationship Id="rId2" Type="http://schemas.openxmlformats.org/officeDocument/2006/relationships/notesSlide" Target="../notesSlides/notesSlide6.xml"/><Relationship Id="rId1" Type="http://schemas.openxmlformats.org/officeDocument/2006/relationships/slideLayout" Target="../slideLayouts/slideLayout33.xml"/><Relationship Id="rId6" Type="http://schemas.openxmlformats.org/officeDocument/2006/relationships/image" Target="../media/image52.emf"/><Relationship Id="rId5" Type="http://schemas.openxmlformats.org/officeDocument/2006/relationships/image" Target="../media/image51.emf"/><Relationship Id="rId4" Type="http://schemas.openxmlformats.org/officeDocument/2006/relationships/image" Target="../media/image50.emf"/></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7">
            <a:extLst>
              <a:ext uri="{FF2B5EF4-FFF2-40B4-BE49-F238E27FC236}">
                <a16:creationId xmlns:a16="http://schemas.microsoft.com/office/drawing/2014/main" id="{F1CFFA43-0DA9-4711-990C-986155345DE3}"/>
              </a:ext>
            </a:extLst>
          </p:cNvPr>
          <p:cNvSpPr>
            <a:spLocks noGrp="1"/>
          </p:cNvSpPr>
          <p:nvPr>
            <p:ph type="body" sz="quarter" idx="11"/>
          </p:nvPr>
        </p:nvSpPr>
        <p:spPr>
          <a:xfrm>
            <a:off x="647700" y="4670399"/>
            <a:ext cx="7068944" cy="455381"/>
          </a:xfrm>
        </p:spPr>
        <p:txBody>
          <a:bodyPr vert="horz" wrap="square" lIns="0" tIns="0" rIns="0" bIns="0" rtlCol="0" anchor="t">
            <a:spAutoFit/>
          </a:bodyPr>
          <a:lstStyle/>
          <a:p>
            <a:r>
              <a:rPr lang="en-US" dirty="0">
                <a:latin typeface="Calibri Light"/>
                <a:cs typeface="Calibri Light"/>
              </a:rPr>
              <a:t>Candidate: Italo Barros</a:t>
            </a:r>
            <a:endParaRPr lang="en-US" dirty="0"/>
          </a:p>
        </p:txBody>
      </p:sp>
      <p:sp>
        <p:nvSpPr>
          <p:cNvPr id="16" name="Text Placeholder 12">
            <a:extLst>
              <a:ext uri="{FF2B5EF4-FFF2-40B4-BE49-F238E27FC236}">
                <a16:creationId xmlns:a16="http://schemas.microsoft.com/office/drawing/2014/main" id="{8D7FC0CD-D28C-B94E-38C8-21950A2FF0A2}"/>
              </a:ext>
            </a:extLst>
          </p:cNvPr>
          <p:cNvSpPr>
            <a:spLocks noGrp="1"/>
          </p:cNvSpPr>
          <p:nvPr>
            <p:ph type="body" sz="quarter" idx="12"/>
          </p:nvPr>
        </p:nvSpPr>
        <p:spPr/>
        <p:txBody>
          <a:bodyPr/>
          <a:lstStyle/>
          <a:p>
            <a:r>
              <a:rPr lang="en-US"/>
              <a:t>APRIL 2023</a:t>
            </a:r>
          </a:p>
        </p:txBody>
      </p:sp>
      <p:sp>
        <p:nvSpPr>
          <p:cNvPr id="3" name="Footer Placeholder 2">
            <a:extLst>
              <a:ext uri="{FF2B5EF4-FFF2-40B4-BE49-F238E27FC236}">
                <a16:creationId xmlns:a16="http://schemas.microsoft.com/office/drawing/2014/main" id="{8321E964-B058-A798-23EB-88D6884893E8}"/>
              </a:ext>
            </a:extLst>
          </p:cNvPr>
          <p:cNvSpPr>
            <a:spLocks noGrp="1"/>
          </p:cNvSpPr>
          <p:nvPr>
            <p:ph type="ftr" sz="quarter" idx="3"/>
          </p:nvPr>
        </p:nvSpPr>
        <p:spPr/>
        <p:txBody>
          <a:bodyPr/>
          <a:lstStyle/>
          <a:p>
            <a:r>
              <a:rPr lang="en-US"/>
              <a:t>EPAM Proprietary &amp; Confidential.</a:t>
            </a:r>
          </a:p>
        </p:txBody>
      </p:sp>
      <p:sp>
        <p:nvSpPr>
          <p:cNvPr id="14" name="Text Placeholder 6">
            <a:extLst>
              <a:ext uri="{FF2B5EF4-FFF2-40B4-BE49-F238E27FC236}">
                <a16:creationId xmlns:a16="http://schemas.microsoft.com/office/drawing/2014/main" id="{0FBFF413-9C9D-6973-5C8C-00B6CB14D65C}"/>
              </a:ext>
            </a:extLst>
          </p:cNvPr>
          <p:cNvSpPr>
            <a:spLocks noGrp="1"/>
          </p:cNvSpPr>
          <p:nvPr>
            <p:ph type="body" sz="quarter" idx="10"/>
          </p:nvPr>
        </p:nvSpPr>
        <p:spPr>
          <a:xfrm>
            <a:off x="635825" y="1653938"/>
            <a:ext cx="8060366" cy="2111091"/>
          </a:xfrm>
        </p:spPr>
        <p:txBody>
          <a:bodyPr/>
          <a:lstStyle/>
          <a:p>
            <a:r>
              <a:rPr lang="en-US" dirty="0"/>
              <a:t>Databricks </a:t>
            </a:r>
            <a:r>
              <a:rPr lang="en-US" dirty="0">
                <a:gradFill>
                  <a:gsLst>
                    <a:gs pos="0">
                      <a:srgbClr val="00FFF0"/>
                    </a:gs>
                    <a:gs pos="72000">
                      <a:srgbClr val="00F6FF"/>
                    </a:gs>
                    <a:gs pos="100000">
                      <a:srgbClr val="B896FF"/>
                    </a:gs>
                  </a:gsLst>
                  <a:lin ang="1200000" scaled="0"/>
                </a:gradFill>
                <a:latin typeface="+mj-lt"/>
                <a:cs typeface="Calibri" panose="020F0502020204030204" pitchFamily="34" charset="0"/>
              </a:rPr>
              <a:t>Champion</a:t>
            </a:r>
          </a:p>
        </p:txBody>
      </p:sp>
      <p:pic>
        <p:nvPicPr>
          <p:cNvPr id="5" name="Picture 4">
            <a:extLst>
              <a:ext uri="{FF2B5EF4-FFF2-40B4-BE49-F238E27FC236}">
                <a16:creationId xmlns:a16="http://schemas.microsoft.com/office/drawing/2014/main" id="{8952CA93-FE0D-AA10-FD15-8FD7D9247C2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94133" y="3170960"/>
            <a:ext cx="4097866" cy="3687040"/>
          </a:xfrm>
          <a:prstGeom prst="rect">
            <a:avLst/>
          </a:prstGeom>
        </p:spPr>
      </p:pic>
      <p:pic>
        <p:nvPicPr>
          <p:cNvPr id="1030" name="Picture 6" descr="Databricks | NRI">
            <a:extLst>
              <a:ext uri="{FF2B5EF4-FFF2-40B4-BE49-F238E27FC236}">
                <a16:creationId xmlns:a16="http://schemas.microsoft.com/office/drawing/2014/main" id="{EB62654A-C443-C022-673B-52E6C3834F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769" y="630240"/>
            <a:ext cx="1294732" cy="360111"/>
          </a:xfrm>
          <a:prstGeom prst="rect">
            <a:avLst/>
          </a:prstGeom>
          <a:noFill/>
          <a:extLst>
            <a:ext uri="{909E8E84-426E-40DD-AFC4-6F175D3DCCD1}">
              <a14:hiddenFill xmlns:a14="http://schemas.microsoft.com/office/drawing/2010/main">
                <a:solidFill>
                  <a:srgbClr val="FFFFFF"/>
                </a:solidFill>
              </a14:hiddenFill>
            </a:ext>
          </a:extLst>
        </p:spPr>
      </p:pic>
      <p:sp>
        <p:nvSpPr>
          <p:cNvPr id="2" name="Plus Sign 1">
            <a:extLst>
              <a:ext uri="{FF2B5EF4-FFF2-40B4-BE49-F238E27FC236}">
                <a16:creationId xmlns:a16="http://schemas.microsoft.com/office/drawing/2014/main" id="{C01EEED6-35CD-1955-88CD-15834F637BBD}"/>
              </a:ext>
            </a:extLst>
          </p:cNvPr>
          <p:cNvSpPr/>
          <p:nvPr/>
        </p:nvSpPr>
        <p:spPr bwMode="auto">
          <a:xfrm>
            <a:off x="1368757" y="720267"/>
            <a:ext cx="180056" cy="180056"/>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3038100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0878A7BA-A3F7-35B0-8094-3AF878CE64A5}"/>
              </a:ext>
            </a:extLst>
          </p:cNvPr>
          <p:cNvSpPr txBox="1">
            <a:spLocks/>
          </p:cNvSpPr>
          <p:nvPr/>
        </p:nvSpPr>
        <p:spPr>
          <a:xfrm>
            <a:off x="588173" y="1667844"/>
            <a:ext cx="4403565" cy="1015663"/>
          </a:xfrm>
          <a:prstGeom prst="rect">
            <a:avLst/>
          </a:prstGeom>
        </p:spPr>
        <p:txBody>
          <a:bodyPr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r>
              <a:rPr lang="en-US" sz="6600" b="0">
                <a:solidFill>
                  <a:schemeClr val="lt1"/>
                </a:solidFill>
                <a:latin typeface="Calibri" panose="020F0502020204030204" pitchFamily="34" charset="0"/>
              </a:rPr>
              <a:t>Disclaimer</a:t>
            </a:r>
          </a:p>
        </p:txBody>
      </p:sp>
      <p:sp>
        <p:nvSpPr>
          <p:cNvPr id="7" name="Rectangle 6">
            <a:extLst>
              <a:ext uri="{FF2B5EF4-FFF2-40B4-BE49-F238E27FC236}">
                <a16:creationId xmlns:a16="http://schemas.microsoft.com/office/drawing/2014/main" id="{4875FE07-9642-6B1C-E52B-4C99C2206BF6}"/>
              </a:ext>
            </a:extLst>
          </p:cNvPr>
          <p:cNvSpPr/>
          <p:nvPr/>
        </p:nvSpPr>
        <p:spPr>
          <a:xfrm>
            <a:off x="588173" y="4999028"/>
            <a:ext cx="4267462" cy="986010"/>
          </a:xfrm>
          <a:prstGeom prst="rect">
            <a:avLst/>
          </a:prstGeom>
          <a:noFill/>
          <a:ln>
            <a:noFill/>
          </a:ln>
          <a:extLst>
            <a:ext uri="{909E8E84-426E-40DD-AFC4-6F175D3DCCD1}">
              <a14:hiddenFill xmlns:a14="http://schemas.microsoft.com/office/drawing/2010/main">
                <a:solidFill>
                  <a:schemeClr val="bg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354">
              <a:spcAft>
                <a:spcPts val="600"/>
              </a:spcAft>
              <a:defRPr/>
            </a:pPr>
            <a:r>
              <a:rPr lang="en-US" sz="1200" b="1" dirty="0">
                <a:solidFill>
                  <a:schemeClr val="bg1"/>
                </a:solidFill>
                <a:latin typeface="Calibri"/>
              </a:rPr>
              <a:t>This presentation was downloaded from Presales Stories. </a:t>
            </a:r>
          </a:p>
          <a:p>
            <a:pPr defTabSz="914354">
              <a:defRPr/>
            </a:pPr>
            <a:r>
              <a:rPr lang="en-US" sz="1200" b="1" dirty="0">
                <a:solidFill>
                  <a:schemeClr val="bg1"/>
                </a:solidFill>
                <a:latin typeface="Calibri"/>
              </a:rPr>
              <a:t>Discover more content about EPAM’s Capabilities at </a:t>
            </a:r>
            <a:r>
              <a:rPr lang="en-US" sz="1200" b="1" u="sng" dirty="0">
                <a:solidFill>
                  <a:schemeClr val="bg1"/>
                </a:solidFill>
                <a:latin typeface="Calibri"/>
                <a:hlinkClick r:id="rId3">
                  <a:extLst>
                    <a:ext uri="{A12FA001-AC4F-418D-AE19-62706E023703}">
                      <ahyp:hlinkClr xmlns:ahyp="http://schemas.microsoft.com/office/drawing/2018/hyperlinkcolor" val="tx"/>
                    </a:ext>
                  </a:extLst>
                </a:hlinkClick>
              </a:rPr>
              <a:t>https://epa.ms/stories</a:t>
            </a:r>
            <a:endParaRPr lang="en-US" sz="1200" b="1" dirty="0">
              <a:solidFill>
                <a:schemeClr val="bg1"/>
              </a:solidFill>
              <a:latin typeface="Calibri"/>
            </a:endParaRPr>
          </a:p>
        </p:txBody>
      </p:sp>
      <p:sp>
        <p:nvSpPr>
          <p:cNvPr id="8" name="Title 4">
            <a:extLst>
              <a:ext uri="{FF2B5EF4-FFF2-40B4-BE49-F238E27FC236}">
                <a16:creationId xmlns:a16="http://schemas.microsoft.com/office/drawing/2014/main" id="{2C965849-3790-ECD4-9400-9D47F9280C99}"/>
              </a:ext>
            </a:extLst>
          </p:cNvPr>
          <p:cNvSpPr txBox="1">
            <a:spLocks/>
          </p:cNvSpPr>
          <p:nvPr/>
        </p:nvSpPr>
        <p:spPr>
          <a:xfrm>
            <a:off x="622038" y="2919114"/>
            <a:ext cx="7369817" cy="1477328"/>
          </a:xfrm>
          <a:prstGeom prst="rect">
            <a:avLst/>
          </a:prstGeom>
        </p:spPr>
        <p:txBody>
          <a:bodyPr wrap="square" lIns="0" tIns="0" rIns="0" bIns="0">
            <a:spAutoFit/>
          </a:bodyPr>
          <a:lstStyle>
            <a:lvl1pPr algn="l" defTabSz="914400" rtl="0" eaLnBrk="1" latinLnBrk="0" hangingPunct="1">
              <a:lnSpc>
                <a:spcPct val="100000"/>
              </a:lnSpc>
              <a:spcBef>
                <a:spcPct val="0"/>
              </a:spcBef>
              <a:buNone/>
              <a:defRPr sz="2200" b="1" i="0" kern="1200">
                <a:solidFill>
                  <a:schemeClr val="tx1"/>
                </a:solidFill>
                <a:latin typeface="+mj-lt"/>
                <a:ea typeface="Calibri" panose="020F0502020204030204" pitchFamily="34" charset="0"/>
                <a:cs typeface="Calibri" panose="020F0502020204030204" pitchFamily="34" charset="0"/>
              </a:defRPr>
            </a:lvl1pPr>
          </a:lstStyle>
          <a:p>
            <a:r>
              <a:rPr lang="en-US" sz="2400" b="0" dirty="0">
                <a:solidFill>
                  <a:schemeClr val="bg1"/>
                </a:solidFill>
                <a:latin typeface="Calibri Light" panose="020F0302020204030204" pitchFamily="34" charset="0"/>
              </a:rPr>
              <a:t>The slides can contain confidential information about client's projects and their internal architectures.</a:t>
            </a:r>
          </a:p>
          <a:p>
            <a:br>
              <a:rPr lang="en-US" sz="2400" b="0" dirty="0">
                <a:solidFill>
                  <a:schemeClr val="bg1"/>
                </a:solidFill>
                <a:latin typeface="Calibri Light" panose="020F0302020204030204" pitchFamily="34" charset="0"/>
              </a:rPr>
            </a:br>
            <a:r>
              <a:rPr lang="en-US" sz="2400" b="0" dirty="0">
                <a:solidFill>
                  <a:schemeClr val="bg1"/>
                </a:solidFill>
                <a:latin typeface="Calibri Light" panose="020F0302020204030204" pitchFamily="34" charset="0"/>
              </a:rPr>
              <a:t>Don’t share this PPT unless formal approval is provided.</a:t>
            </a:r>
          </a:p>
        </p:txBody>
      </p:sp>
      <p:pic>
        <p:nvPicPr>
          <p:cNvPr id="4" name="Picture 3">
            <a:extLst>
              <a:ext uri="{FF2B5EF4-FFF2-40B4-BE49-F238E27FC236}">
                <a16:creationId xmlns:a16="http://schemas.microsoft.com/office/drawing/2014/main" id="{5A20E1CE-8ADA-99D9-CA68-88EE58E4FB3A}"/>
              </a:ext>
            </a:extLst>
          </p:cNvPr>
          <p:cNvPicPr>
            <a:picLocks noChangeAspect="1"/>
          </p:cNvPicPr>
          <p:nvPr/>
        </p:nvPicPr>
        <p:blipFill>
          <a:blip r:embed="rId4"/>
          <a:stretch>
            <a:fillRect/>
          </a:stretch>
        </p:blipFill>
        <p:spPr>
          <a:xfrm>
            <a:off x="666236" y="872962"/>
            <a:ext cx="668294" cy="622205"/>
          </a:xfrm>
          <a:prstGeom prst="rect">
            <a:avLst/>
          </a:prstGeom>
        </p:spPr>
      </p:pic>
      <p:pic>
        <p:nvPicPr>
          <p:cNvPr id="2" name="Picture 6" descr="Databricks | NRI">
            <a:extLst>
              <a:ext uri="{FF2B5EF4-FFF2-40B4-BE49-F238E27FC236}">
                <a16:creationId xmlns:a16="http://schemas.microsoft.com/office/drawing/2014/main" id="{2BF8AF08-159B-01A9-BBC7-1A3B13CCCB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9E7DB005-90D8-1C5C-92FB-C747E6900F3D}"/>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2944242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8F558-DCD3-EC81-ADD1-A70D9D064D2C}"/>
              </a:ext>
            </a:extLst>
          </p:cNvPr>
          <p:cNvSpPr>
            <a:spLocks noGrp="1"/>
          </p:cNvSpPr>
          <p:nvPr>
            <p:ph type="title"/>
          </p:nvPr>
        </p:nvSpPr>
        <p:spPr/>
        <p:txBody>
          <a:bodyPr/>
          <a:lstStyle/>
          <a:p>
            <a:r>
              <a:rPr lang="en-US"/>
              <a:t>Contents</a:t>
            </a:r>
          </a:p>
        </p:txBody>
      </p:sp>
      <p:sp>
        <p:nvSpPr>
          <p:cNvPr id="3" name="Text Placeholder 2">
            <a:extLst>
              <a:ext uri="{FF2B5EF4-FFF2-40B4-BE49-F238E27FC236}">
                <a16:creationId xmlns:a16="http://schemas.microsoft.com/office/drawing/2014/main" id="{27D1D058-712F-DD82-4959-F0B86FAFF494}"/>
              </a:ext>
            </a:extLst>
          </p:cNvPr>
          <p:cNvSpPr>
            <a:spLocks noGrp="1"/>
          </p:cNvSpPr>
          <p:nvPr>
            <p:ph type="body" sz="quarter" idx="10"/>
          </p:nvPr>
        </p:nvSpPr>
        <p:spPr/>
        <p:txBody>
          <a:bodyPr/>
          <a:lstStyle/>
          <a:p>
            <a:r>
              <a:rPr lang="en-US"/>
              <a:t>01</a:t>
            </a:r>
          </a:p>
        </p:txBody>
      </p:sp>
      <p:sp>
        <p:nvSpPr>
          <p:cNvPr id="4" name="Text Placeholder 3">
            <a:extLst>
              <a:ext uri="{FF2B5EF4-FFF2-40B4-BE49-F238E27FC236}">
                <a16:creationId xmlns:a16="http://schemas.microsoft.com/office/drawing/2014/main" id="{594291EE-B640-801D-4A11-982E33473833}"/>
              </a:ext>
            </a:extLst>
          </p:cNvPr>
          <p:cNvSpPr>
            <a:spLocks noGrp="1"/>
          </p:cNvSpPr>
          <p:nvPr>
            <p:ph type="body" sz="quarter" idx="11"/>
          </p:nvPr>
        </p:nvSpPr>
        <p:spPr/>
        <p:txBody>
          <a:bodyPr/>
          <a:lstStyle/>
          <a:p>
            <a:r>
              <a:rPr lang="en-US"/>
              <a:t>02</a:t>
            </a:r>
          </a:p>
        </p:txBody>
      </p:sp>
      <p:sp>
        <p:nvSpPr>
          <p:cNvPr id="5" name="Text Placeholder 4">
            <a:extLst>
              <a:ext uri="{FF2B5EF4-FFF2-40B4-BE49-F238E27FC236}">
                <a16:creationId xmlns:a16="http://schemas.microsoft.com/office/drawing/2014/main" id="{568ACB85-D68B-5AD5-43E6-5FA2F1404F98}"/>
              </a:ext>
            </a:extLst>
          </p:cNvPr>
          <p:cNvSpPr>
            <a:spLocks noGrp="1"/>
          </p:cNvSpPr>
          <p:nvPr>
            <p:ph type="body" sz="quarter" idx="12"/>
          </p:nvPr>
        </p:nvSpPr>
        <p:spPr/>
        <p:txBody>
          <a:bodyPr/>
          <a:lstStyle/>
          <a:p>
            <a:r>
              <a:rPr lang="en-US" dirty="0"/>
              <a:t>02/1</a:t>
            </a:r>
          </a:p>
        </p:txBody>
      </p:sp>
      <p:sp>
        <p:nvSpPr>
          <p:cNvPr id="6" name="Text Placeholder 5">
            <a:extLst>
              <a:ext uri="{FF2B5EF4-FFF2-40B4-BE49-F238E27FC236}">
                <a16:creationId xmlns:a16="http://schemas.microsoft.com/office/drawing/2014/main" id="{47CE3221-EB26-56F5-114A-7B116842EA54}"/>
              </a:ext>
            </a:extLst>
          </p:cNvPr>
          <p:cNvSpPr>
            <a:spLocks noGrp="1"/>
          </p:cNvSpPr>
          <p:nvPr>
            <p:ph type="body" sz="quarter" idx="13"/>
          </p:nvPr>
        </p:nvSpPr>
        <p:spPr/>
        <p:txBody>
          <a:bodyPr/>
          <a:lstStyle/>
          <a:p>
            <a:r>
              <a:rPr lang="en-US" dirty="0"/>
              <a:t>02/2</a:t>
            </a:r>
          </a:p>
        </p:txBody>
      </p:sp>
      <p:sp>
        <p:nvSpPr>
          <p:cNvPr id="7" name="Text Placeholder 6">
            <a:extLst>
              <a:ext uri="{FF2B5EF4-FFF2-40B4-BE49-F238E27FC236}">
                <a16:creationId xmlns:a16="http://schemas.microsoft.com/office/drawing/2014/main" id="{DA2CF74A-A6D2-6EBC-93C2-03F6508B6F6F}"/>
              </a:ext>
            </a:extLst>
          </p:cNvPr>
          <p:cNvSpPr>
            <a:spLocks noGrp="1"/>
          </p:cNvSpPr>
          <p:nvPr>
            <p:ph type="body" sz="quarter" idx="14"/>
          </p:nvPr>
        </p:nvSpPr>
        <p:spPr/>
        <p:txBody>
          <a:bodyPr/>
          <a:lstStyle/>
          <a:p>
            <a:r>
              <a:rPr lang="en-US" dirty="0"/>
              <a:t>02/3</a:t>
            </a:r>
          </a:p>
        </p:txBody>
      </p:sp>
      <p:sp>
        <p:nvSpPr>
          <p:cNvPr id="8" name="Text Placeholder 7">
            <a:extLst>
              <a:ext uri="{FF2B5EF4-FFF2-40B4-BE49-F238E27FC236}">
                <a16:creationId xmlns:a16="http://schemas.microsoft.com/office/drawing/2014/main" id="{F23FA3A5-EC8C-53BE-436F-CC5CF006AD2A}"/>
              </a:ext>
            </a:extLst>
          </p:cNvPr>
          <p:cNvSpPr>
            <a:spLocks noGrp="1"/>
          </p:cNvSpPr>
          <p:nvPr>
            <p:ph type="body" sz="quarter" idx="15"/>
          </p:nvPr>
        </p:nvSpPr>
        <p:spPr/>
        <p:txBody>
          <a:bodyPr/>
          <a:lstStyle/>
          <a:p>
            <a:r>
              <a:rPr lang="en-US" dirty="0"/>
              <a:t>03</a:t>
            </a:r>
          </a:p>
        </p:txBody>
      </p:sp>
      <p:sp>
        <p:nvSpPr>
          <p:cNvPr id="9" name="Text Placeholder 8">
            <a:extLst>
              <a:ext uri="{FF2B5EF4-FFF2-40B4-BE49-F238E27FC236}">
                <a16:creationId xmlns:a16="http://schemas.microsoft.com/office/drawing/2014/main" id="{0576797D-A8DB-14C3-5F4B-BE708A519FE5}"/>
              </a:ext>
            </a:extLst>
          </p:cNvPr>
          <p:cNvSpPr>
            <a:spLocks noGrp="1"/>
          </p:cNvSpPr>
          <p:nvPr>
            <p:ph type="body" sz="quarter" idx="16"/>
          </p:nvPr>
        </p:nvSpPr>
        <p:spPr/>
        <p:txBody>
          <a:bodyPr/>
          <a:lstStyle/>
          <a:p>
            <a:r>
              <a:rPr lang="en-US" dirty="0"/>
              <a:t>About Me</a:t>
            </a:r>
          </a:p>
        </p:txBody>
      </p:sp>
      <p:sp>
        <p:nvSpPr>
          <p:cNvPr id="10" name="Text Placeholder 9">
            <a:extLst>
              <a:ext uri="{FF2B5EF4-FFF2-40B4-BE49-F238E27FC236}">
                <a16:creationId xmlns:a16="http://schemas.microsoft.com/office/drawing/2014/main" id="{9141D82B-C10B-1BB9-045C-6A6B60302EF7}"/>
              </a:ext>
            </a:extLst>
          </p:cNvPr>
          <p:cNvSpPr>
            <a:spLocks noGrp="1"/>
          </p:cNvSpPr>
          <p:nvPr>
            <p:ph type="body" sz="quarter" idx="17"/>
          </p:nvPr>
        </p:nvSpPr>
        <p:spPr/>
        <p:txBody>
          <a:bodyPr/>
          <a:lstStyle/>
          <a:p>
            <a:r>
              <a:rPr lang="en-US" dirty="0"/>
              <a:t>Previous Projects</a:t>
            </a:r>
          </a:p>
        </p:txBody>
      </p:sp>
      <p:sp>
        <p:nvSpPr>
          <p:cNvPr id="11" name="Text Placeholder 10">
            <a:extLst>
              <a:ext uri="{FF2B5EF4-FFF2-40B4-BE49-F238E27FC236}">
                <a16:creationId xmlns:a16="http://schemas.microsoft.com/office/drawing/2014/main" id="{C495BD1E-F51A-C1EA-E433-3765992A7686}"/>
              </a:ext>
            </a:extLst>
          </p:cNvPr>
          <p:cNvSpPr>
            <a:spLocks noGrp="1"/>
          </p:cNvSpPr>
          <p:nvPr>
            <p:ph type="body" sz="quarter" idx="18"/>
          </p:nvPr>
        </p:nvSpPr>
        <p:spPr/>
        <p:txBody>
          <a:bodyPr/>
          <a:lstStyle/>
          <a:p>
            <a:r>
              <a:rPr lang="en-US" dirty="0"/>
              <a:t>Reckitt Benckiser</a:t>
            </a:r>
          </a:p>
        </p:txBody>
      </p:sp>
      <p:sp>
        <p:nvSpPr>
          <p:cNvPr id="12" name="Text Placeholder 11">
            <a:extLst>
              <a:ext uri="{FF2B5EF4-FFF2-40B4-BE49-F238E27FC236}">
                <a16:creationId xmlns:a16="http://schemas.microsoft.com/office/drawing/2014/main" id="{3E09AC65-B8CA-C4AA-6B0F-3649F96645A6}"/>
              </a:ext>
            </a:extLst>
          </p:cNvPr>
          <p:cNvSpPr>
            <a:spLocks noGrp="1"/>
          </p:cNvSpPr>
          <p:nvPr>
            <p:ph type="body" sz="quarter" idx="19"/>
          </p:nvPr>
        </p:nvSpPr>
        <p:spPr/>
        <p:txBody>
          <a:bodyPr/>
          <a:lstStyle/>
          <a:p>
            <a:r>
              <a:rPr lang="en-US" dirty="0"/>
              <a:t>Grupo Pestana</a:t>
            </a:r>
          </a:p>
        </p:txBody>
      </p:sp>
      <p:sp>
        <p:nvSpPr>
          <p:cNvPr id="13" name="Text Placeholder 12">
            <a:extLst>
              <a:ext uri="{FF2B5EF4-FFF2-40B4-BE49-F238E27FC236}">
                <a16:creationId xmlns:a16="http://schemas.microsoft.com/office/drawing/2014/main" id="{FE0156A0-E47D-016B-1742-C23C5D404FF7}"/>
              </a:ext>
            </a:extLst>
          </p:cNvPr>
          <p:cNvSpPr>
            <a:spLocks noGrp="1"/>
          </p:cNvSpPr>
          <p:nvPr>
            <p:ph type="body" sz="quarter" idx="20"/>
          </p:nvPr>
        </p:nvSpPr>
        <p:spPr/>
        <p:txBody>
          <a:bodyPr/>
          <a:lstStyle/>
          <a:p>
            <a:r>
              <a:rPr lang="en-US" dirty="0"/>
              <a:t>ASML</a:t>
            </a:r>
          </a:p>
        </p:txBody>
      </p:sp>
      <p:sp>
        <p:nvSpPr>
          <p:cNvPr id="14" name="Text Placeholder 13">
            <a:extLst>
              <a:ext uri="{FF2B5EF4-FFF2-40B4-BE49-F238E27FC236}">
                <a16:creationId xmlns:a16="http://schemas.microsoft.com/office/drawing/2014/main" id="{4FDFE434-5D75-4569-B2B2-C12795CF1824}"/>
              </a:ext>
            </a:extLst>
          </p:cNvPr>
          <p:cNvSpPr>
            <a:spLocks noGrp="1"/>
          </p:cNvSpPr>
          <p:nvPr>
            <p:ph type="body" sz="quarter" idx="21"/>
          </p:nvPr>
        </p:nvSpPr>
        <p:spPr/>
        <p:txBody>
          <a:bodyPr/>
          <a:lstStyle/>
          <a:p>
            <a:r>
              <a:rPr lang="en-US" dirty="0"/>
              <a:t>Q&amp;A</a:t>
            </a:r>
          </a:p>
        </p:txBody>
      </p:sp>
      <p:pic>
        <p:nvPicPr>
          <p:cNvPr id="17" name="Picture 6" descr="Databricks | NRI">
            <a:extLst>
              <a:ext uri="{FF2B5EF4-FFF2-40B4-BE49-F238E27FC236}">
                <a16:creationId xmlns:a16="http://schemas.microsoft.com/office/drawing/2014/main" id="{2C87E1E7-015E-9112-4B64-F07721A1A0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18" name="Plus Sign 17">
            <a:extLst>
              <a:ext uri="{FF2B5EF4-FFF2-40B4-BE49-F238E27FC236}">
                <a16:creationId xmlns:a16="http://schemas.microsoft.com/office/drawing/2014/main" id="{4F6F7270-3214-6F6B-9119-CBC7531F0B92}"/>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1444507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5410F-7028-79CE-3B9F-75C5D0ADB350}"/>
              </a:ext>
            </a:extLst>
          </p:cNvPr>
          <p:cNvSpPr>
            <a:spLocks noGrp="1"/>
          </p:cNvSpPr>
          <p:nvPr>
            <p:ph type="title"/>
          </p:nvPr>
        </p:nvSpPr>
        <p:spPr/>
        <p:txBody>
          <a:bodyPr/>
          <a:lstStyle/>
          <a:p>
            <a:r>
              <a:rPr lang="en-US"/>
              <a:t>Agenda</a:t>
            </a:r>
          </a:p>
        </p:txBody>
      </p:sp>
      <p:sp>
        <p:nvSpPr>
          <p:cNvPr id="3" name="Text Placeholder 2">
            <a:extLst>
              <a:ext uri="{FF2B5EF4-FFF2-40B4-BE49-F238E27FC236}">
                <a16:creationId xmlns:a16="http://schemas.microsoft.com/office/drawing/2014/main" id="{A6522717-1C46-549B-6615-DDE037BFA467}"/>
              </a:ext>
            </a:extLst>
          </p:cNvPr>
          <p:cNvSpPr>
            <a:spLocks noGrp="1"/>
          </p:cNvSpPr>
          <p:nvPr>
            <p:ph type="body" sz="quarter" idx="10"/>
          </p:nvPr>
        </p:nvSpPr>
        <p:spPr/>
        <p:txBody>
          <a:bodyPr/>
          <a:lstStyle/>
          <a:p>
            <a:r>
              <a:rPr lang="en-US"/>
              <a:t>00:00 – 00:00</a:t>
            </a:r>
          </a:p>
        </p:txBody>
      </p:sp>
      <p:sp>
        <p:nvSpPr>
          <p:cNvPr id="4" name="Text Placeholder 3">
            <a:extLst>
              <a:ext uri="{FF2B5EF4-FFF2-40B4-BE49-F238E27FC236}">
                <a16:creationId xmlns:a16="http://schemas.microsoft.com/office/drawing/2014/main" id="{0A40B3CE-4FCC-C3A3-3618-83BE168CD889}"/>
              </a:ext>
            </a:extLst>
          </p:cNvPr>
          <p:cNvSpPr>
            <a:spLocks noGrp="1"/>
          </p:cNvSpPr>
          <p:nvPr>
            <p:ph type="body" sz="quarter" idx="16"/>
          </p:nvPr>
        </p:nvSpPr>
        <p:spPr/>
        <p:txBody>
          <a:bodyPr/>
          <a:lstStyle/>
          <a:p>
            <a:r>
              <a:rPr lang="en-US"/>
              <a:t>Agenda item here</a:t>
            </a:r>
          </a:p>
        </p:txBody>
      </p:sp>
      <p:sp>
        <p:nvSpPr>
          <p:cNvPr id="7" name="Text Placeholder 6">
            <a:extLst>
              <a:ext uri="{FF2B5EF4-FFF2-40B4-BE49-F238E27FC236}">
                <a16:creationId xmlns:a16="http://schemas.microsoft.com/office/drawing/2014/main" id="{445FF093-4F14-0B1D-66BC-3B40D9E4D6FF}"/>
              </a:ext>
            </a:extLst>
          </p:cNvPr>
          <p:cNvSpPr>
            <a:spLocks noGrp="1"/>
          </p:cNvSpPr>
          <p:nvPr>
            <p:ph type="body" sz="quarter" idx="24"/>
          </p:nvPr>
        </p:nvSpPr>
        <p:spPr/>
        <p:txBody>
          <a:bodyPr/>
          <a:lstStyle/>
          <a:p>
            <a:r>
              <a:rPr lang="en-US"/>
              <a:t>00:00 – 00:00</a:t>
            </a:r>
          </a:p>
        </p:txBody>
      </p:sp>
      <p:sp>
        <p:nvSpPr>
          <p:cNvPr id="8" name="Text Placeholder 7">
            <a:extLst>
              <a:ext uri="{FF2B5EF4-FFF2-40B4-BE49-F238E27FC236}">
                <a16:creationId xmlns:a16="http://schemas.microsoft.com/office/drawing/2014/main" id="{88F86118-DFD6-B7F8-44BF-705B73C354E5}"/>
              </a:ext>
            </a:extLst>
          </p:cNvPr>
          <p:cNvSpPr>
            <a:spLocks noGrp="1"/>
          </p:cNvSpPr>
          <p:nvPr>
            <p:ph type="body" sz="quarter" idx="25"/>
          </p:nvPr>
        </p:nvSpPr>
        <p:spPr/>
        <p:txBody>
          <a:bodyPr/>
          <a:lstStyle/>
          <a:p>
            <a:r>
              <a:rPr lang="en-US"/>
              <a:t>Agenda item here</a:t>
            </a:r>
          </a:p>
        </p:txBody>
      </p:sp>
      <p:sp>
        <p:nvSpPr>
          <p:cNvPr id="9" name="Text Placeholder 8">
            <a:extLst>
              <a:ext uri="{FF2B5EF4-FFF2-40B4-BE49-F238E27FC236}">
                <a16:creationId xmlns:a16="http://schemas.microsoft.com/office/drawing/2014/main" id="{E96781BA-740C-74CE-718D-0ACE0E58F340}"/>
              </a:ext>
            </a:extLst>
          </p:cNvPr>
          <p:cNvSpPr>
            <a:spLocks noGrp="1"/>
          </p:cNvSpPr>
          <p:nvPr>
            <p:ph type="body" sz="quarter" idx="26"/>
          </p:nvPr>
        </p:nvSpPr>
        <p:spPr/>
        <p:txBody>
          <a:bodyPr/>
          <a:lstStyle/>
          <a:p>
            <a:r>
              <a:rPr lang="en-US"/>
              <a:t>00:00 – 00:00</a:t>
            </a:r>
          </a:p>
        </p:txBody>
      </p:sp>
      <p:sp>
        <p:nvSpPr>
          <p:cNvPr id="10" name="Text Placeholder 9">
            <a:extLst>
              <a:ext uri="{FF2B5EF4-FFF2-40B4-BE49-F238E27FC236}">
                <a16:creationId xmlns:a16="http://schemas.microsoft.com/office/drawing/2014/main" id="{36DA3684-072C-83C7-E644-F8D45922D3CC}"/>
              </a:ext>
            </a:extLst>
          </p:cNvPr>
          <p:cNvSpPr>
            <a:spLocks noGrp="1"/>
          </p:cNvSpPr>
          <p:nvPr>
            <p:ph type="body" sz="quarter" idx="27"/>
          </p:nvPr>
        </p:nvSpPr>
        <p:spPr/>
        <p:txBody>
          <a:bodyPr/>
          <a:lstStyle/>
          <a:p>
            <a:r>
              <a:rPr lang="en-US"/>
              <a:t>Agenda item here</a:t>
            </a:r>
          </a:p>
        </p:txBody>
      </p:sp>
      <p:sp>
        <p:nvSpPr>
          <p:cNvPr id="11" name="Text Placeholder 10">
            <a:extLst>
              <a:ext uri="{FF2B5EF4-FFF2-40B4-BE49-F238E27FC236}">
                <a16:creationId xmlns:a16="http://schemas.microsoft.com/office/drawing/2014/main" id="{101455A5-9C12-C0F7-9AFD-595008A22255}"/>
              </a:ext>
            </a:extLst>
          </p:cNvPr>
          <p:cNvSpPr>
            <a:spLocks noGrp="1"/>
          </p:cNvSpPr>
          <p:nvPr>
            <p:ph type="body" sz="quarter" idx="28"/>
          </p:nvPr>
        </p:nvSpPr>
        <p:spPr/>
        <p:txBody>
          <a:bodyPr/>
          <a:lstStyle/>
          <a:p>
            <a:r>
              <a:rPr lang="en-US"/>
              <a:t>00:00 – 00:00</a:t>
            </a:r>
          </a:p>
        </p:txBody>
      </p:sp>
      <p:sp>
        <p:nvSpPr>
          <p:cNvPr id="12" name="Text Placeholder 11">
            <a:extLst>
              <a:ext uri="{FF2B5EF4-FFF2-40B4-BE49-F238E27FC236}">
                <a16:creationId xmlns:a16="http://schemas.microsoft.com/office/drawing/2014/main" id="{FEE40CFA-DE34-8465-9FEE-170789E7BB77}"/>
              </a:ext>
            </a:extLst>
          </p:cNvPr>
          <p:cNvSpPr>
            <a:spLocks noGrp="1"/>
          </p:cNvSpPr>
          <p:nvPr>
            <p:ph type="body" sz="quarter" idx="29"/>
          </p:nvPr>
        </p:nvSpPr>
        <p:spPr/>
        <p:txBody>
          <a:bodyPr/>
          <a:lstStyle/>
          <a:p>
            <a:r>
              <a:rPr lang="en-US"/>
              <a:t>Agenda item here</a:t>
            </a:r>
          </a:p>
        </p:txBody>
      </p:sp>
      <p:sp>
        <p:nvSpPr>
          <p:cNvPr id="13" name="Text Placeholder 12">
            <a:extLst>
              <a:ext uri="{FF2B5EF4-FFF2-40B4-BE49-F238E27FC236}">
                <a16:creationId xmlns:a16="http://schemas.microsoft.com/office/drawing/2014/main" id="{907CEFA2-68F5-C679-C4BF-2A34021928CD}"/>
              </a:ext>
            </a:extLst>
          </p:cNvPr>
          <p:cNvSpPr>
            <a:spLocks noGrp="1"/>
          </p:cNvSpPr>
          <p:nvPr>
            <p:ph type="body" sz="quarter" idx="30"/>
          </p:nvPr>
        </p:nvSpPr>
        <p:spPr/>
        <p:txBody>
          <a:bodyPr/>
          <a:lstStyle/>
          <a:p>
            <a:r>
              <a:rPr lang="en-US"/>
              <a:t>00:00 – 00:00</a:t>
            </a:r>
          </a:p>
        </p:txBody>
      </p:sp>
      <p:sp>
        <p:nvSpPr>
          <p:cNvPr id="14" name="Text Placeholder 13">
            <a:extLst>
              <a:ext uri="{FF2B5EF4-FFF2-40B4-BE49-F238E27FC236}">
                <a16:creationId xmlns:a16="http://schemas.microsoft.com/office/drawing/2014/main" id="{A811CEFF-5F93-1811-AD8A-9A551F76F634}"/>
              </a:ext>
            </a:extLst>
          </p:cNvPr>
          <p:cNvSpPr>
            <a:spLocks noGrp="1"/>
          </p:cNvSpPr>
          <p:nvPr>
            <p:ph type="body" sz="quarter" idx="31"/>
          </p:nvPr>
        </p:nvSpPr>
        <p:spPr/>
        <p:txBody>
          <a:bodyPr/>
          <a:lstStyle/>
          <a:p>
            <a:r>
              <a:rPr lang="en-US"/>
              <a:t>Agenda item here</a:t>
            </a:r>
          </a:p>
        </p:txBody>
      </p:sp>
      <p:sp>
        <p:nvSpPr>
          <p:cNvPr id="15" name="Text Placeholder 14">
            <a:extLst>
              <a:ext uri="{FF2B5EF4-FFF2-40B4-BE49-F238E27FC236}">
                <a16:creationId xmlns:a16="http://schemas.microsoft.com/office/drawing/2014/main" id="{87044174-DE61-ECDA-523C-CBE7656FD2F5}"/>
              </a:ext>
            </a:extLst>
          </p:cNvPr>
          <p:cNvSpPr>
            <a:spLocks noGrp="1"/>
          </p:cNvSpPr>
          <p:nvPr>
            <p:ph type="body" sz="quarter" idx="32"/>
          </p:nvPr>
        </p:nvSpPr>
        <p:spPr/>
        <p:txBody>
          <a:bodyPr/>
          <a:lstStyle/>
          <a:p>
            <a:r>
              <a:rPr lang="en-US"/>
              <a:t>00:00 – 00:00</a:t>
            </a:r>
          </a:p>
        </p:txBody>
      </p:sp>
      <p:sp>
        <p:nvSpPr>
          <p:cNvPr id="16" name="Text Placeholder 15">
            <a:extLst>
              <a:ext uri="{FF2B5EF4-FFF2-40B4-BE49-F238E27FC236}">
                <a16:creationId xmlns:a16="http://schemas.microsoft.com/office/drawing/2014/main" id="{CEF42DBE-D8D5-B1FC-C6DD-8CCDFAA19403}"/>
              </a:ext>
            </a:extLst>
          </p:cNvPr>
          <p:cNvSpPr>
            <a:spLocks noGrp="1"/>
          </p:cNvSpPr>
          <p:nvPr>
            <p:ph type="body" sz="quarter" idx="33"/>
          </p:nvPr>
        </p:nvSpPr>
        <p:spPr/>
        <p:txBody>
          <a:bodyPr/>
          <a:lstStyle/>
          <a:p>
            <a:r>
              <a:rPr lang="en-US"/>
              <a:t>Agenda item here</a:t>
            </a:r>
          </a:p>
        </p:txBody>
      </p:sp>
      <p:pic>
        <p:nvPicPr>
          <p:cNvPr id="5" name="Picture 6" descr="Databricks | NRI">
            <a:extLst>
              <a:ext uri="{FF2B5EF4-FFF2-40B4-BE49-F238E27FC236}">
                <a16:creationId xmlns:a16="http://schemas.microsoft.com/office/drawing/2014/main" id="{13E83BC1-3C71-D305-97C2-9B85157899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6" name="Plus Sign 5">
            <a:extLst>
              <a:ext uri="{FF2B5EF4-FFF2-40B4-BE49-F238E27FC236}">
                <a16:creationId xmlns:a16="http://schemas.microsoft.com/office/drawing/2014/main" id="{572F7CAA-A43A-196A-855C-E13878774919}"/>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1201297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88DD6-71C0-340F-AFD3-1E657A77C94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5FC3369-AA4A-F1D6-7CD1-77EE0D4CE029}"/>
              </a:ext>
            </a:extLst>
          </p:cNvPr>
          <p:cNvSpPr>
            <a:spLocks noGrp="1"/>
          </p:cNvSpPr>
          <p:nvPr>
            <p:ph type="body" sz="quarter" idx="11"/>
          </p:nvPr>
        </p:nvSpPr>
        <p:spPr/>
        <p:txBody>
          <a:bodyPr/>
          <a:lstStyle/>
          <a:p>
            <a:r>
              <a:rPr lang="en-US" dirty="0"/>
              <a:t>ABOUT ME</a:t>
            </a:r>
          </a:p>
        </p:txBody>
      </p:sp>
      <p:sp>
        <p:nvSpPr>
          <p:cNvPr id="7" name="Text Placeholder 6">
            <a:extLst>
              <a:ext uri="{FF2B5EF4-FFF2-40B4-BE49-F238E27FC236}">
                <a16:creationId xmlns:a16="http://schemas.microsoft.com/office/drawing/2014/main" id="{EF97DF23-85B8-A466-145E-FD857C5A5A36}"/>
              </a:ext>
            </a:extLst>
          </p:cNvPr>
          <p:cNvSpPr>
            <a:spLocks noGrp="1"/>
          </p:cNvSpPr>
          <p:nvPr>
            <p:ph type="body" sz="quarter" idx="16"/>
          </p:nvPr>
        </p:nvSpPr>
        <p:spPr>
          <a:xfrm>
            <a:off x="633632" y="2916936"/>
            <a:ext cx="4648200" cy="2188997"/>
          </a:xfrm>
        </p:spPr>
        <p:txBody>
          <a:bodyPr/>
          <a:lstStyle/>
          <a:p>
            <a:r>
              <a:rPr lang="pt-PT" dirty="0"/>
              <a:t>A </a:t>
            </a:r>
            <a:r>
              <a:rPr lang="pt-PT" dirty="0" err="1"/>
              <a:t>Electrical</a:t>
            </a:r>
            <a:r>
              <a:rPr lang="pt-PT" dirty="0"/>
              <a:t> </a:t>
            </a:r>
            <a:r>
              <a:rPr lang="pt-PT" dirty="0" err="1"/>
              <a:t>Engineer</a:t>
            </a:r>
            <a:r>
              <a:rPr lang="pt-PT" dirty="0"/>
              <a:t> </a:t>
            </a:r>
            <a:r>
              <a:rPr lang="pt-PT" dirty="0" err="1"/>
              <a:t>that</a:t>
            </a:r>
            <a:r>
              <a:rPr lang="pt-PT" dirty="0"/>
              <a:t> </a:t>
            </a:r>
            <a:r>
              <a:rPr lang="pt-PT" dirty="0" err="1"/>
              <a:t>turned</a:t>
            </a:r>
            <a:r>
              <a:rPr lang="pt-PT" dirty="0"/>
              <a:t> </a:t>
            </a:r>
            <a:r>
              <a:rPr lang="pt-PT" dirty="0" err="1"/>
              <a:t>passionated</a:t>
            </a:r>
            <a:r>
              <a:rPr lang="pt-PT" dirty="0"/>
              <a:t> </a:t>
            </a:r>
            <a:r>
              <a:rPr lang="pt-PT" dirty="0" err="1"/>
              <a:t>about</a:t>
            </a:r>
            <a:r>
              <a:rPr lang="pt-PT" dirty="0"/>
              <a:t> Data and AI.</a:t>
            </a:r>
            <a:br>
              <a:rPr lang="pt-PT" dirty="0"/>
            </a:br>
            <a:endParaRPr lang="pt-PT" dirty="0"/>
          </a:p>
          <a:p>
            <a:r>
              <a:rPr lang="pt-PT" dirty="0"/>
              <a:t>5+ </a:t>
            </a:r>
            <a:r>
              <a:rPr lang="pt-PT" dirty="0" err="1"/>
              <a:t>years</a:t>
            </a:r>
            <a:r>
              <a:rPr lang="pt-PT" dirty="0"/>
              <a:t> </a:t>
            </a:r>
            <a:r>
              <a:rPr lang="pt-PT" dirty="0" err="1"/>
              <a:t>designing</a:t>
            </a:r>
            <a:r>
              <a:rPr lang="pt-PT" dirty="0"/>
              <a:t> and </a:t>
            </a:r>
            <a:r>
              <a:rPr lang="pt-PT" dirty="0" err="1"/>
              <a:t>delivering</a:t>
            </a:r>
            <a:r>
              <a:rPr lang="pt-PT" dirty="0"/>
              <a:t> </a:t>
            </a:r>
            <a:r>
              <a:rPr lang="pt-PT" dirty="0" err="1"/>
              <a:t>Databricks</a:t>
            </a:r>
            <a:r>
              <a:rPr lang="pt-PT" dirty="0"/>
              <a:t> </a:t>
            </a:r>
            <a:r>
              <a:rPr lang="pt-PT" dirty="0" err="1"/>
              <a:t>solutions</a:t>
            </a:r>
            <a:r>
              <a:rPr lang="pt-PT" dirty="0"/>
              <a:t> </a:t>
            </a:r>
            <a:r>
              <a:rPr lang="pt-PT" dirty="0" err="1"/>
              <a:t>across</a:t>
            </a:r>
            <a:r>
              <a:rPr lang="pt-PT" dirty="0"/>
              <a:t> </a:t>
            </a:r>
            <a:r>
              <a:rPr lang="pt-PT" dirty="0" err="1"/>
              <a:t>Azure</a:t>
            </a:r>
            <a:r>
              <a:rPr lang="pt-PT" dirty="0"/>
              <a:t> and GCP for Telecom, </a:t>
            </a:r>
            <a:r>
              <a:rPr lang="pt-PT" dirty="0" err="1"/>
              <a:t>Retail</a:t>
            </a:r>
            <a:r>
              <a:rPr lang="pt-PT" dirty="0"/>
              <a:t>, </a:t>
            </a:r>
            <a:r>
              <a:rPr lang="pt-PT" dirty="0" err="1"/>
              <a:t>IoT</a:t>
            </a:r>
            <a:r>
              <a:rPr lang="pt-PT" dirty="0"/>
              <a:t>, and </a:t>
            </a:r>
            <a:r>
              <a:rPr lang="pt-PT" dirty="0" err="1"/>
              <a:t>Industry</a:t>
            </a:r>
            <a:r>
              <a:rPr lang="pt-PT" dirty="0"/>
              <a:t> 4.0 </a:t>
            </a:r>
            <a:r>
              <a:rPr lang="pt-PT" dirty="0" err="1"/>
              <a:t>clients</a:t>
            </a:r>
            <a:r>
              <a:rPr lang="pt-PT" dirty="0"/>
              <a:t>.</a:t>
            </a:r>
            <a:br>
              <a:rPr lang="pt-PT" dirty="0"/>
            </a:br>
            <a:endParaRPr lang="pt-PT" dirty="0"/>
          </a:p>
          <a:p>
            <a:r>
              <a:rPr lang="pt-PT" dirty="0" err="1"/>
              <a:t>Currently</a:t>
            </a:r>
            <a:r>
              <a:rPr lang="pt-PT" dirty="0"/>
              <a:t> </a:t>
            </a:r>
            <a:r>
              <a:rPr lang="pt-PT" dirty="0" err="1"/>
              <a:t>working</a:t>
            </a:r>
            <a:r>
              <a:rPr lang="pt-PT" dirty="0"/>
              <a:t>  </a:t>
            </a:r>
            <a:r>
              <a:rPr lang="pt-PT" dirty="0" err="1"/>
              <a:t>at</a:t>
            </a:r>
            <a:r>
              <a:rPr lang="pt-PT" dirty="0"/>
              <a:t> GB/TB </a:t>
            </a:r>
            <a:r>
              <a:rPr lang="pt-PT" dirty="0" err="1"/>
              <a:t>scale</a:t>
            </a:r>
            <a:r>
              <a:rPr lang="pt-PT" dirty="0"/>
              <a:t> </a:t>
            </a:r>
            <a:r>
              <a:rPr lang="pt-PT" dirty="0" err="1"/>
              <a:t>with</a:t>
            </a:r>
            <a:r>
              <a:rPr lang="pt-PT" dirty="0"/>
              <a:t> semiconductor machine data </a:t>
            </a:r>
            <a:r>
              <a:rPr lang="pt-PT" dirty="0" err="1"/>
              <a:t>at</a:t>
            </a:r>
            <a:r>
              <a:rPr lang="pt-PT" dirty="0"/>
              <a:t> ASML in a </a:t>
            </a:r>
            <a:r>
              <a:rPr lang="pt-PT" dirty="0" err="1"/>
              <a:t>multi-cloud</a:t>
            </a:r>
            <a:r>
              <a:rPr lang="pt-PT" dirty="0"/>
              <a:t> </a:t>
            </a:r>
            <a:r>
              <a:rPr lang="pt-PT" dirty="0" err="1"/>
              <a:t>environment</a:t>
            </a:r>
            <a:r>
              <a:rPr lang="pt-PT" dirty="0"/>
              <a:t>, </a:t>
            </a:r>
            <a:r>
              <a:rPr lang="pt-PT" dirty="0" err="1"/>
              <a:t>being</a:t>
            </a:r>
            <a:r>
              <a:rPr lang="pt-PT" dirty="0"/>
              <a:t> </a:t>
            </a:r>
            <a:r>
              <a:rPr lang="pt-PT" dirty="0" err="1"/>
              <a:t>responsible</a:t>
            </a:r>
            <a:r>
              <a:rPr lang="pt-PT" dirty="0"/>
              <a:t> for </a:t>
            </a:r>
            <a:r>
              <a:rPr lang="pt-PT" dirty="0" err="1"/>
              <a:t>bi-directional</a:t>
            </a:r>
            <a:r>
              <a:rPr lang="pt-PT" dirty="0"/>
              <a:t> Delta </a:t>
            </a:r>
            <a:r>
              <a:rPr lang="pt-PT" dirty="0" err="1"/>
              <a:t>Sharing</a:t>
            </a:r>
            <a:r>
              <a:rPr lang="pt-PT" dirty="0"/>
              <a:t> (</a:t>
            </a:r>
            <a:r>
              <a:rPr lang="pt-PT" dirty="0" err="1"/>
              <a:t>Azure</a:t>
            </a:r>
            <a:r>
              <a:rPr lang="pt-PT" dirty="0"/>
              <a:t> ↔ GCP).</a:t>
            </a:r>
            <a:endParaRPr lang="en-US" dirty="0"/>
          </a:p>
        </p:txBody>
      </p:sp>
      <p:sp>
        <p:nvSpPr>
          <p:cNvPr id="10" name="Text Placeholder 9">
            <a:extLst>
              <a:ext uri="{FF2B5EF4-FFF2-40B4-BE49-F238E27FC236}">
                <a16:creationId xmlns:a16="http://schemas.microsoft.com/office/drawing/2014/main" id="{939B82B7-C0F1-A7CC-AA86-54BCD72F35DB}"/>
              </a:ext>
            </a:extLst>
          </p:cNvPr>
          <p:cNvSpPr>
            <a:spLocks noGrp="1"/>
          </p:cNvSpPr>
          <p:nvPr>
            <p:ph type="body" sz="quarter" idx="25"/>
          </p:nvPr>
        </p:nvSpPr>
        <p:spPr>
          <a:xfrm>
            <a:off x="633632" y="948837"/>
            <a:ext cx="3467100" cy="591380"/>
          </a:xfrm>
        </p:spPr>
        <p:txBody>
          <a:bodyPr/>
          <a:lstStyle/>
          <a:p>
            <a:r>
              <a:rPr lang="en-US" dirty="0"/>
              <a:t>Italo Barros</a:t>
            </a:r>
          </a:p>
        </p:txBody>
      </p:sp>
      <p:sp>
        <p:nvSpPr>
          <p:cNvPr id="11" name="Text Placeholder 10">
            <a:extLst>
              <a:ext uri="{FF2B5EF4-FFF2-40B4-BE49-F238E27FC236}">
                <a16:creationId xmlns:a16="http://schemas.microsoft.com/office/drawing/2014/main" id="{F263AE9D-4ACD-1ED9-F9A0-1F63B8565AFE}"/>
              </a:ext>
            </a:extLst>
          </p:cNvPr>
          <p:cNvSpPr>
            <a:spLocks noGrp="1"/>
          </p:cNvSpPr>
          <p:nvPr>
            <p:ph type="body" sz="quarter" idx="26"/>
          </p:nvPr>
        </p:nvSpPr>
        <p:spPr/>
        <p:txBody>
          <a:bodyPr/>
          <a:lstStyle/>
          <a:p>
            <a:r>
              <a:rPr lang="en-US" dirty="0"/>
              <a:t>Lead Data Engineer / Data Architect</a:t>
            </a:r>
          </a:p>
        </p:txBody>
      </p:sp>
      <p:pic>
        <p:nvPicPr>
          <p:cNvPr id="2" name="Picture 6" descr="Databricks | NRI">
            <a:extLst>
              <a:ext uri="{FF2B5EF4-FFF2-40B4-BE49-F238E27FC236}">
                <a16:creationId xmlns:a16="http://schemas.microsoft.com/office/drawing/2014/main" id="{5D8E54B2-FD66-2F23-CF96-CAE704A10A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FC5A9CF8-F79B-F6BA-ECBE-22A5109388E1}"/>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
        <p:nvSpPr>
          <p:cNvPr id="8" name="Text Placeholder 9">
            <a:extLst>
              <a:ext uri="{FF2B5EF4-FFF2-40B4-BE49-F238E27FC236}">
                <a16:creationId xmlns:a16="http://schemas.microsoft.com/office/drawing/2014/main" id="{7345B6B1-728C-E62F-70F0-94F4E02E45A0}"/>
              </a:ext>
            </a:extLst>
          </p:cNvPr>
          <p:cNvSpPr txBox="1">
            <a:spLocks/>
          </p:cNvSpPr>
          <p:nvPr/>
        </p:nvSpPr>
        <p:spPr>
          <a:xfrm>
            <a:off x="9397365" y="2008225"/>
            <a:ext cx="295097" cy="591380"/>
          </a:xfrm>
          <a:prstGeom prst="rect">
            <a:avLst/>
          </a:prstGeom>
        </p:spPr>
        <p:txBody>
          <a:bodyPr vert="horz" wrap="square" lIns="0" tIns="0" rIns="0" bIns="0" rtlCol="0">
            <a:spAutoFit/>
          </a:bodyPr>
          <a:lstStyle>
            <a:lvl1pPr marL="0" indent="0" algn="l" defTabSz="914400" rtl="0" eaLnBrk="1" latinLnBrk="0" hangingPunct="1">
              <a:lnSpc>
                <a:spcPts val="4600"/>
              </a:lnSpc>
              <a:spcBef>
                <a:spcPts val="0"/>
              </a:spcBef>
              <a:spcAft>
                <a:spcPts val="0"/>
              </a:spcAft>
              <a:buFont typeface="Arial" panose="020B0604020202020204" pitchFamily="34" charset="0"/>
              <a:buNone/>
              <a:defRPr lang="en-US" sz="4400" b="0" i="0" kern="1200" spc="0">
                <a:gradFill>
                  <a:gsLst>
                    <a:gs pos="0">
                      <a:srgbClr val="00F6FF"/>
                    </a:gs>
                    <a:gs pos="57000">
                      <a:srgbClr val="00FFF0"/>
                    </a:gs>
                    <a:gs pos="100000">
                      <a:srgbClr val="B896FF"/>
                    </a:gs>
                  </a:gsLst>
                  <a:lin ang="3600000" scaled="0"/>
                </a:gradFill>
                <a:latin typeface="Calibri" panose="020F0502020204030204" pitchFamily="34" charset="0"/>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None/>
              <a:defRPr lang="en-US" sz="1400" b="0" i="0" kern="120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dirty="0"/>
              <a:t>2</a:t>
            </a:r>
          </a:p>
        </p:txBody>
      </p:sp>
      <p:sp>
        <p:nvSpPr>
          <p:cNvPr id="13" name="CaixaDeTexto 12">
            <a:extLst>
              <a:ext uri="{FF2B5EF4-FFF2-40B4-BE49-F238E27FC236}">
                <a16:creationId xmlns:a16="http://schemas.microsoft.com/office/drawing/2014/main" id="{C4407326-C32C-849C-9B4A-E166072BEF79}"/>
              </a:ext>
            </a:extLst>
          </p:cNvPr>
          <p:cNvSpPr txBox="1"/>
          <p:nvPr/>
        </p:nvSpPr>
        <p:spPr>
          <a:xfrm>
            <a:off x="7865677" y="1170885"/>
            <a:ext cx="3608777" cy="369332"/>
          </a:xfrm>
          <a:prstGeom prst="rect">
            <a:avLst/>
          </a:prstGeom>
          <a:noFill/>
        </p:spPr>
        <p:txBody>
          <a:bodyPr wrap="square">
            <a:spAutoFit/>
          </a:bodyPr>
          <a:lstStyle/>
          <a:p>
            <a:r>
              <a:rPr lang="en-US" dirty="0">
                <a:solidFill>
                  <a:schemeClr val="bg1"/>
                </a:solidFill>
              </a:rPr>
              <a:t>Years of Experience with Databricks</a:t>
            </a:r>
          </a:p>
        </p:txBody>
      </p:sp>
      <p:sp>
        <p:nvSpPr>
          <p:cNvPr id="16" name="Text Placeholder 9">
            <a:extLst>
              <a:ext uri="{FF2B5EF4-FFF2-40B4-BE49-F238E27FC236}">
                <a16:creationId xmlns:a16="http://schemas.microsoft.com/office/drawing/2014/main" id="{6E87AFFF-A5AA-1CFA-276D-26225EF7D9E4}"/>
              </a:ext>
            </a:extLst>
          </p:cNvPr>
          <p:cNvSpPr txBox="1">
            <a:spLocks/>
          </p:cNvSpPr>
          <p:nvPr/>
        </p:nvSpPr>
        <p:spPr>
          <a:xfrm>
            <a:off x="9340725" y="573843"/>
            <a:ext cx="826588" cy="591380"/>
          </a:xfrm>
          <a:prstGeom prst="rect">
            <a:avLst/>
          </a:prstGeom>
        </p:spPr>
        <p:txBody>
          <a:bodyPr vert="horz" wrap="square" lIns="0" tIns="0" rIns="0" bIns="0" rtlCol="0">
            <a:spAutoFit/>
          </a:bodyPr>
          <a:lstStyle>
            <a:lvl1pPr marL="0" indent="0" algn="l" defTabSz="914400" rtl="0" eaLnBrk="1" latinLnBrk="0" hangingPunct="1">
              <a:lnSpc>
                <a:spcPts val="4600"/>
              </a:lnSpc>
              <a:spcBef>
                <a:spcPts val="0"/>
              </a:spcBef>
              <a:spcAft>
                <a:spcPts val="0"/>
              </a:spcAft>
              <a:buFont typeface="Arial" panose="020B0604020202020204" pitchFamily="34" charset="0"/>
              <a:buNone/>
              <a:defRPr lang="en-US" sz="4400" b="0" i="0" kern="1200" spc="0">
                <a:gradFill>
                  <a:gsLst>
                    <a:gs pos="0">
                      <a:srgbClr val="00F6FF"/>
                    </a:gs>
                    <a:gs pos="57000">
                      <a:srgbClr val="00FFF0"/>
                    </a:gs>
                    <a:gs pos="100000">
                      <a:srgbClr val="B896FF"/>
                    </a:gs>
                  </a:gsLst>
                  <a:lin ang="3600000" scaled="0"/>
                </a:gradFill>
                <a:latin typeface="Calibri" panose="020F0502020204030204" pitchFamily="34" charset="0"/>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None/>
              <a:defRPr lang="en-US" sz="1400" b="0" i="0" kern="120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dirty="0"/>
              <a:t>5+</a:t>
            </a:r>
          </a:p>
        </p:txBody>
      </p:sp>
      <p:sp>
        <p:nvSpPr>
          <p:cNvPr id="17" name="CaixaDeTexto 16">
            <a:extLst>
              <a:ext uri="{FF2B5EF4-FFF2-40B4-BE49-F238E27FC236}">
                <a16:creationId xmlns:a16="http://schemas.microsoft.com/office/drawing/2014/main" id="{966F4C37-9329-74E0-7684-8CB6D8F6D4F1}"/>
              </a:ext>
            </a:extLst>
          </p:cNvPr>
          <p:cNvSpPr txBox="1"/>
          <p:nvPr/>
        </p:nvSpPr>
        <p:spPr>
          <a:xfrm>
            <a:off x="8377503" y="2622241"/>
            <a:ext cx="2629919" cy="369332"/>
          </a:xfrm>
          <a:prstGeom prst="rect">
            <a:avLst/>
          </a:prstGeom>
          <a:noFill/>
        </p:spPr>
        <p:txBody>
          <a:bodyPr wrap="square">
            <a:spAutoFit/>
          </a:bodyPr>
          <a:lstStyle/>
          <a:p>
            <a:r>
              <a:rPr lang="en-US" dirty="0">
                <a:solidFill>
                  <a:schemeClr val="bg1"/>
                </a:solidFill>
              </a:rPr>
              <a:t>Databricks Certifications</a:t>
            </a:r>
          </a:p>
        </p:txBody>
      </p:sp>
      <p:sp>
        <p:nvSpPr>
          <p:cNvPr id="18" name="Text Placeholder 9">
            <a:extLst>
              <a:ext uri="{FF2B5EF4-FFF2-40B4-BE49-F238E27FC236}">
                <a16:creationId xmlns:a16="http://schemas.microsoft.com/office/drawing/2014/main" id="{59DC0CEB-90C1-192D-D898-5E3E5FB81572}"/>
              </a:ext>
            </a:extLst>
          </p:cNvPr>
          <p:cNvSpPr txBox="1">
            <a:spLocks/>
          </p:cNvSpPr>
          <p:nvPr/>
        </p:nvSpPr>
        <p:spPr>
          <a:xfrm>
            <a:off x="8882495" y="3570738"/>
            <a:ext cx="1619934" cy="591380"/>
          </a:xfrm>
          <a:prstGeom prst="rect">
            <a:avLst/>
          </a:prstGeom>
        </p:spPr>
        <p:txBody>
          <a:bodyPr vert="horz" wrap="square" lIns="0" tIns="0" rIns="0" bIns="0" rtlCol="0">
            <a:spAutoFit/>
          </a:bodyPr>
          <a:lstStyle>
            <a:lvl1pPr marL="0" indent="0" algn="l" defTabSz="914400" rtl="0" eaLnBrk="1" latinLnBrk="0" hangingPunct="1">
              <a:lnSpc>
                <a:spcPts val="4600"/>
              </a:lnSpc>
              <a:spcBef>
                <a:spcPts val="0"/>
              </a:spcBef>
              <a:spcAft>
                <a:spcPts val="0"/>
              </a:spcAft>
              <a:buFont typeface="Arial" panose="020B0604020202020204" pitchFamily="34" charset="0"/>
              <a:buNone/>
              <a:defRPr lang="en-US" sz="4400" b="0" i="0" kern="1200" spc="0">
                <a:gradFill>
                  <a:gsLst>
                    <a:gs pos="0">
                      <a:srgbClr val="00F6FF"/>
                    </a:gs>
                    <a:gs pos="57000">
                      <a:srgbClr val="00FFF0"/>
                    </a:gs>
                    <a:gs pos="100000">
                      <a:srgbClr val="B896FF"/>
                    </a:gs>
                  </a:gsLst>
                  <a:lin ang="3600000" scaled="0"/>
                </a:gradFill>
                <a:latin typeface="Calibri" panose="020F0502020204030204" pitchFamily="34" charset="0"/>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None/>
              <a:defRPr lang="en-US" sz="1400" b="0" i="0" kern="120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dirty="0"/>
              <a:t>GB/PB</a:t>
            </a:r>
          </a:p>
        </p:txBody>
      </p:sp>
      <p:sp>
        <p:nvSpPr>
          <p:cNvPr id="19" name="CaixaDeTexto 18">
            <a:extLst>
              <a:ext uri="{FF2B5EF4-FFF2-40B4-BE49-F238E27FC236}">
                <a16:creationId xmlns:a16="http://schemas.microsoft.com/office/drawing/2014/main" id="{982E5796-B263-6A99-722F-461A6B55B687}"/>
              </a:ext>
            </a:extLst>
          </p:cNvPr>
          <p:cNvSpPr txBox="1"/>
          <p:nvPr/>
        </p:nvSpPr>
        <p:spPr>
          <a:xfrm>
            <a:off x="8852354" y="4162118"/>
            <a:ext cx="1650076" cy="369332"/>
          </a:xfrm>
          <a:prstGeom prst="rect">
            <a:avLst/>
          </a:prstGeom>
          <a:noFill/>
        </p:spPr>
        <p:txBody>
          <a:bodyPr wrap="square">
            <a:spAutoFit/>
          </a:bodyPr>
          <a:lstStyle/>
          <a:p>
            <a:r>
              <a:rPr lang="en-US" dirty="0">
                <a:solidFill>
                  <a:schemeClr val="bg1"/>
                </a:solidFill>
              </a:rPr>
              <a:t>Scale Delivered</a:t>
            </a:r>
          </a:p>
        </p:txBody>
      </p:sp>
      <p:sp>
        <p:nvSpPr>
          <p:cNvPr id="20" name="Text Placeholder 9">
            <a:extLst>
              <a:ext uri="{FF2B5EF4-FFF2-40B4-BE49-F238E27FC236}">
                <a16:creationId xmlns:a16="http://schemas.microsoft.com/office/drawing/2014/main" id="{1FC0232B-AE2A-8236-3A20-9B9D34CF7C6D}"/>
              </a:ext>
            </a:extLst>
          </p:cNvPr>
          <p:cNvSpPr txBox="1">
            <a:spLocks/>
          </p:cNvSpPr>
          <p:nvPr/>
        </p:nvSpPr>
        <p:spPr>
          <a:xfrm>
            <a:off x="9544913" y="5122830"/>
            <a:ext cx="642742" cy="591380"/>
          </a:xfrm>
          <a:prstGeom prst="rect">
            <a:avLst/>
          </a:prstGeom>
        </p:spPr>
        <p:txBody>
          <a:bodyPr vert="horz" wrap="square" lIns="0" tIns="0" rIns="0" bIns="0" rtlCol="0">
            <a:spAutoFit/>
          </a:bodyPr>
          <a:lstStyle>
            <a:lvl1pPr marL="0" indent="0" algn="l" defTabSz="914400" rtl="0" eaLnBrk="1" latinLnBrk="0" hangingPunct="1">
              <a:lnSpc>
                <a:spcPts val="4600"/>
              </a:lnSpc>
              <a:spcBef>
                <a:spcPts val="0"/>
              </a:spcBef>
              <a:spcAft>
                <a:spcPts val="0"/>
              </a:spcAft>
              <a:buFont typeface="Arial" panose="020B0604020202020204" pitchFamily="34" charset="0"/>
              <a:buNone/>
              <a:defRPr lang="en-US" sz="4400" b="0" i="0" kern="1200" spc="0">
                <a:gradFill>
                  <a:gsLst>
                    <a:gs pos="0">
                      <a:srgbClr val="00F6FF"/>
                    </a:gs>
                    <a:gs pos="57000">
                      <a:srgbClr val="00FFF0"/>
                    </a:gs>
                    <a:gs pos="100000">
                      <a:srgbClr val="B896FF"/>
                    </a:gs>
                  </a:gsLst>
                  <a:lin ang="3600000" scaled="0"/>
                </a:gradFill>
                <a:latin typeface="Calibri" panose="020F0502020204030204" pitchFamily="34" charset="0"/>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None/>
              <a:defRPr lang="en-US" sz="1400" b="0" i="0" kern="120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dirty="0"/>
              <a:t>2</a:t>
            </a:r>
          </a:p>
        </p:txBody>
      </p:sp>
      <p:sp>
        <p:nvSpPr>
          <p:cNvPr id="21" name="CaixaDeTexto 20">
            <a:extLst>
              <a:ext uri="{FF2B5EF4-FFF2-40B4-BE49-F238E27FC236}">
                <a16:creationId xmlns:a16="http://schemas.microsoft.com/office/drawing/2014/main" id="{368FAA06-A230-255E-9257-708CF2F9B024}"/>
              </a:ext>
            </a:extLst>
          </p:cNvPr>
          <p:cNvSpPr txBox="1"/>
          <p:nvPr/>
        </p:nvSpPr>
        <p:spPr>
          <a:xfrm>
            <a:off x="7765758" y="5714210"/>
            <a:ext cx="3976522" cy="369332"/>
          </a:xfrm>
          <a:prstGeom prst="rect">
            <a:avLst/>
          </a:prstGeom>
          <a:noFill/>
        </p:spPr>
        <p:txBody>
          <a:bodyPr wrap="square">
            <a:spAutoFit/>
          </a:bodyPr>
          <a:lstStyle/>
          <a:p>
            <a:r>
              <a:rPr lang="en-US" dirty="0">
                <a:solidFill>
                  <a:schemeClr val="bg1"/>
                </a:solidFill>
              </a:rPr>
              <a:t>Databricks Cloud Platforms Knowledge</a:t>
            </a:r>
          </a:p>
        </p:txBody>
      </p:sp>
    </p:spTree>
    <p:extLst>
      <p:ext uri="{BB962C8B-B14F-4D97-AF65-F5344CB8AC3E}">
        <p14:creationId xmlns:p14="http://schemas.microsoft.com/office/powerpoint/2010/main" val="1555691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E0A12-FA44-4A57-1543-96C25D1F3BB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B2F46029-AD95-FD18-6BB1-F8ED621C69B1}"/>
              </a:ext>
            </a:extLst>
          </p:cNvPr>
          <p:cNvSpPr>
            <a:spLocks noGrp="1"/>
          </p:cNvSpPr>
          <p:nvPr>
            <p:ph type="body" sz="quarter" idx="11"/>
          </p:nvPr>
        </p:nvSpPr>
        <p:spPr/>
        <p:txBody>
          <a:bodyPr/>
          <a:lstStyle/>
          <a:p>
            <a:r>
              <a:rPr lang="en-US" dirty="0"/>
              <a:t>ABOUT ME</a:t>
            </a:r>
          </a:p>
        </p:txBody>
      </p:sp>
      <p:sp>
        <p:nvSpPr>
          <p:cNvPr id="10" name="Text Placeholder 9">
            <a:extLst>
              <a:ext uri="{FF2B5EF4-FFF2-40B4-BE49-F238E27FC236}">
                <a16:creationId xmlns:a16="http://schemas.microsoft.com/office/drawing/2014/main" id="{72B817A3-0BA8-F903-7F77-B757F4BA6558}"/>
              </a:ext>
            </a:extLst>
          </p:cNvPr>
          <p:cNvSpPr>
            <a:spLocks noGrp="1"/>
          </p:cNvSpPr>
          <p:nvPr>
            <p:ph type="body" sz="quarter" idx="25"/>
          </p:nvPr>
        </p:nvSpPr>
        <p:spPr>
          <a:xfrm>
            <a:off x="633632" y="2838357"/>
            <a:ext cx="3467100" cy="1181285"/>
          </a:xfrm>
        </p:spPr>
        <p:txBody>
          <a:bodyPr/>
          <a:lstStyle/>
          <a:p>
            <a:r>
              <a:rPr lang="en-US" dirty="0"/>
              <a:t>Community Contributions</a:t>
            </a:r>
          </a:p>
        </p:txBody>
      </p:sp>
      <p:pic>
        <p:nvPicPr>
          <p:cNvPr id="2" name="Picture 6" descr="Databricks | NRI">
            <a:extLst>
              <a:ext uri="{FF2B5EF4-FFF2-40B4-BE49-F238E27FC236}">
                <a16:creationId xmlns:a16="http://schemas.microsoft.com/office/drawing/2014/main" id="{344F30B1-F46E-792D-0176-DA6AE7AFD7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FB64CD51-AA9A-3476-DEEC-C50A7F19AB74}"/>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pic>
        <p:nvPicPr>
          <p:cNvPr id="15" name="Imagem 14">
            <a:extLst>
              <a:ext uri="{FF2B5EF4-FFF2-40B4-BE49-F238E27FC236}">
                <a16:creationId xmlns:a16="http://schemas.microsoft.com/office/drawing/2014/main" id="{BC81727E-0EB9-F955-3C0C-ABAEF83A963A}"/>
              </a:ext>
            </a:extLst>
          </p:cNvPr>
          <p:cNvPicPr>
            <a:picLocks noChangeAspect="1"/>
          </p:cNvPicPr>
          <p:nvPr/>
        </p:nvPicPr>
        <p:blipFill>
          <a:blip r:embed="rId3"/>
          <a:stretch>
            <a:fillRect/>
          </a:stretch>
        </p:blipFill>
        <p:spPr>
          <a:xfrm>
            <a:off x="5411959" y="419100"/>
            <a:ext cx="5928891" cy="2491248"/>
          </a:xfrm>
          <a:prstGeom prst="rect">
            <a:avLst/>
          </a:prstGeom>
        </p:spPr>
      </p:pic>
      <p:pic>
        <p:nvPicPr>
          <p:cNvPr id="25" name="Imagem 24">
            <a:extLst>
              <a:ext uri="{FF2B5EF4-FFF2-40B4-BE49-F238E27FC236}">
                <a16:creationId xmlns:a16="http://schemas.microsoft.com/office/drawing/2014/main" id="{2D2C9388-91C5-DCA5-E32F-81BD551F55ED}"/>
              </a:ext>
            </a:extLst>
          </p:cNvPr>
          <p:cNvPicPr>
            <a:picLocks noChangeAspect="1"/>
          </p:cNvPicPr>
          <p:nvPr/>
        </p:nvPicPr>
        <p:blipFill>
          <a:blip r:embed="rId4"/>
          <a:stretch>
            <a:fillRect/>
          </a:stretch>
        </p:blipFill>
        <p:spPr>
          <a:xfrm>
            <a:off x="4800444" y="3214140"/>
            <a:ext cx="5624047" cy="2941575"/>
          </a:xfrm>
          <a:prstGeom prst="rect">
            <a:avLst/>
          </a:prstGeom>
        </p:spPr>
      </p:pic>
      <p:pic>
        <p:nvPicPr>
          <p:cNvPr id="23" name="Imagem 22">
            <a:extLst>
              <a:ext uri="{FF2B5EF4-FFF2-40B4-BE49-F238E27FC236}">
                <a16:creationId xmlns:a16="http://schemas.microsoft.com/office/drawing/2014/main" id="{BE410264-F997-F1DE-C6F2-E1E9F224A249}"/>
              </a:ext>
            </a:extLst>
          </p:cNvPr>
          <p:cNvPicPr>
            <a:picLocks noChangeAspect="1"/>
          </p:cNvPicPr>
          <p:nvPr/>
        </p:nvPicPr>
        <p:blipFill>
          <a:blip r:embed="rId5"/>
          <a:stretch>
            <a:fillRect/>
          </a:stretch>
        </p:blipFill>
        <p:spPr>
          <a:xfrm>
            <a:off x="7632662" y="2773257"/>
            <a:ext cx="4210841" cy="1911670"/>
          </a:xfrm>
          <a:prstGeom prst="rect">
            <a:avLst/>
          </a:prstGeom>
        </p:spPr>
      </p:pic>
    </p:spTree>
    <p:extLst>
      <p:ext uri="{BB962C8B-B14F-4D97-AF65-F5344CB8AC3E}">
        <p14:creationId xmlns:p14="http://schemas.microsoft.com/office/powerpoint/2010/main" val="2718401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E0C41-1181-D328-016D-55B2CFF120F7}"/>
              </a:ext>
            </a:extLst>
          </p:cNvPr>
          <p:cNvSpPr>
            <a:spLocks noGrp="1"/>
          </p:cNvSpPr>
          <p:nvPr>
            <p:ph type="title"/>
          </p:nvPr>
        </p:nvSpPr>
        <p:spPr>
          <a:xfrm>
            <a:off x="638647" y="1793240"/>
            <a:ext cx="5640805" cy="1846659"/>
          </a:xfrm>
        </p:spPr>
        <p:txBody>
          <a:bodyPr/>
          <a:lstStyle/>
          <a:p>
            <a:r>
              <a:rPr lang="en-US" dirty="0"/>
              <a:t>Previous</a:t>
            </a:r>
            <a:br>
              <a:rPr lang="en-US" dirty="0"/>
            </a:br>
            <a:r>
              <a:rPr lang="en-US" dirty="0"/>
              <a:t>Projects</a:t>
            </a:r>
          </a:p>
        </p:txBody>
      </p:sp>
      <p:sp>
        <p:nvSpPr>
          <p:cNvPr id="5" name="Text Placeholder 4">
            <a:extLst>
              <a:ext uri="{FF2B5EF4-FFF2-40B4-BE49-F238E27FC236}">
                <a16:creationId xmlns:a16="http://schemas.microsoft.com/office/drawing/2014/main" id="{9A3869EB-1D9A-931F-FE33-AE0DAA8CE781}"/>
              </a:ext>
            </a:extLst>
          </p:cNvPr>
          <p:cNvSpPr>
            <a:spLocks noGrp="1"/>
          </p:cNvSpPr>
          <p:nvPr>
            <p:ph type="body" sz="quarter" idx="10"/>
          </p:nvPr>
        </p:nvSpPr>
        <p:spPr>
          <a:xfrm>
            <a:off x="647700" y="1315415"/>
            <a:ext cx="498928" cy="307777"/>
          </a:xfrm>
        </p:spPr>
        <p:txBody>
          <a:bodyPr/>
          <a:lstStyle/>
          <a:p>
            <a:r>
              <a:rPr lang="en-US" dirty="0"/>
              <a:t>02</a:t>
            </a:r>
          </a:p>
        </p:txBody>
      </p:sp>
      <p:sp>
        <p:nvSpPr>
          <p:cNvPr id="4" name="Text Placeholder 3">
            <a:extLst>
              <a:ext uri="{FF2B5EF4-FFF2-40B4-BE49-F238E27FC236}">
                <a16:creationId xmlns:a16="http://schemas.microsoft.com/office/drawing/2014/main" id="{681B3816-2097-EE3B-78C8-967ADBEA9648}"/>
              </a:ext>
            </a:extLst>
          </p:cNvPr>
          <p:cNvSpPr>
            <a:spLocks noGrp="1"/>
          </p:cNvSpPr>
          <p:nvPr>
            <p:ph type="body" sz="quarter" idx="16"/>
          </p:nvPr>
        </p:nvSpPr>
        <p:spPr>
          <a:xfrm>
            <a:off x="647700" y="4521613"/>
            <a:ext cx="5213604" cy="830997"/>
          </a:xfrm>
        </p:spPr>
        <p:txBody>
          <a:bodyPr/>
          <a:lstStyle/>
          <a:p>
            <a:r>
              <a:rPr lang="en-US" dirty="0"/>
              <a:t>How I leveraged, designed, and developed Databricks projects in the Past 5 Years</a:t>
            </a:r>
          </a:p>
        </p:txBody>
      </p:sp>
      <p:pic>
        <p:nvPicPr>
          <p:cNvPr id="9" name="Picture Placeholder 8" descr="A picture containing outdoor, person&#10;&#10;Description automatically generated">
            <a:extLst>
              <a:ext uri="{FF2B5EF4-FFF2-40B4-BE49-F238E27FC236}">
                <a16:creationId xmlns:a16="http://schemas.microsoft.com/office/drawing/2014/main" id="{CE95A1B1-A59B-5155-B365-EA93C2F51538}"/>
              </a:ext>
            </a:extLst>
          </p:cNvPr>
          <p:cNvPicPr>
            <a:picLocks noGrp="1" noChangeAspect="1"/>
          </p:cNvPicPr>
          <p:nvPr>
            <p:ph type="pic" sz="quarter" idx="24"/>
          </p:nvPr>
        </p:nvPicPr>
        <p:blipFill rotWithShape="1">
          <a:blip r:embed="rId2" cstate="screen">
            <a:extLst>
              <a:ext uri="{28A0092B-C50C-407E-A947-70E740481C1C}">
                <a14:useLocalDpi xmlns:a14="http://schemas.microsoft.com/office/drawing/2010/main"/>
              </a:ext>
            </a:extLst>
          </a:blip>
          <a:srcRect/>
          <a:stretch/>
        </p:blipFill>
        <p:spPr>
          <a:xfrm>
            <a:off x="7202905" y="0"/>
            <a:ext cx="4989095" cy="6858000"/>
          </a:xfrm>
        </p:spPr>
      </p:pic>
      <p:pic>
        <p:nvPicPr>
          <p:cNvPr id="3" name="Picture 6" descr="Databricks | NRI">
            <a:extLst>
              <a:ext uri="{FF2B5EF4-FFF2-40B4-BE49-F238E27FC236}">
                <a16:creationId xmlns:a16="http://schemas.microsoft.com/office/drawing/2014/main" id="{4106751C-BFE2-B224-6489-1BC3503FA9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6" name="Plus Sign 5">
            <a:extLst>
              <a:ext uri="{FF2B5EF4-FFF2-40B4-BE49-F238E27FC236}">
                <a16:creationId xmlns:a16="http://schemas.microsoft.com/office/drawing/2014/main" id="{6283B3C0-4C17-A822-3B3E-4FBDF63BBED6}"/>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904874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E64E2-F737-93FF-43E1-1E69ECA48EB6}"/>
              </a:ext>
            </a:extLst>
          </p:cNvPr>
          <p:cNvSpPr>
            <a:spLocks noGrp="1"/>
          </p:cNvSpPr>
          <p:nvPr>
            <p:ph type="title"/>
          </p:nvPr>
        </p:nvSpPr>
        <p:spPr>
          <a:xfrm>
            <a:off x="643460" y="2921168"/>
            <a:ext cx="10869110" cy="1015663"/>
          </a:xfrm>
        </p:spPr>
        <p:txBody>
          <a:bodyPr/>
          <a:lstStyle/>
          <a:p>
            <a:r>
              <a:rPr lang="en-US" dirty="0"/>
              <a:t>Reckitt </a:t>
            </a:r>
            <a:r>
              <a:rPr lang="en-US" dirty="0">
                <a:gradFill>
                  <a:gsLst>
                    <a:gs pos="0">
                      <a:schemeClr val="accent4"/>
                    </a:gs>
                    <a:gs pos="73000">
                      <a:schemeClr val="accent5"/>
                    </a:gs>
                    <a:gs pos="100000">
                      <a:schemeClr val="accent3"/>
                    </a:gs>
                  </a:gsLst>
                  <a:lin ang="1200000" scaled="0"/>
                </a:gradFill>
                <a:latin typeface="Calibri" panose="020F0502020204030204" pitchFamily="34" charset="0"/>
                <a:cs typeface="Calibri" panose="020F0502020204030204" pitchFamily="34" charset="0"/>
              </a:rPr>
              <a:t>Benckiser</a:t>
            </a:r>
          </a:p>
        </p:txBody>
      </p:sp>
      <p:sp>
        <p:nvSpPr>
          <p:cNvPr id="3" name="Text Placeholder 2">
            <a:extLst>
              <a:ext uri="{FF2B5EF4-FFF2-40B4-BE49-F238E27FC236}">
                <a16:creationId xmlns:a16="http://schemas.microsoft.com/office/drawing/2014/main" id="{69B5A0EC-C069-51D2-097D-735E35D6999B}"/>
              </a:ext>
            </a:extLst>
          </p:cNvPr>
          <p:cNvSpPr>
            <a:spLocks noGrp="1"/>
          </p:cNvSpPr>
          <p:nvPr>
            <p:ph type="body" sz="quarter" idx="16"/>
          </p:nvPr>
        </p:nvSpPr>
        <p:spPr>
          <a:xfrm>
            <a:off x="643460" y="4784228"/>
            <a:ext cx="5727843" cy="492443"/>
          </a:xfrm>
        </p:spPr>
        <p:txBody>
          <a:bodyPr/>
          <a:lstStyle/>
          <a:p>
            <a:pPr algn="just"/>
            <a:r>
              <a:rPr lang="en-US" dirty="0"/>
              <a:t>British multinational consumer goods company specialized in health, hygiene, and nutrition products.</a:t>
            </a:r>
          </a:p>
        </p:txBody>
      </p:sp>
      <p:sp>
        <p:nvSpPr>
          <p:cNvPr id="6" name="Text Placeholder 5">
            <a:extLst>
              <a:ext uri="{FF2B5EF4-FFF2-40B4-BE49-F238E27FC236}">
                <a16:creationId xmlns:a16="http://schemas.microsoft.com/office/drawing/2014/main" id="{F3E76246-A561-5017-E88E-7DD4D2BF4C7E}"/>
              </a:ext>
            </a:extLst>
          </p:cNvPr>
          <p:cNvSpPr>
            <a:spLocks noGrp="1"/>
          </p:cNvSpPr>
          <p:nvPr>
            <p:ph type="body" sz="quarter" idx="10"/>
          </p:nvPr>
        </p:nvSpPr>
        <p:spPr/>
        <p:txBody>
          <a:bodyPr/>
          <a:lstStyle/>
          <a:p>
            <a:r>
              <a:rPr lang="en-US" dirty="0"/>
              <a:t>02/1</a:t>
            </a:r>
          </a:p>
        </p:txBody>
      </p:sp>
      <p:sp>
        <p:nvSpPr>
          <p:cNvPr id="7" name="Text Placeholder 6">
            <a:extLst>
              <a:ext uri="{FF2B5EF4-FFF2-40B4-BE49-F238E27FC236}">
                <a16:creationId xmlns:a16="http://schemas.microsoft.com/office/drawing/2014/main" id="{29E0C092-AE0B-0448-668B-0D2D276D31C0}"/>
              </a:ext>
            </a:extLst>
          </p:cNvPr>
          <p:cNvSpPr>
            <a:spLocks noGrp="1"/>
          </p:cNvSpPr>
          <p:nvPr>
            <p:ph type="body" sz="quarter" idx="11"/>
          </p:nvPr>
        </p:nvSpPr>
        <p:spPr/>
        <p:txBody>
          <a:bodyPr/>
          <a:lstStyle/>
          <a:p>
            <a:r>
              <a:rPr lang="en-US" dirty="0"/>
              <a:t>PREVIOUS PROJECTS</a:t>
            </a:r>
          </a:p>
        </p:txBody>
      </p:sp>
      <p:pic>
        <p:nvPicPr>
          <p:cNvPr id="4" name="Picture 6" descr="Databricks | NRI">
            <a:extLst>
              <a:ext uri="{FF2B5EF4-FFF2-40B4-BE49-F238E27FC236}">
                <a16:creationId xmlns:a16="http://schemas.microsoft.com/office/drawing/2014/main" id="{48AF8349-40AA-4270-CB3E-11048CD671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5" name="Plus Sign 4">
            <a:extLst>
              <a:ext uri="{FF2B5EF4-FFF2-40B4-BE49-F238E27FC236}">
                <a16:creationId xmlns:a16="http://schemas.microsoft.com/office/drawing/2014/main" id="{3AB4B9F3-AC79-00D4-17EA-96B456700FA0}"/>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718389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E7B12-94E5-1E8A-9A20-C930CC8426EB}"/>
              </a:ext>
            </a:extLst>
          </p:cNvPr>
          <p:cNvSpPr>
            <a:spLocks noGrp="1"/>
          </p:cNvSpPr>
          <p:nvPr>
            <p:ph type="title"/>
          </p:nvPr>
        </p:nvSpPr>
        <p:spPr>
          <a:xfrm>
            <a:off x="647699" y="2505670"/>
            <a:ext cx="4016756" cy="1846659"/>
          </a:xfrm>
        </p:spPr>
        <p:txBody>
          <a:bodyPr/>
          <a:lstStyle/>
          <a:p>
            <a:r>
              <a:rPr lang="en-US" dirty="0"/>
              <a:t>The</a:t>
            </a:r>
            <a:br>
              <a:rPr lang="en-US" dirty="0"/>
            </a:br>
            <a:r>
              <a:rPr lang="en-US" dirty="0">
                <a:gradFill>
                  <a:gsLst>
                    <a:gs pos="0">
                      <a:srgbClr val="00FFF0"/>
                    </a:gs>
                    <a:gs pos="72000">
                      <a:srgbClr val="00F6FF"/>
                    </a:gs>
                    <a:gs pos="100000">
                      <a:srgbClr val="B896FF"/>
                    </a:gs>
                  </a:gsLst>
                  <a:lin ang="1200000" scaled="0"/>
                </a:gradFill>
                <a:latin typeface="Calibri" panose="020F0502020204030204" pitchFamily="34" charset="0"/>
                <a:cs typeface="Calibri" panose="020F0502020204030204" pitchFamily="34" charset="0"/>
              </a:rPr>
              <a:t>Problem</a:t>
            </a:r>
            <a:endParaRPr lang="en-US" sz="8000" dirty="0">
              <a:gradFill>
                <a:gsLst>
                  <a:gs pos="0">
                    <a:srgbClr val="00FFF0"/>
                  </a:gs>
                  <a:gs pos="72000">
                    <a:srgbClr val="00F6FF"/>
                  </a:gs>
                  <a:gs pos="100000">
                    <a:srgbClr val="B896FF"/>
                  </a:gs>
                </a:gsLst>
                <a:lin ang="1200000" scaled="0"/>
              </a:gra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43E65A60-BFF6-5D2C-96CA-C0DCDBCDC9B7}"/>
              </a:ext>
            </a:extLst>
          </p:cNvPr>
          <p:cNvSpPr>
            <a:spLocks noGrp="1"/>
          </p:cNvSpPr>
          <p:nvPr>
            <p:ph type="body" sz="quarter" idx="16"/>
          </p:nvPr>
        </p:nvSpPr>
        <p:spPr>
          <a:xfrm>
            <a:off x="6934201" y="1247504"/>
            <a:ext cx="4610100" cy="4978542"/>
          </a:xfrm>
        </p:spPr>
        <p:txBody>
          <a:bodyPr/>
          <a:lstStyle/>
          <a:p>
            <a:r>
              <a:rPr lang="en-US" dirty="0"/>
              <a:t>The client wanted to revamp their legacy platform built on top of Azure Synapse Analytics.</a:t>
            </a:r>
          </a:p>
          <a:p>
            <a:endParaRPr lang="en-US" dirty="0"/>
          </a:p>
          <a:p>
            <a:r>
              <a:rPr lang="en-US" dirty="0"/>
              <a:t>The major complain were the pipelines for the Finance GL and Primary Sales, were the first was taking up to 4 hours to be executed and delivered to the consumption layer.</a:t>
            </a:r>
          </a:p>
          <a:p>
            <a:endParaRPr lang="en-US" dirty="0"/>
          </a:p>
          <a:p>
            <a:r>
              <a:rPr lang="en-US" b="1" dirty="0"/>
              <a:t>The biggest challenge</a:t>
            </a:r>
            <a:r>
              <a:rPr lang="pt-PT" b="1" dirty="0"/>
              <a:t>: </a:t>
            </a:r>
            <a:r>
              <a:rPr lang="pt-PT" dirty="0" err="1"/>
              <a:t>The</a:t>
            </a:r>
            <a:r>
              <a:rPr lang="pt-PT" dirty="0"/>
              <a:t> </a:t>
            </a:r>
            <a:r>
              <a:rPr lang="pt-PT" dirty="0" err="1"/>
              <a:t>whole</a:t>
            </a:r>
            <a:r>
              <a:rPr lang="pt-PT" dirty="0"/>
              <a:t> </a:t>
            </a:r>
            <a:r>
              <a:rPr lang="pt-PT" dirty="0" err="1"/>
              <a:t>source</a:t>
            </a:r>
            <a:r>
              <a:rPr lang="pt-PT" dirty="0"/>
              <a:t> </a:t>
            </a:r>
            <a:r>
              <a:rPr lang="pt-PT" dirty="0" err="1"/>
              <a:t>code</a:t>
            </a:r>
            <a:r>
              <a:rPr lang="pt-PT" dirty="0"/>
              <a:t> </a:t>
            </a:r>
            <a:r>
              <a:rPr lang="pt-PT" dirty="0" err="1"/>
              <a:t>was</a:t>
            </a:r>
            <a:r>
              <a:rPr lang="pt-PT" dirty="0"/>
              <a:t> </a:t>
            </a:r>
            <a:r>
              <a:rPr lang="pt-PT" dirty="0" err="1"/>
              <a:t>built</a:t>
            </a:r>
            <a:r>
              <a:rPr lang="pt-PT" dirty="0"/>
              <a:t> in SQL </a:t>
            </a:r>
            <a:r>
              <a:rPr lang="pt-PT" dirty="0" err="1"/>
              <a:t>using</a:t>
            </a:r>
            <a:r>
              <a:rPr lang="pt-PT" dirty="0"/>
              <a:t> </a:t>
            </a:r>
            <a:r>
              <a:rPr lang="pt-PT" dirty="0" err="1"/>
              <a:t>multiple</a:t>
            </a:r>
            <a:r>
              <a:rPr lang="pt-PT" dirty="0"/>
              <a:t> </a:t>
            </a:r>
            <a:r>
              <a:rPr lang="pt-PT" dirty="0" err="1"/>
              <a:t>notebooks</a:t>
            </a:r>
            <a:r>
              <a:rPr lang="pt-PT" dirty="0"/>
              <a:t> </a:t>
            </a:r>
            <a:r>
              <a:rPr lang="pt-PT" dirty="0" err="1"/>
              <a:t>with</a:t>
            </a:r>
            <a:r>
              <a:rPr lang="pt-PT" dirty="0"/>
              <a:t> </a:t>
            </a:r>
            <a:r>
              <a:rPr lang="pt-PT" dirty="0" err="1"/>
              <a:t>multi-dependency</a:t>
            </a:r>
            <a:r>
              <a:rPr lang="pt-PT" dirty="0"/>
              <a:t> </a:t>
            </a:r>
            <a:r>
              <a:rPr lang="pt-PT" dirty="0" err="1"/>
              <a:t>flows</a:t>
            </a:r>
            <a:r>
              <a:rPr lang="pt-PT" dirty="0"/>
              <a:t>, no </a:t>
            </a:r>
            <a:r>
              <a:rPr lang="pt-PT" dirty="0" err="1"/>
              <a:t>documentation</a:t>
            </a:r>
            <a:r>
              <a:rPr lang="pt-PT" dirty="0"/>
              <a:t> </a:t>
            </a:r>
            <a:r>
              <a:rPr lang="pt-PT" dirty="0" err="1"/>
              <a:t>was</a:t>
            </a:r>
            <a:r>
              <a:rPr lang="pt-PT" dirty="0"/>
              <a:t> </a:t>
            </a:r>
            <a:r>
              <a:rPr lang="pt-PT" dirty="0" err="1"/>
              <a:t>available</a:t>
            </a:r>
            <a:r>
              <a:rPr lang="pt-PT" dirty="0"/>
              <a:t> for </a:t>
            </a:r>
            <a:r>
              <a:rPr lang="pt-PT" dirty="0" err="1"/>
              <a:t>the</a:t>
            </a:r>
            <a:r>
              <a:rPr lang="pt-PT" dirty="0"/>
              <a:t> business rules, </a:t>
            </a:r>
            <a:r>
              <a:rPr lang="pt-PT" dirty="0" err="1"/>
              <a:t>code</a:t>
            </a:r>
            <a:r>
              <a:rPr lang="pt-PT" dirty="0"/>
              <a:t> </a:t>
            </a:r>
            <a:r>
              <a:rPr lang="pt-PT" dirty="0" err="1"/>
              <a:t>was</a:t>
            </a:r>
            <a:r>
              <a:rPr lang="pt-PT" dirty="0"/>
              <a:t> </a:t>
            </a:r>
            <a:r>
              <a:rPr lang="pt-PT" dirty="0" err="1"/>
              <a:t>not</a:t>
            </a:r>
            <a:r>
              <a:rPr lang="pt-PT" dirty="0"/>
              <a:t> </a:t>
            </a:r>
            <a:r>
              <a:rPr lang="pt-PT" dirty="0" err="1"/>
              <a:t>optimized</a:t>
            </a:r>
            <a:r>
              <a:rPr lang="pt-PT" dirty="0"/>
              <a:t> and </a:t>
            </a:r>
            <a:r>
              <a:rPr lang="pt-PT" dirty="0" err="1"/>
              <a:t>had</a:t>
            </a:r>
            <a:r>
              <a:rPr lang="pt-PT" dirty="0"/>
              <a:t> </a:t>
            </a:r>
            <a:r>
              <a:rPr lang="pt-PT" dirty="0" err="1"/>
              <a:t>multiple</a:t>
            </a:r>
            <a:r>
              <a:rPr lang="pt-PT" dirty="0"/>
              <a:t> </a:t>
            </a:r>
            <a:r>
              <a:rPr lang="pt-PT" dirty="0" err="1"/>
              <a:t>join</a:t>
            </a:r>
            <a:r>
              <a:rPr lang="pt-PT" dirty="0"/>
              <a:t> </a:t>
            </a:r>
            <a:r>
              <a:rPr lang="pt-PT" dirty="0" err="1"/>
              <a:t>mechanisms</a:t>
            </a:r>
            <a:r>
              <a:rPr lang="pt-PT" dirty="0"/>
              <a:t>, no clear </a:t>
            </a:r>
            <a:r>
              <a:rPr lang="pt-PT" dirty="0" err="1"/>
              <a:t>aliases</a:t>
            </a:r>
            <a:r>
              <a:rPr lang="pt-PT" dirty="0"/>
              <a:t> and </a:t>
            </a:r>
            <a:r>
              <a:rPr lang="pt-PT" dirty="0" err="1"/>
              <a:t>naming</a:t>
            </a:r>
            <a:r>
              <a:rPr lang="pt-PT" dirty="0"/>
              <a:t> </a:t>
            </a:r>
            <a:r>
              <a:rPr lang="pt-PT" dirty="0" err="1"/>
              <a:t>conventions</a:t>
            </a:r>
            <a:r>
              <a:rPr lang="pt-PT" dirty="0"/>
              <a:t>, and no </a:t>
            </a:r>
            <a:r>
              <a:rPr lang="pt-PT" dirty="0" err="1"/>
              <a:t>CTEs</a:t>
            </a:r>
            <a:r>
              <a:rPr lang="pt-PT" dirty="0"/>
              <a:t> </a:t>
            </a:r>
            <a:r>
              <a:rPr lang="pt-PT" dirty="0" err="1"/>
              <a:t>were</a:t>
            </a:r>
            <a:r>
              <a:rPr lang="pt-PT" dirty="0"/>
              <a:t> in </a:t>
            </a:r>
            <a:r>
              <a:rPr lang="pt-PT" dirty="0" err="1"/>
              <a:t>place</a:t>
            </a:r>
            <a:r>
              <a:rPr lang="pt-PT" dirty="0"/>
              <a:t>.</a:t>
            </a:r>
            <a:endParaRPr lang="en-US" dirty="0"/>
          </a:p>
          <a:p>
            <a:endParaRPr lang="en-US" dirty="0"/>
          </a:p>
        </p:txBody>
      </p:sp>
      <p:pic>
        <p:nvPicPr>
          <p:cNvPr id="3" name="Picture 6" descr="Databricks | NRI">
            <a:extLst>
              <a:ext uri="{FF2B5EF4-FFF2-40B4-BE49-F238E27FC236}">
                <a16:creationId xmlns:a16="http://schemas.microsoft.com/office/drawing/2014/main" id="{BE0603E2-5822-AD6D-176A-402A2EDE52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4" name="Plus Sign 3">
            <a:extLst>
              <a:ext uri="{FF2B5EF4-FFF2-40B4-BE49-F238E27FC236}">
                <a16:creationId xmlns:a16="http://schemas.microsoft.com/office/drawing/2014/main" id="{67A74347-4EE5-0078-0270-BE07B9852E67}"/>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
        <p:nvSpPr>
          <p:cNvPr id="6" name="Text Placeholder 5">
            <a:extLst>
              <a:ext uri="{FF2B5EF4-FFF2-40B4-BE49-F238E27FC236}">
                <a16:creationId xmlns:a16="http://schemas.microsoft.com/office/drawing/2014/main" id="{8A4571DB-9FAE-594C-1F6F-681456A55FA4}"/>
              </a:ext>
            </a:extLst>
          </p:cNvPr>
          <p:cNvSpPr>
            <a:spLocks noGrp="1"/>
          </p:cNvSpPr>
          <p:nvPr>
            <p:ph type="body" sz="quarter" idx="28"/>
          </p:nvPr>
        </p:nvSpPr>
        <p:spPr/>
        <p:txBody>
          <a:bodyPr/>
          <a:lstStyle/>
          <a:p>
            <a:r>
              <a:rPr lang="en-US" dirty="0"/>
              <a:t>PREVIOUS PROJECTS</a:t>
            </a:r>
          </a:p>
        </p:txBody>
      </p:sp>
      <p:sp>
        <p:nvSpPr>
          <p:cNvPr id="7" name="Rectangle 6">
            <a:extLst>
              <a:ext uri="{FF2B5EF4-FFF2-40B4-BE49-F238E27FC236}">
                <a16:creationId xmlns:a16="http://schemas.microsoft.com/office/drawing/2014/main" id="{70C3B12D-06E8-F365-A1C1-063B4854CC7C}"/>
              </a:ext>
            </a:extLst>
          </p:cNvPr>
          <p:cNvSpPr/>
          <p:nvPr/>
        </p:nvSpPr>
        <p:spPr bwMode="auto">
          <a:xfrm>
            <a:off x="566928" y="713232"/>
            <a:ext cx="2020824" cy="457200"/>
          </a:xfrm>
          <a:prstGeom prst="rect">
            <a:avLst/>
          </a:prstGeom>
          <a:solidFill>
            <a:srgbClr val="060606"/>
          </a:solidFill>
          <a:ln>
            <a:solidFill>
              <a:srgbClr val="060606"/>
            </a:solidFill>
          </a:ln>
          <a:effectLst/>
        </p:spPr>
        <p:txBody>
          <a:bodyPr wrap="none" rtlCol="0" anchor="ctr"/>
          <a:lstStyle/>
          <a:p>
            <a:pPr algn="ctr"/>
            <a:endParaRPr lang="en-US" sz="2400" dirty="0" err="1">
              <a:solidFill>
                <a:schemeClr val="bg1"/>
              </a:solidFill>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2827779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5AB3F-F667-F754-CB61-1252DABCBCC3}"/>
            </a:ext>
          </a:extLst>
        </p:cNvPr>
        <p:cNvGrpSpPr/>
        <p:nvPr/>
      </p:nvGrpSpPr>
      <p:grpSpPr>
        <a:xfrm>
          <a:off x="0" y="0"/>
          <a:ext cx="0" cy="0"/>
          <a:chOff x="0" y="0"/>
          <a:chExt cx="0" cy="0"/>
        </a:xfrm>
      </p:grpSpPr>
      <p:pic>
        <p:nvPicPr>
          <p:cNvPr id="2" name="Picture 6" descr="Databricks | NRI">
            <a:extLst>
              <a:ext uri="{FF2B5EF4-FFF2-40B4-BE49-F238E27FC236}">
                <a16:creationId xmlns:a16="http://schemas.microsoft.com/office/drawing/2014/main" id="{EE2EFAF6-E453-33D3-1D6D-088F060E2A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3C85558B-F927-3637-4F42-660263CAD75D}"/>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
        <p:nvSpPr>
          <p:cNvPr id="5" name="Title 1">
            <a:extLst>
              <a:ext uri="{FF2B5EF4-FFF2-40B4-BE49-F238E27FC236}">
                <a16:creationId xmlns:a16="http://schemas.microsoft.com/office/drawing/2014/main" id="{5DD191A9-7805-D81D-E36C-A6D4290CD356}"/>
              </a:ext>
            </a:extLst>
          </p:cNvPr>
          <p:cNvSpPr txBox="1">
            <a:spLocks/>
          </p:cNvSpPr>
          <p:nvPr/>
        </p:nvSpPr>
        <p:spPr>
          <a:xfrm>
            <a:off x="578768" y="2548128"/>
            <a:ext cx="3499456" cy="1763955"/>
          </a:xfrm>
          <a:prstGeom prst="rect">
            <a:avLst/>
          </a:prstGeom>
        </p:spPr>
        <p:txBody>
          <a:bodyPr lIns="0" tIns="0" rIns="0" bIns="0">
            <a:noAutofit/>
          </a:bodyPr>
          <a:lstStyle>
            <a:lvl1pPr algn="l" defTabSz="914400" rtl="0" eaLnBrk="1" latinLnBrk="0" hangingPunct="1">
              <a:lnSpc>
                <a:spcPct val="100000"/>
              </a:lnSpc>
              <a:spcBef>
                <a:spcPct val="0"/>
              </a:spcBef>
              <a:buNone/>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r>
              <a:rPr lang="en-US" sz="6000" dirty="0"/>
              <a:t>The </a:t>
            </a:r>
            <a:r>
              <a:rPr lang="en-US" sz="6000" dirty="0">
                <a:gradFill>
                  <a:gsLst>
                    <a:gs pos="0">
                      <a:srgbClr val="00FFF0"/>
                    </a:gs>
                    <a:gs pos="72000">
                      <a:srgbClr val="00F6FF"/>
                    </a:gs>
                    <a:gs pos="100000">
                      <a:srgbClr val="B896FF"/>
                    </a:gs>
                  </a:gsLst>
                  <a:lin ang="1200000" scaled="0"/>
                </a:gradFill>
                <a:latin typeface="Calibri" panose="020F0502020204030204" pitchFamily="34" charset="0"/>
              </a:rPr>
              <a:t>Solution</a:t>
            </a:r>
          </a:p>
        </p:txBody>
      </p:sp>
      <p:sp>
        <p:nvSpPr>
          <p:cNvPr id="12" name="Text Placeholder 5">
            <a:extLst>
              <a:ext uri="{FF2B5EF4-FFF2-40B4-BE49-F238E27FC236}">
                <a16:creationId xmlns:a16="http://schemas.microsoft.com/office/drawing/2014/main" id="{DBA74789-65D8-BBCB-81DA-1D4934DE0C8C}"/>
              </a:ext>
            </a:extLst>
          </p:cNvPr>
          <p:cNvSpPr txBox="1">
            <a:spLocks/>
          </p:cNvSpPr>
          <p:nvPr/>
        </p:nvSpPr>
        <p:spPr>
          <a:xfrm>
            <a:off x="633632" y="419100"/>
            <a:ext cx="3611880" cy="225706"/>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PREVIOUS PROJECTS</a:t>
            </a:r>
          </a:p>
        </p:txBody>
      </p:sp>
      <p:grpSp>
        <p:nvGrpSpPr>
          <p:cNvPr id="68" name="Agrupar 67">
            <a:extLst>
              <a:ext uri="{FF2B5EF4-FFF2-40B4-BE49-F238E27FC236}">
                <a16:creationId xmlns:a16="http://schemas.microsoft.com/office/drawing/2014/main" id="{408CA9F0-75DB-78A5-2BF1-CC4B0BFBE538}"/>
              </a:ext>
            </a:extLst>
          </p:cNvPr>
          <p:cNvGrpSpPr/>
          <p:nvPr/>
        </p:nvGrpSpPr>
        <p:grpSpPr>
          <a:xfrm>
            <a:off x="3821577" y="830485"/>
            <a:ext cx="7800037" cy="3652762"/>
            <a:chOff x="278903" y="704850"/>
            <a:chExt cx="11634195" cy="5448300"/>
          </a:xfrm>
        </p:grpSpPr>
        <p:pic>
          <p:nvPicPr>
            <p:cNvPr id="9" name="table">
              <a:extLst>
                <a:ext uri="{FF2B5EF4-FFF2-40B4-BE49-F238E27FC236}">
                  <a16:creationId xmlns:a16="http://schemas.microsoft.com/office/drawing/2014/main" id="{C9F95479-1724-38DE-BDF1-0E1089C99060}"/>
                </a:ext>
              </a:extLst>
            </p:cNvPr>
            <p:cNvPicPr>
              <a:picLocks noChangeAspect="1"/>
            </p:cNvPicPr>
            <p:nvPr/>
          </p:nvPicPr>
          <p:blipFill>
            <a:blip r:embed="rId4"/>
            <a:stretch>
              <a:fillRect/>
            </a:stretch>
          </p:blipFill>
          <p:spPr>
            <a:xfrm>
              <a:off x="295730" y="889230"/>
              <a:ext cx="1475340" cy="3124056"/>
            </a:xfrm>
            <a:prstGeom prst="rect">
              <a:avLst/>
            </a:prstGeom>
          </p:spPr>
        </p:pic>
        <p:pic>
          <p:nvPicPr>
            <p:cNvPr id="10" name="table">
              <a:extLst>
                <a:ext uri="{FF2B5EF4-FFF2-40B4-BE49-F238E27FC236}">
                  <a16:creationId xmlns:a16="http://schemas.microsoft.com/office/drawing/2014/main" id="{F6C26670-1C77-3931-6626-C1D115C118CF}"/>
                </a:ext>
              </a:extLst>
            </p:cNvPr>
            <p:cNvPicPr>
              <a:picLocks noChangeAspect="1"/>
            </p:cNvPicPr>
            <p:nvPr/>
          </p:nvPicPr>
          <p:blipFill>
            <a:blip r:embed="rId5"/>
            <a:stretch>
              <a:fillRect/>
            </a:stretch>
          </p:blipFill>
          <p:spPr>
            <a:xfrm>
              <a:off x="290113" y="4222821"/>
              <a:ext cx="1475340" cy="975324"/>
            </a:xfrm>
            <a:prstGeom prst="rect">
              <a:avLst/>
            </a:prstGeom>
          </p:spPr>
        </p:pic>
        <p:pic>
          <p:nvPicPr>
            <p:cNvPr id="13" name="table">
              <a:extLst>
                <a:ext uri="{FF2B5EF4-FFF2-40B4-BE49-F238E27FC236}">
                  <a16:creationId xmlns:a16="http://schemas.microsoft.com/office/drawing/2014/main" id="{6AEA6B0A-351F-F7DE-03C0-8B7726576B49}"/>
                </a:ext>
              </a:extLst>
            </p:cNvPr>
            <p:cNvPicPr>
              <a:picLocks noChangeAspect="1"/>
            </p:cNvPicPr>
            <p:nvPr/>
          </p:nvPicPr>
          <p:blipFill>
            <a:blip r:embed="rId6"/>
            <a:stretch>
              <a:fillRect/>
            </a:stretch>
          </p:blipFill>
          <p:spPr>
            <a:xfrm>
              <a:off x="290113" y="5436894"/>
              <a:ext cx="1475340" cy="716256"/>
            </a:xfrm>
            <a:prstGeom prst="rect">
              <a:avLst/>
            </a:prstGeom>
          </p:spPr>
        </p:pic>
        <p:grpSp>
          <p:nvGrpSpPr>
            <p:cNvPr id="14" name="Group 64">
              <a:extLst>
                <a:ext uri="{FF2B5EF4-FFF2-40B4-BE49-F238E27FC236}">
                  <a16:creationId xmlns:a16="http://schemas.microsoft.com/office/drawing/2014/main" id="{FA8AE3D6-2DEA-6294-72F9-68C09F9CE779}"/>
                </a:ext>
              </a:extLst>
            </p:cNvPr>
            <p:cNvGrpSpPr/>
            <p:nvPr/>
          </p:nvGrpSpPr>
          <p:grpSpPr>
            <a:xfrm>
              <a:off x="2989444" y="3183295"/>
              <a:ext cx="1333319" cy="1200559"/>
              <a:chOff x="3300370" y="3302506"/>
              <a:chExt cx="1333319" cy="1200559"/>
            </a:xfrm>
          </p:grpSpPr>
          <p:sp>
            <p:nvSpPr>
              <p:cNvPr id="66" name="Rectangle 26">
                <a:extLst>
                  <a:ext uri="{FF2B5EF4-FFF2-40B4-BE49-F238E27FC236}">
                    <a16:creationId xmlns:a16="http://schemas.microsoft.com/office/drawing/2014/main" id="{3FF88F48-0FA0-3D5C-0EF2-477D7C0D02A7}"/>
                  </a:ext>
                </a:extLst>
              </p:cNvPr>
              <p:cNvSpPr/>
              <p:nvPr/>
            </p:nvSpPr>
            <p:spPr>
              <a:xfrm>
                <a:off x="3315462" y="3302506"/>
                <a:ext cx="1311271" cy="457140"/>
              </a:xfrm>
              <a:prstGeom prst="rect">
                <a:avLst/>
              </a:prstGeom>
              <a:solidFill>
                <a:srgbClr val="FFE7EC"/>
              </a:solidFill>
              <a:ln>
                <a:solidFill>
                  <a:srgbClr val="FF007F"/>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600" dirty="0">
                    <a:ln w="0"/>
                    <a:solidFill>
                      <a:schemeClr val="accent1"/>
                    </a:solidFill>
                    <a:effectLst>
                      <a:outerShdw blurRad="38100" dist="25400" dir="5400000" algn="ctr" rotWithShape="0">
                        <a:srgbClr val="6E747A">
                          <a:alpha val="43000"/>
                        </a:srgbClr>
                      </a:outerShdw>
                    </a:effectLst>
                  </a:rPr>
                  <a:t>Copy\Replace Files on Azure Data Lake</a:t>
                </a:r>
                <a:endParaRPr lang="en-US" sz="6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67" name="TextBox 33">
                <a:extLst>
                  <a:ext uri="{FF2B5EF4-FFF2-40B4-BE49-F238E27FC236}">
                    <a16:creationId xmlns:a16="http://schemas.microsoft.com/office/drawing/2014/main" id="{D69D55E2-B1BD-5305-3779-9A4A5E9CD44F}"/>
                  </a:ext>
                </a:extLst>
              </p:cNvPr>
              <p:cNvSpPr txBox="1"/>
              <p:nvPr/>
            </p:nvSpPr>
            <p:spPr>
              <a:xfrm>
                <a:off x="3300370" y="3722652"/>
                <a:ext cx="1333319" cy="78041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dirty="0" err="1">
                    <a:solidFill>
                      <a:schemeClr val="bg1"/>
                    </a:solidFill>
                  </a:rPr>
                  <a:t>adlstrinitydevhubst</a:t>
                </a:r>
                <a:r>
                  <a:rPr lang="en-GB" sz="600" dirty="0">
                    <a:solidFill>
                      <a:schemeClr val="bg1"/>
                    </a:solidFill>
                  </a:rPr>
                  <a:t>-raw</a:t>
                </a:r>
              </a:p>
              <a:p>
                <a:pPr algn="ctr"/>
                <a:r>
                  <a:rPr lang="en-GB" sz="800" b="1" dirty="0"/>
                  <a:t>(Azure Data Lake)</a:t>
                </a:r>
              </a:p>
            </p:txBody>
          </p:sp>
        </p:grpSp>
        <p:cxnSp>
          <p:nvCxnSpPr>
            <p:cNvPr id="15" name="Connector: Elbow 35">
              <a:extLst>
                <a:ext uri="{FF2B5EF4-FFF2-40B4-BE49-F238E27FC236}">
                  <a16:creationId xmlns:a16="http://schemas.microsoft.com/office/drawing/2014/main" id="{B83F474B-C8E3-4802-6CA0-B403924B84BE}"/>
                </a:ext>
              </a:extLst>
            </p:cNvPr>
            <p:cNvCxnSpPr>
              <a:cxnSpLocks/>
              <a:endCxn id="18" idx="1"/>
            </p:cNvCxnSpPr>
            <p:nvPr/>
          </p:nvCxnSpPr>
          <p:spPr>
            <a:xfrm>
              <a:off x="1771070" y="2451258"/>
              <a:ext cx="979200" cy="1506044"/>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38">
              <a:extLst>
                <a:ext uri="{FF2B5EF4-FFF2-40B4-BE49-F238E27FC236}">
                  <a16:creationId xmlns:a16="http://schemas.microsoft.com/office/drawing/2014/main" id="{0700DB41-E549-EAA8-5195-8ABABA04DAED}"/>
                </a:ext>
              </a:extLst>
            </p:cNvPr>
            <p:cNvCxnSpPr>
              <a:cxnSpLocks/>
              <a:endCxn id="18" idx="1"/>
            </p:cNvCxnSpPr>
            <p:nvPr/>
          </p:nvCxnSpPr>
          <p:spPr>
            <a:xfrm flipV="1">
              <a:off x="1765453" y="3957302"/>
              <a:ext cx="984817" cy="75318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43">
              <a:extLst>
                <a:ext uri="{FF2B5EF4-FFF2-40B4-BE49-F238E27FC236}">
                  <a16:creationId xmlns:a16="http://schemas.microsoft.com/office/drawing/2014/main" id="{31C9536B-CB02-F9C7-1563-A9E0E41BBE9F}"/>
                </a:ext>
              </a:extLst>
            </p:cNvPr>
            <p:cNvCxnSpPr>
              <a:cxnSpLocks/>
              <a:endCxn id="18" idx="1"/>
            </p:cNvCxnSpPr>
            <p:nvPr/>
          </p:nvCxnSpPr>
          <p:spPr>
            <a:xfrm flipV="1">
              <a:off x="1765453" y="3957302"/>
              <a:ext cx="984817" cy="1837720"/>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56">
              <a:extLst>
                <a:ext uri="{FF2B5EF4-FFF2-40B4-BE49-F238E27FC236}">
                  <a16:creationId xmlns:a16="http://schemas.microsoft.com/office/drawing/2014/main" id="{6908E4B9-5F50-9B2D-8CDB-AFDCFDD74136}"/>
                </a:ext>
              </a:extLst>
            </p:cNvPr>
            <p:cNvSpPr/>
            <p:nvPr/>
          </p:nvSpPr>
          <p:spPr>
            <a:xfrm>
              <a:off x="2750270" y="3007448"/>
              <a:ext cx="1972287" cy="1899708"/>
            </a:xfrm>
            <a:prstGeom prst="rect">
              <a:avLst/>
            </a:prstGeom>
            <a:noFill/>
            <a:ln>
              <a:solidFill>
                <a:srgbClr val="FF007F"/>
              </a:solidFill>
              <a:prstDash val="dash"/>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sz="12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19" name="TextBox 65">
              <a:extLst>
                <a:ext uri="{FF2B5EF4-FFF2-40B4-BE49-F238E27FC236}">
                  <a16:creationId xmlns:a16="http://schemas.microsoft.com/office/drawing/2014/main" id="{FD9D4056-A4F0-EA82-5207-B15772794F6F}"/>
                </a:ext>
              </a:extLst>
            </p:cNvPr>
            <p:cNvSpPr txBox="1"/>
            <p:nvPr/>
          </p:nvSpPr>
          <p:spPr>
            <a:xfrm>
              <a:off x="2686898" y="2624508"/>
              <a:ext cx="1682568" cy="4131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b="1" dirty="0">
                  <a:solidFill>
                    <a:schemeClr val="bg1"/>
                  </a:solidFill>
                </a:rPr>
                <a:t>Bronze Layer</a:t>
              </a:r>
            </a:p>
          </p:txBody>
        </p:sp>
        <p:sp>
          <p:nvSpPr>
            <p:cNvPr id="20" name="Rectangle 77">
              <a:extLst>
                <a:ext uri="{FF2B5EF4-FFF2-40B4-BE49-F238E27FC236}">
                  <a16:creationId xmlns:a16="http://schemas.microsoft.com/office/drawing/2014/main" id="{A16E4433-AABE-D2C7-885A-B5E3B16EF907}"/>
                </a:ext>
              </a:extLst>
            </p:cNvPr>
            <p:cNvSpPr/>
            <p:nvPr/>
          </p:nvSpPr>
          <p:spPr>
            <a:xfrm>
              <a:off x="5381497" y="3188962"/>
              <a:ext cx="1417288" cy="457140"/>
            </a:xfrm>
            <a:prstGeom prst="rect">
              <a:avLst/>
            </a:prstGeom>
            <a:solidFill>
              <a:srgbClr val="FFE7EC"/>
            </a:solidFill>
            <a:ln>
              <a:solidFill>
                <a:srgbClr val="FF007F"/>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600" dirty="0">
                  <a:ln w="0"/>
                  <a:solidFill>
                    <a:schemeClr val="accent1"/>
                  </a:solidFill>
                  <a:effectLst>
                    <a:outerShdw blurRad="38100" dist="25400" dir="5400000" algn="ctr" rotWithShape="0">
                      <a:srgbClr val="6E747A">
                        <a:alpha val="43000"/>
                      </a:srgbClr>
                    </a:outerShdw>
                  </a:effectLst>
                </a:rPr>
                <a:t>Data Cleaning</a:t>
              </a:r>
            </a:p>
          </p:txBody>
        </p:sp>
        <p:sp>
          <p:nvSpPr>
            <p:cNvPr id="21" name="TextBox 79">
              <a:extLst>
                <a:ext uri="{FF2B5EF4-FFF2-40B4-BE49-F238E27FC236}">
                  <a16:creationId xmlns:a16="http://schemas.microsoft.com/office/drawing/2014/main" id="{F423CEE9-1A9E-854A-1B9E-F8524B555657}"/>
                </a:ext>
              </a:extLst>
            </p:cNvPr>
            <p:cNvSpPr txBox="1"/>
            <p:nvPr/>
          </p:nvSpPr>
          <p:spPr>
            <a:xfrm>
              <a:off x="5076783" y="2625000"/>
              <a:ext cx="1400467" cy="4131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b="1" dirty="0">
                  <a:solidFill>
                    <a:schemeClr val="bg1"/>
                  </a:solidFill>
                </a:rPr>
                <a:t>Silver Layer</a:t>
              </a:r>
            </a:p>
          </p:txBody>
        </p:sp>
        <p:sp>
          <p:nvSpPr>
            <p:cNvPr id="22" name="Rectangle 80">
              <a:extLst>
                <a:ext uri="{FF2B5EF4-FFF2-40B4-BE49-F238E27FC236}">
                  <a16:creationId xmlns:a16="http://schemas.microsoft.com/office/drawing/2014/main" id="{D5BCAC4D-6C6B-7720-7DB8-577B569978A9}"/>
                </a:ext>
              </a:extLst>
            </p:cNvPr>
            <p:cNvSpPr/>
            <p:nvPr/>
          </p:nvSpPr>
          <p:spPr>
            <a:xfrm>
              <a:off x="5381497" y="4328003"/>
              <a:ext cx="1417288" cy="457140"/>
            </a:xfrm>
            <a:prstGeom prst="rect">
              <a:avLst/>
            </a:prstGeom>
            <a:solidFill>
              <a:srgbClr val="FFE7EC"/>
            </a:solidFill>
            <a:ln>
              <a:solidFill>
                <a:srgbClr val="FF007F"/>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600" dirty="0">
                  <a:ln w="0"/>
                  <a:solidFill>
                    <a:schemeClr val="accent1"/>
                  </a:solidFill>
                  <a:effectLst>
                    <a:outerShdw blurRad="38100" dist="25400" dir="5400000" algn="ctr" rotWithShape="0">
                      <a:srgbClr val="6E747A">
                        <a:alpha val="43000"/>
                      </a:srgbClr>
                    </a:outerShdw>
                  </a:effectLst>
                </a:rPr>
                <a:t>Save to Silver Table</a:t>
              </a:r>
              <a:endParaRPr lang="en-US" sz="6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grpSp>
          <p:nvGrpSpPr>
            <p:cNvPr id="23" name="Group 92">
              <a:extLst>
                <a:ext uri="{FF2B5EF4-FFF2-40B4-BE49-F238E27FC236}">
                  <a16:creationId xmlns:a16="http://schemas.microsoft.com/office/drawing/2014/main" id="{49419E88-6720-FB12-3FAB-2ABD6590BDF1}"/>
                </a:ext>
              </a:extLst>
            </p:cNvPr>
            <p:cNvGrpSpPr/>
            <p:nvPr/>
          </p:nvGrpSpPr>
          <p:grpSpPr>
            <a:xfrm>
              <a:off x="2882587" y="4013286"/>
              <a:ext cx="1598015" cy="1318836"/>
              <a:chOff x="4965302" y="3112907"/>
              <a:chExt cx="1598015" cy="1318836"/>
            </a:xfrm>
          </p:grpSpPr>
          <p:sp>
            <p:nvSpPr>
              <p:cNvPr id="64" name="Rectangle 87">
                <a:extLst>
                  <a:ext uri="{FF2B5EF4-FFF2-40B4-BE49-F238E27FC236}">
                    <a16:creationId xmlns:a16="http://schemas.microsoft.com/office/drawing/2014/main" id="{260E24F4-1CAD-82BA-0E71-E380C357BB5E}"/>
                  </a:ext>
                </a:extLst>
              </p:cNvPr>
              <p:cNvSpPr/>
              <p:nvPr/>
            </p:nvSpPr>
            <p:spPr>
              <a:xfrm>
                <a:off x="4965302" y="3112907"/>
                <a:ext cx="1598015" cy="569978"/>
              </a:xfrm>
              <a:prstGeom prst="rect">
                <a:avLst/>
              </a:prstGeom>
              <a:solidFill>
                <a:srgbClr val="FFE7EC"/>
              </a:solidFill>
              <a:ln>
                <a:solidFill>
                  <a:srgbClr val="FF007F"/>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600" dirty="0">
                    <a:ln w="0"/>
                    <a:solidFill>
                      <a:schemeClr val="accent1"/>
                    </a:solidFill>
                    <a:effectLst>
                      <a:outerShdw blurRad="38100" dist="25400" dir="5400000" algn="ctr" rotWithShape="0">
                        <a:srgbClr val="6E747A">
                          <a:alpha val="43000"/>
                        </a:srgbClr>
                      </a:outerShdw>
                    </a:effectLst>
                  </a:rPr>
                  <a:t>Create Bronze</a:t>
                </a:r>
              </a:p>
              <a:p>
                <a:pPr algn="ctr"/>
                <a:r>
                  <a:rPr lang="en-US" sz="600" dirty="0">
                    <a:ln w="0"/>
                    <a:solidFill>
                      <a:schemeClr val="accent1"/>
                    </a:solidFill>
                    <a:effectLst>
                      <a:outerShdw blurRad="38100" dist="25400" dir="5400000" algn="ctr" rotWithShape="0">
                        <a:srgbClr val="6E747A">
                          <a:alpha val="43000"/>
                        </a:srgbClr>
                      </a:outerShdw>
                    </a:effectLst>
                  </a:rPr>
                  <a:t>Tables with IO, CO, POO and IPOO Orders</a:t>
                </a:r>
                <a:endParaRPr lang="en-US" sz="6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65" name="TextBox 91">
                <a:extLst>
                  <a:ext uri="{FF2B5EF4-FFF2-40B4-BE49-F238E27FC236}">
                    <a16:creationId xmlns:a16="http://schemas.microsoft.com/office/drawing/2014/main" id="{E0FEC21C-E9B1-8780-F008-5B08760DB05E}"/>
                  </a:ext>
                </a:extLst>
              </p:cNvPr>
              <p:cNvSpPr txBox="1"/>
              <p:nvPr/>
            </p:nvSpPr>
            <p:spPr>
              <a:xfrm>
                <a:off x="5123106" y="3651331"/>
                <a:ext cx="1333319" cy="78041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600" dirty="0" err="1">
                    <a:solidFill>
                      <a:schemeClr val="bg1"/>
                    </a:solidFill>
                  </a:rPr>
                  <a:t>adlstrinitydevhubst</a:t>
                </a:r>
                <a:r>
                  <a:rPr lang="en-GB" sz="600" dirty="0">
                    <a:solidFill>
                      <a:schemeClr val="bg1"/>
                    </a:solidFill>
                  </a:rPr>
                  <a:t>-bronze</a:t>
                </a:r>
              </a:p>
              <a:p>
                <a:pPr algn="ctr"/>
                <a:r>
                  <a:rPr lang="en-GB" sz="800" b="1" dirty="0"/>
                  <a:t>(Azure Data Lake)</a:t>
                </a:r>
              </a:p>
            </p:txBody>
          </p:sp>
        </p:grpSp>
        <p:cxnSp>
          <p:nvCxnSpPr>
            <p:cNvPr id="24" name="Connector: Curved 100">
              <a:extLst>
                <a:ext uri="{FF2B5EF4-FFF2-40B4-BE49-F238E27FC236}">
                  <a16:creationId xmlns:a16="http://schemas.microsoft.com/office/drawing/2014/main" id="{014D1B77-23DB-54F2-33B7-CC91F1B21AD3}"/>
                </a:ext>
              </a:extLst>
            </p:cNvPr>
            <p:cNvCxnSpPr>
              <a:cxnSpLocks/>
              <a:stCxn id="66" idx="3"/>
              <a:endCxn id="64" idx="3"/>
            </p:cNvCxnSpPr>
            <p:nvPr/>
          </p:nvCxnSpPr>
          <p:spPr>
            <a:xfrm>
              <a:off x="4315807" y="3411865"/>
              <a:ext cx="164795" cy="886410"/>
            </a:xfrm>
            <a:prstGeom prst="curvedConnector3">
              <a:avLst>
                <a:gd name="adj1" fmla="val 213947"/>
              </a:avLst>
            </a:prstGeom>
            <a:ln w="31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110">
              <a:extLst>
                <a:ext uri="{FF2B5EF4-FFF2-40B4-BE49-F238E27FC236}">
                  <a16:creationId xmlns:a16="http://schemas.microsoft.com/office/drawing/2014/main" id="{9A6BF0A6-333E-8B82-711B-9A826FC3ADFE}"/>
                </a:ext>
              </a:extLst>
            </p:cNvPr>
            <p:cNvSpPr/>
            <p:nvPr/>
          </p:nvSpPr>
          <p:spPr>
            <a:xfrm>
              <a:off x="5103998" y="3015612"/>
              <a:ext cx="1972287" cy="1891310"/>
            </a:xfrm>
            <a:prstGeom prst="rect">
              <a:avLst/>
            </a:prstGeom>
            <a:noFill/>
            <a:ln>
              <a:solidFill>
                <a:srgbClr val="FF007F"/>
              </a:solidFill>
              <a:prstDash val="dash"/>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sz="12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26" name="Rectangle 114">
              <a:extLst>
                <a:ext uri="{FF2B5EF4-FFF2-40B4-BE49-F238E27FC236}">
                  <a16:creationId xmlns:a16="http://schemas.microsoft.com/office/drawing/2014/main" id="{8CBDB6E1-0B46-F207-A7F7-4D45257AB5B6}"/>
                </a:ext>
              </a:extLst>
            </p:cNvPr>
            <p:cNvSpPr/>
            <p:nvPr/>
          </p:nvSpPr>
          <p:spPr>
            <a:xfrm>
              <a:off x="5381497" y="3768779"/>
              <a:ext cx="1417288" cy="457140"/>
            </a:xfrm>
            <a:prstGeom prst="rect">
              <a:avLst/>
            </a:prstGeom>
            <a:solidFill>
              <a:srgbClr val="FFE7EC"/>
            </a:solidFill>
            <a:ln>
              <a:solidFill>
                <a:srgbClr val="FF007F"/>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600" dirty="0">
                  <a:ln w="0"/>
                  <a:solidFill>
                    <a:schemeClr val="accent1"/>
                  </a:solidFill>
                  <a:effectLst>
                    <a:outerShdw blurRad="38100" dist="25400" dir="5400000" algn="ctr" rotWithShape="0">
                      <a:srgbClr val="6E747A">
                        <a:alpha val="43000"/>
                      </a:srgbClr>
                    </a:outerShdw>
                  </a:effectLst>
                </a:rPr>
                <a:t>Apply Business Rules</a:t>
              </a:r>
            </a:p>
            <a:p>
              <a:pPr algn="ctr"/>
              <a:r>
                <a:rPr lang="en-US" sz="600" dirty="0">
                  <a:ln w="0"/>
                  <a:solidFill>
                    <a:schemeClr val="accent1"/>
                  </a:solidFill>
                  <a:effectLst>
                    <a:outerShdw blurRad="38100" dist="25400" dir="5400000" algn="ctr" rotWithShape="0">
                      <a:srgbClr val="6E747A">
                        <a:alpha val="43000"/>
                      </a:srgbClr>
                    </a:outerShdw>
                  </a:effectLst>
                </a:rPr>
                <a:t>&amp; Transformations</a:t>
              </a:r>
            </a:p>
          </p:txBody>
        </p:sp>
        <p:cxnSp>
          <p:nvCxnSpPr>
            <p:cNvPr id="27" name="Connector: Elbow 119">
              <a:extLst>
                <a:ext uri="{FF2B5EF4-FFF2-40B4-BE49-F238E27FC236}">
                  <a16:creationId xmlns:a16="http://schemas.microsoft.com/office/drawing/2014/main" id="{A7092C96-295F-F58F-57C8-8AE9CADBE0EF}"/>
                </a:ext>
              </a:extLst>
            </p:cNvPr>
            <p:cNvCxnSpPr>
              <a:cxnSpLocks/>
              <a:stCxn id="18" idx="3"/>
              <a:endCxn id="25" idx="1"/>
            </p:cNvCxnSpPr>
            <p:nvPr/>
          </p:nvCxnSpPr>
          <p:spPr>
            <a:xfrm>
              <a:off x="4722557" y="3957302"/>
              <a:ext cx="381441" cy="3965"/>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124">
              <a:extLst>
                <a:ext uri="{FF2B5EF4-FFF2-40B4-BE49-F238E27FC236}">
                  <a16:creationId xmlns:a16="http://schemas.microsoft.com/office/drawing/2014/main" id="{5B0E7A65-E248-97D0-AD5C-0F9741F76154}"/>
                </a:ext>
              </a:extLst>
            </p:cNvPr>
            <p:cNvSpPr/>
            <p:nvPr/>
          </p:nvSpPr>
          <p:spPr>
            <a:xfrm>
              <a:off x="7735225" y="3189495"/>
              <a:ext cx="1417288" cy="457140"/>
            </a:xfrm>
            <a:prstGeom prst="rect">
              <a:avLst/>
            </a:prstGeom>
            <a:solidFill>
              <a:srgbClr val="FFE7EC"/>
            </a:solidFill>
            <a:ln>
              <a:solidFill>
                <a:srgbClr val="FF007F"/>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600" dirty="0">
                  <a:ln w="0"/>
                  <a:solidFill>
                    <a:schemeClr val="accent1"/>
                  </a:solidFill>
                  <a:effectLst>
                    <a:outerShdw blurRad="38100" dist="25400" dir="5400000" algn="ctr" rotWithShape="0">
                      <a:srgbClr val="6E747A">
                        <a:alpha val="43000"/>
                      </a:srgbClr>
                    </a:outerShdw>
                  </a:effectLst>
                </a:rPr>
                <a:t>Columns Creation</a:t>
              </a:r>
              <a:br>
                <a:rPr lang="en-US" sz="600" dirty="0">
                  <a:ln w="0"/>
                  <a:solidFill>
                    <a:schemeClr val="accent1"/>
                  </a:solidFill>
                  <a:effectLst>
                    <a:outerShdw blurRad="38100" dist="25400" dir="5400000" algn="ctr" rotWithShape="0">
                      <a:srgbClr val="6E747A">
                        <a:alpha val="43000"/>
                      </a:srgbClr>
                    </a:outerShdw>
                  </a:effectLst>
                </a:rPr>
              </a:br>
              <a:r>
                <a:rPr lang="en-US" sz="600" dirty="0">
                  <a:ln w="0"/>
                  <a:solidFill>
                    <a:schemeClr val="accent1"/>
                  </a:solidFill>
                  <a:effectLst>
                    <a:outerShdw blurRad="38100" dist="25400" dir="5400000" algn="ctr" rotWithShape="0">
                      <a:srgbClr val="6E747A">
                        <a:alpha val="43000"/>
                      </a:srgbClr>
                    </a:outerShdw>
                  </a:effectLst>
                </a:rPr>
                <a:t>(Business)</a:t>
              </a:r>
            </a:p>
          </p:txBody>
        </p:sp>
        <p:sp>
          <p:nvSpPr>
            <p:cNvPr id="29" name="TextBox 131">
              <a:extLst>
                <a:ext uri="{FF2B5EF4-FFF2-40B4-BE49-F238E27FC236}">
                  <a16:creationId xmlns:a16="http://schemas.microsoft.com/office/drawing/2014/main" id="{4E04B221-AFDC-DCFD-AE37-83857FE3624D}"/>
                </a:ext>
              </a:extLst>
            </p:cNvPr>
            <p:cNvSpPr txBox="1"/>
            <p:nvPr/>
          </p:nvSpPr>
          <p:spPr>
            <a:xfrm>
              <a:off x="7423175" y="2624508"/>
              <a:ext cx="1333317" cy="4131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b="1" dirty="0">
                  <a:solidFill>
                    <a:schemeClr val="bg1"/>
                  </a:solidFill>
                </a:rPr>
                <a:t>Gold Layer</a:t>
              </a:r>
            </a:p>
          </p:txBody>
        </p:sp>
        <p:sp>
          <p:nvSpPr>
            <p:cNvPr id="30" name="Rectangle 132">
              <a:extLst>
                <a:ext uri="{FF2B5EF4-FFF2-40B4-BE49-F238E27FC236}">
                  <a16:creationId xmlns:a16="http://schemas.microsoft.com/office/drawing/2014/main" id="{F1524F9A-83B1-F890-0007-3B8B53058EA7}"/>
                </a:ext>
              </a:extLst>
            </p:cNvPr>
            <p:cNvSpPr/>
            <p:nvPr/>
          </p:nvSpPr>
          <p:spPr>
            <a:xfrm>
              <a:off x="7735225" y="4328536"/>
              <a:ext cx="1417288" cy="457140"/>
            </a:xfrm>
            <a:prstGeom prst="rect">
              <a:avLst/>
            </a:prstGeom>
            <a:solidFill>
              <a:srgbClr val="FFE7EC"/>
            </a:solidFill>
            <a:ln>
              <a:solidFill>
                <a:srgbClr val="FF007F"/>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600" dirty="0">
                  <a:ln w="0"/>
                  <a:solidFill>
                    <a:schemeClr val="accent1"/>
                  </a:solidFill>
                  <a:effectLst>
                    <a:outerShdw blurRad="38100" dist="25400" dir="5400000" algn="ctr" rotWithShape="0">
                      <a:srgbClr val="6E747A">
                        <a:alpha val="43000"/>
                      </a:srgbClr>
                    </a:outerShdw>
                  </a:effectLst>
                </a:rPr>
                <a:t>Save to Gold Table</a:t>
              </a:r>
              <a:endParaRPr lang="en-US" sz="6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31" name="Rectangle 133">
              <a:extLst>
                <a:ext uri="{FF2B5EF4-FFF2-40B4-BE49-F238E27FC236}">
                  <a16:creationId xmlns:a16="http://schemas.microsoft.com/office/drawing/2014/main" id="{B0BB516F-E404-976A-D4D1-0E7B210CBF1A}"/>
                </a:ext>
              </a:extLst>
            </p:cNvPr>
            <p:cNvSpPr/>
            <p:nvPr/>
          </p:nvSpPr>
          <p:spPr>
            <a:xfrm>
              <a:off x="7457726" y="3016145"/>
              <a:ext cx="1972287" cy="1891310"/>
            </a:xfrm>
            <a:prstGeom prst="rect">
              <a:avLst/>
            </a:prstGeom>
            <a:noFill/>
            <a:ln>
              <a:solidFill>
                <a:srgbClr val="FF007F"/>
              </a:solidFill>
              <a:prstDash val="dash"/>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sz="12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32" name="Rectangle 135">
              <a:extLst>
                <a:ext uri="{FF2B5EF4-FFF2-40B4-BE49-F238E27FC236}">
                  <a16:creationId xmlns:a16="http://schemas.microsoft.com/office/drawing/2014/main" id="{572A4683-A475-AC2A-C5B5-61D1E290A21A}"/>
                </a:ext>
              </a:extLst>
            </p:cNvPr>
            <p:cNvSpPr/>
            <p:nvPr/>
          </p:nvSpPr>
          <p:spPr>
            <a:xfrm>
              <a:off x="7735225" y="3769312"/>
              <a:ext cx="1417288" cy="457140"/>
            </a:xfrm>
            <a:prstGeom prst="rect">
              <a:avLst/>
            </a:prstGeom>
            <a:solidFill>
              <a:srgbClr val="FFE7EC"/>
            </a:solidFill>
            <a:ln>
              <a:solidFill>
                <a:srgbClr val="FF007F"/>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600" dirty="0">
                  <a:ln w="0"/>
                  <a:solidFill>
                    <a:schemeClr val="accent1"/>
                  </a:solidFill>
                  <a:effectLst>
                    <a:outerShdw blurRad="38100" dist="25400" dir="5400000" algn="ctr" rotWithShape="0">
                      <a:srgbClr val="6E747A">
                        <a:alpha val="43000"/>
                      </a:srgbClr>
                    </a:outerShdw>
                  </a:effectLst>
                </a:rPr>
                <a:t>Union of Datasets </a:t>
              </a:r>
            </a:p>
            <a:p>
              <a:pPr algn="ctr"/>
              <a:r>
                <a:rPr lang="en-US" sz="600" dirty="0">
                  <a:ln w="0"/>
                  <a:solidFill>
                    <a:schemeClr val="accent1"/>
                  </a:solidFill>
                  <a:effectLst>
                    <a:outerShdw blurRad="38100" dist="25400" dir="5400000" algn="ctr" rotWithShape="0">
                      <a:srgbClr val="6E747A">
                        <a:alpha val="43000"/>
                      </a:srgbClr>
                    </a:outerShdw>
                  </a:effectLst>
                </a:rPr>
                <a:t>(JDE, Turbo, Sunrise)</a:t>
              </a:r>
            </a:p>
          </p:txBody>
        </p:sp>
        <p:cxnSp>
          <p:nvCxnSpPr>
            <p:cNvPr id="33" name="Connector: Elbow 136">
              <a:extLst>
                <a:ext uri="{FF2B5EF4-FFF2-40B4-BE49-F238E27FC236}">
                  <a16:creationId xmlns:a16="http://schemas.microsoft.com/office/drawing/2014/main" id="{6B15407D-7AF8-37B8-D256-064B48707ADF}"/>
                </a:ext>
              </a:extLst>
            </p:cNvPr>
            <p:cNvCxnSpPr>
              <a:cxnSpLocks/>
              <a:stCxn id="25" idx="3"/>
              <a:endCxn id="31" idx="1"/>
            </p:cNvCxnSpPr>
            <p:nvPr/>
          </p:nvCxnSpPr>
          <p:spPr>
            <a:xfrm>
              <a:off x="7076285" y="3961267"/>
              <a:ext cx="381441" cy="53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149">
              <a:extLst>
                <a:ext uri="{FF2B5EF4-FFF2-40B4-BE49-F238E27FC236}">
                  <a16:creationId xmlns:a16="http://schemas.microsoft.com/office/drawing/2014/main" id="{82433497-7FCB-9A84-D2FF-F304A2597477}"/>
                </a:ext>
              </a:extLst>
            </p:cNvPr>
            <p:cNvSpPr txBox="1"/>
            <p:nvPr/>
          </p:nvSpPr>
          <p:spPr>
            <a:xfrm>
              <a:off x="9679676" y="2624508"/>
              <a:ext cx="1928587" cy="4131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b="1" dirty="0">
                  <a:solidFill>
                    <a:schemeClr val="bg1"/>
                  </a:solidFill>
                </a:rPr>
                <a:t>“Business” Layer</a:t>
              </a:r>
            </a:p>
          </p:txBody>
        </p:sp>
        <p:sp>
          <p:nvSpPr>
            <p:cNvPr id="35" name="Rectangle 150">
              <a:extLst>
                <a:ext uri="{FF2B5EF4-FFF2-40B4-BE49-F238E27FC236}">
                  <a16:creationId xmlns:a16="http://schemas.microsoft.com/office/drawing/2014/main" id="{3B51E7E7-7F2E-9C3F-0244-4EE8E222DF1A}"/>
                </a:ext>
              </a:extLst>
            </p:cNvPr>
            <p:cNvSpPr/>
            <p:nvPr/>
          </p:nvSpPr>
          <p:spPr>
            <a:xfrm>
              <a:off x="9734726" y="3012923"/>
              <a:ext cx="1972287" cy="1891310"/>
            </a:xfrm>
            <a:prstGeom prst="rect">
              <a:avLst/>
            </a:prstGeom>
            <a:noFill/>
            <a:ln>
              <a:solidFill>
                <a:srgbClr val="FF007F"/>
              </a:solidFill>
              <a:prstDash val="dash"/>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sz="1200" b="1" spc="50" dirty="0">
                <a:ln w="9525" cmpd="sng">
                  <a:solidFill>
                    <a:schemeClr val="accent1"/>
                  </a:solidFill>
                  <a:prstDash val="solid"/>
                </a:ln>
                <a:solidFill>
                  <a:srgbClr val="70AD47">
                    <a:tint val="1000"/>
                  </a:srgbClr>
                </a:solidFill>
                <a:effectLst>
                  <a:glow rad="38100">
                    <a:schemeClr val="accent1">
                      <a:alpha val="40000"/>
                    </a:schemeClr>
                  </a:glow>
                </a:effectLst>
              </a:endParaRPr>
            </a:p>
          </p:txBody>
        </p:sp>
        <p:sp>
          <p:nvSpPr>
            <p:cNvPr id="36" name="Rectangle 151">
              <a:extLst>
                <a:ext uri="{FF2B5EF4-FFF2-40B4-BE49-F238E27FC236}">
                  <a16:creationId xmlns:a16="http://schemas.microsoft.com/office/drawing/2014/main" id="{7B30EBB6-ADF6-E547-39C1-0F45EB614478}"/>
                </a:ext>
              </a:extLst>
            </p:cNvPr>
            <p:cNvSpPr/>
            <p:nvPr/>
          </p:nvSpPr>
          <p:spPr>
            <a:xfrm>
              <a:off x="10012226" y="3199878"/>
              <a:ext cx="1417287" cy="457140"/>
            </a:xfrm>
            <a:prstGeom prst="rect">
              <a:avLst/>
            </a:prstGeom>
            <a:solidFill>
              <a:srgbClr val="FFE7EC"/>
            </a:solidFill>
            <a:ln>
              <a:solidFill>
                <a:srgbClr val="FF007F"/>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600" dirty="0">
                  <a:ln w="0"/>
                  <a:solidFill>
                    <a:schemeClr val="accent1"/>
                  </a:solidFill>
                  <a:effectLst>
                    <a:outerShdw blurRad="38100" dist="25400" dir="5400000" algn="ctr" rotWithShape="0">
                      <a:srgbClr val="6E747A">
                        <a:alpha val="43000"/>
                      </a:srgbClr>
                    </a:outerShdw>
                  </a:effectLst>
                </a:rPr>
                <a:t>Joins Against Dimensions</a:t>
              </a:r>
            </a:p>
          </p:txBody>
        </p:sp>
        <p:sp>
          <p:nvSpPr>
            <p:cNvPr id="37" name="Rectangle 152">
              <a:extLst>
                <a:ext uri="{FF2B5EF4-FFF2-40B4-BE49-F238E27FC236}">
                  <a16:creationId xmlns:a16="http://schemas.microsoft.com/office/drawing/2014/main" id="{39F13FAD-3C45-7CA9-0753-15DD01C23B31}"/>
                </a:ext>
              </a:extLst>
            </p:cNvPr>
            <p:cNvSpPr/>
            <p:nvPr/>
          </p:nvSpPr>
          <p:spPr>
            <a:xfrm>
              <a:off x="10012225" y="3784851"/>
              <a:ext cx="1417288" cy="457140"/>
            </a:xfrm>
            <a:prstGeom prst="rect">
              <a:avLst/>
            </a:prstGeom>
            <a:solidFill>
              <a:srgbClr val="FFE7EC"/>
            </a:solidFill>
            <a:ln>
              <a:solidFill>
                <a:srgbClr val="FF007F"/>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600" dirty="0">
                  <a:ln w="0"/>
                  <a:solidFill>
                    <a:schemeClr val="accent1"/>
                  </a:solidFill>
                  <a:effectLst>
                    <a:outerShdw blurRad="38100" dist="25400" dir="5400000" algn="ctr" rotWithShape="0">
                      <a:srgbClr val="6E747A">
                        <a:alpha val="43000"/>
                      </a:srgbClr>
                    </a:outerShdw>
                  </a:effectLst>
                </a:rPr>
                <a:t>Data Aggregation</a:t>
              </a:r>
            </a:p>
          </p:txBody>
        </p:sp>
        <p:sp>
          <p:nvSpPr>
            <p:cNvPr id="38" name="Rectangle 153">
              <a:extLst>
                <a:ext uri="{FF2B5EF4-FFF2-40B4-BE49-F238E27FC236}">
                  <a16:creationId xmlns:a16="http://schemas.microsoft.com/office/drawing/2014/main" id="{0E04A178-3CCB-A8AB-D489-4AEF4C98BACE}"/>
                </a:ext>
              </a:extLst>
            </p:cNvPr>
            <p:cNvSpPr/>
            <p:nvPr/>
          </p:nvSpPr>
          <p:spPr>
            <a:xfrm>
              <a:off x="10012225" y="4339722"/>
              <a:ext cx="1417288" cy="457140"/>
            </a:xfrm>
            <a:prstGeom prst="rect">
              <a:avLst/>
            </a:prstGeom>
            <a:solidFill>
              <a:srgbClr val="FFE7EC"/>
            </a:solidFill>
            <a:ln>
              <a:solidFill>
                <a:srgbClr val="FF007F"/>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600" dirty="0">
                  <a:ln w="0"/>
                  <a:solidFill>
                    <a:schemeClr val="accent1"/>
                  </a:solidFill>
                  <a:effectLst>
                    <a:outerShdw blurRad="38100" dist="25400" dir="5400000" algn="ctr" rotWithShape="0">
                      <a:srgbClr val="6E747A">
                        <a:alpha val="43000"/>
                      </a:srgbClr>
                    </a:outerShdw>
                  </a:effectLst>
                </a:rPr>
                <a:t>Ready for Analytics (</a:t>
              </a:r>
              <a:r>
                <a:rPr lang="en-US" sz="600" dirty="0" err="1">
                  <a:ln w="0"/>
                  <a:solidFill>
                    <a:schemeClr val="accent1"/>
                  </a:solidFill>
                  <a:effectLst>
                    <a:outerShdw blurRad="38100" dist="25400" dir="5400000" algn="ctr" rotWithShape="0">
                      <a:srgbClr val="6E747A">
                        <a:alpha val="43000"/>
                      </a:srgbClr>
                    </a:outerShdw>
                  </a:effectLst>
                </a:rPr>
                <a:t>PowerBI</a:t>
              </a:r>
              <a:r>
                <a:rPr lang="en-US" sz="600" dirty="0">
                  <a:ln w="0"/>
                  <a:solidFill>
                    <a:schemeClr val="accent1"/>
                  </a:solidFill>
                  <a:effectLst>
                    <a:outerShdw blurRad="38100" dist="25400" dir="5400000" algn="ctr" rotWithShape="0">
                      <a:srgbClr val="6E747A">
                        <a:alpha val="43000"/>
                      </a:srgbClr>
                    </a:outerShdw>
                  </a:effectLst>
                </a:rPr>
                <a:t>)</a:t>
              </a:r>
            </a:p>
          </p:txBody>
        </p:sp>
        <p:cxnSp>
          <p:nvCxnSpPr>
            <p:cNvPr id="39" name="Connector: Elbow 154">
              <a:extLst>
                <a:ext uri="{FF2B5EF4-FFF2-40B4-BE49-F238E27FC236}">
                  <a16:creationId xmlns:a16="http://schemas.microsoft.com/office/drawing/2014/main" id="{89B2E904-169D-0BA9-35B4-57CBAFBA2C33}"/>
                </a:ext>
              </a:extLst>
            </p:cNvPr>
            <p:cNvCxnSpPr>
              <a:cxnSpLocks/>
              <a:stCxn id="31" idx="3"/>
              <a:endCxn id="35" idx="1"/>
            </p:cNvCxnSpPr>
            <p:nvPr/>
          </p:nvCxnSpPr>
          <p:spPr>
            <a:xfrm flipV="1">
              <a:off x="9430013" y="3958578"/>
              <a:ext cx="304713" cy="322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40" name="Picture 4" descr="Fast unload db2">
              <a:extLst>
                <a:ext uri="{FF2B5EF4-FFF2-40B4-BE49-F238E27FC236}">
                  <a16:creationId xmlns:a16="http://schemas.microsoft.com/office/drawing/2014/main" id="{79D25D35-67DA-0A70-2DD0-76016CFD0AD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2340" b="16105"/>
            <a:stretch/>
          </p:blipFill>
          <p:spPr bwMode="auto">
            <a:xfrm>
              <a:off x="278903" y="704850"/>
              <a:ext cx="539934" cy="27696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a:extLst>
                <a:ext uri="{FF2B5EF4-FFF2-40B4-BE49-F238E27FC236}">
                  <a16:creationId xmlns:a16="http://schemas.microsoft.com/office/drawing/2014/main" id="{D738A479-CD8E-6B93-0AB8-BC4EB2F16C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260" y="4068129"/>
              <a:ext cx="404010" cy="18793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a:extLst>
                <a:ext uri="{FF2B5EF4-FFF2-40B4-BE49-F238E27FC236}">
                  <a16:creationId xmlns:a16="http://schemas.microsoft.com/office/drawing/2014/main" id="{FD1AB79D-FF34-3AF9-4061-80824C7F5DF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113" y="5277514"/>
              <a:ext cx="404010" cy="18793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0" descr="Next Pathway - About">
              <a:extLst>
                <a:ext uri="{FF2B5EF4-FFF2-40B4-BE49-F238E27FC236}">
                  <a16:creationId xmlns:a16="http://schemas.microsoft.com/office/drawing/2014/main" id="{C31494BC-C609-4D42-206D-33F9C05BAAB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54919" y="1517593"/>
              <a:ext cx="1246311" cy="36246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14" descr="Transparent Databricks Logo Png - Rwanda 24">
              <a:extLst>
                <a:ext uri="{FF2B5EF4-FFF2-40B4-BE49-F238E27FC236}">
                  <a16:creationId xmlns:a16="http://schemas.microsoft.com/office/drawing/2014/main" id="{D9F4810F-DD88-6687-DA80-0F97E72E558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93682" y="2877530"/>
              <a:ext cx="267766" cy="267766"/>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14" descr="Transparent Databricks Logo Png - Rwanda 24">
              <a:extLst>
                <a:ext uri="{FF2B5EF4-FFF2-40B4-BE49-F238E27FC236}">
                  <a16:creationId xmlns:a16="http://schemas.microsoft.com/office/drawing/2014/main" id="{D9E6162D-6D35-7769-F437-3F17DD1A6F8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40298" y="2874459"/>
              <a:ext cx="267766" cy="267766"/>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4" descr="Transparent Databricks Logo Png - Rwanda 24">
              <a:extLst>
                <a:ext uri="{FF2B5EF4-FFF2-40B4-BE49-F238E27FC236}">
                  <a16:creationId xmlns:a16="http://schemas.microsoft.com/office/drawing/2014/main" id="{035E4CEE-0C10-70A8-D57D-56F45AA1CCA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87390" y="2877530"/>
              <a:ext cx="267766" cy="267766"/>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2" descr="Microsoft BI Tools: Azure Data Lake">
              <a:extLst>
                <a:ext uri="{FF2B5EF4-FFF2-40B4-BE49-F238E27FC236}">
                  <a16:creationId xmlns:a16="http://schemas.microsoft.com/office/drawing/2014/main" id="{5BF2F845-AD0E-A714-A61B-C347C5E6B9A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06167" y="4238182"/>
              <a:ext cx="163316" cy="146984"/>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6" descr="Open Data Studio — Open Data Studio documentation">
              <a:extLst>
                <a:ext uri="{FF2B5EF4-FFF2-40B4-BE49-F238E27FC236}">
                  <a16:creationId xmlns:a16="http://schemas.microsoft.com/office/drawing/2014/main" id="{E647DC68-060C-06E8-ADF4-5E51064236D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77250" y="4198044"/>
              <a:ext cx="259917" cy="259917"/>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2" descr="Microsoft BI Tools: Azure Data Lake">
              <a:extLst>
                <a:ext uri="{FF2B5EF4-FFF2-40B4-BE49-F238E27FC236}">
                  <a16:creationId xmlns:a16="http://schemas.microsoft.com/office/drawing/2014/main" id="{36245DB8-AC44-46FF-11E0-73155DACDCA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86844" y="3924605"/>
              <a:ext cx="163316" cy="146984"/>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16" descr="Open Data Studio — Open Data Studio documentation">
              <a:extLst>
                <a:ext uri="{FF2B5EF4-FFF2-40B4-BE49-F238E27FC236}">
                  <a16:creationId xmlns:a16="http://schemas.microsoft.com/office/drawing/2014/main" id="{41371670-F7ED-D867-B8EF-5EF2B9F4CAC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57927" y="3884467"/>
              <a:ext cx="259917" cy="259917"/>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12" descr="Microsoft BI Tools: Azure Data Lake">
              <a:extLst>
                <a:ext uri="{FF2B5EF4-FFF2-40B4-BE49-F238E27FC236}">
                  <a16:creationId xmlns:a16="http://schemas.microsoft.com/office/drawing/2014/main" id="{50E06947-5013-9905-6A0B-8937312014E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64146" y="4244759"/>
              <a:ext cx="163316" cy="14698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6" descr="Open Data Studio — Open Data Studio documentation">
              <a:extLst>
                <a:ext uri="{FF2B5EF4-FFF2-40B4-BE49-F238E27FC236}">
                  <a16:creationId xmlns:a16="http://schemas.microsoft.com/office/drawing/2014/main" id="{E77561DD-20B5-C2B3-56E6-5B186BFD650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835229" y="4204621"/>
              <a:ext cx="259917" cy="259917"/>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12" descr="Microsoft BI Tools: Azure Data Lake">
              <a:extLst>
                <a:ext uri="{FF2B5EF4-FFF2-40B4-BE49-F238E27FC236}">
                  <a16:creationId xmlns:a16="http://schemas.microsoft.com/office/drawing/2014/main" id="{385D4A87-CC5A-0EF6-DA56-20B45BF21A5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06150" y="3116078"/>
              <a:ext cx="163316" cy="146984"/>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0" descr="Icono Dremio, logo en Vector Logo">
              <a:extLst>
                <a:ext uri="{FF2B5EF4-FFF2-40B4-BE49-F238E27FC236}">
                  <a16:creationId xmlns:a16="http://schemas.microsoft.com/office/drawing/2014/main" id="{F6E30FC4-0521-2DC1-8137-B974F8D0059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636099" y="2903833"/>
              <a:ext cx="276999" cy="276999"/>
            </a:xfrm>
            <a:prstGeom prst="rect">
              <a:avLst/>
            </a:prstGeom>
            <a:noFill/>
            <a:extLst>
              <a:ext uri="{909E8E84-426E-40DD-AFC4-6F175D3DCCD1}">
                <a14:hiddenFill xmlns:a14="http://schemas.microsoft.com/office/drawing/2010/main">
                  <a:solidFill>
                    <a:srgbClr val="FFFFFF"/>
                  </a:solidFill>
                </a14:hiddenFill>
              </a:ext>
            </a:extLst>
          </p:spPr>
        </p:pic>
        <p:sp>
          <p:nvSpPr>
            <p:cNvPr id="55" name="TextBox 184">
              <a:extLst>
                <a:ext uri="{FF2B5EF4-FFF2-40B4-BE49-F238E27FC236}">
                  <a16:creationId xmlns:a16="http://schemas.microsoft.com/office/drawing/2014/main" id="{7F7349AE-34A5-E048-C649-9F207F08DAC8}"/>
                </a:ext>
              </a:extLst>
            </p:cNvPr>
            <p:cNvSpPr txBox="1"/>
            <p:nvPr/>
          </p:nvSpPr>
          <p:spPr>
            <a:xfrm>
              <a:off x="6211415" y="1821148"/>
              <a:ext cx="1333319" cy="21544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sz="800" b="1" dirty="0"/>
                <a:t>Pipeline Scheduling</a:t>
              </a:r>
            </a:p>
          </p:txBody>
        </p:sp>
        <p:cxnSp>
          <p:nvCxnSpPr>
            <p:cNvPr id="56" name="Connector: Curved 185">
              <a:extLst>
                <a:ext uri="{FF2B5EF4-FFF2-40B4-BE49-F238E27FC236}">
                  <a16:creationId xmlns:a16="http://schemas.microsoft.com/office/drawing/2014/main" id="{F2F77B79-D505-F8E0-5DD8-7B2097DE2625}"/>
                </a:ext>
              </a:extLst>
            </p:cNvPr>
            <p:cNvCxnSpPr>
              <a:cxnSpLocks/>
              <a:stCxn id="19" idx="0"/>
              <a:endCxn id="43" idx="1"/>
            </p:cNvCxnSpPr>
            <p:nvPr/>
          </p:nvCxnSpPr>
          <p:spPr>
            <a:xfrm rot="5400000" flipH="1" flipV="1">
              <a:off x="4428710" y="798300"/>
              <a:ext cx="925681" cy="2726737"/>
            </a:xfrm>
            <a:prstGeom prst="curvedConnector2">
              <a:avLst/>
            </a:prstGeom>
            <a:ln w="31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Curved 188">
              <a:extLst>
                <a:ext uri="{FF2B5EF4-FFF2-40B4-BE49-F238E27FC236}">
                  <a16:creationId xmlns:a16="http://schemas.microsoft.com/office/drawing/2014/main" id="{BA97A009-B607-A0C0-5593-6C9C4CC24ACB}"/>
                </a:ext>
              </a:extLst>
            </p:cNvPr>
            <p:cNvCxnSpPr>
              <a:cxnSpLocks/>
              <a:stCxn id="34" idx="0"/>
              <a:endCxn id="43" idx="3"/>
            </p:cNvCxnSpPr>
            <p:nvPr/>
          </p:nvCxnSpPr>
          <p:spPr>
            <a:xfrm rot="16200000" flipV="1">
              <a:off x="8609760" y="590298"/>
              <a:ext cx="925681" cy="3142739"/>
            </a:xfrm>
            <a:prstGeom prst="curvedConnector2">
              <a:avLst/>
            </a:prstGeom>
            <a:ln w="31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nector: Curved 1023">
              <a:extLst>
                <a:ext uri="{FF2B5EF4-FFF2-40B4-BE49-F238E27FC236}">
                  <a16:creationId xmlns:a16="http://schemas.microsoft.com/office/drawing/2014/main" id="{8944E0F7-B2A3-0B5D-060C-C5CBCC394440}"/>
                </a:ext>
              </a:extLst>
            </p:cNvPr>
            <p:cNvCxnSpPr>
              <a:cxnSpLocks/>
              <a:stCxn id="21" idx="0"/>
              <a:endCxn id="55" idx="2"/>
            </p:cNvCxnSpPr>
            <p:nvPr/>
          </p:nvCxnSpPr>
          <p:spPr>
            <a:xfrm rot="5400000" flipH="1" flipV="1">
              <a:off x="6033342" y="1780268"/>
              <a:ext cx="588409" cy="1101058"/>
            </a:xfrm>
            <a:prstGeom prst="curvedConnector3">
              <a:avLst>
                <a:gd name="adj1" fmla="val 50000"/>
              </a:avLst>
            </a:prstGeom>
            <a:ln w="31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nector: Curved 1028">
              <a:extLst>
                <a:ext uri="{FF2B5EF4-FFF2-40B4-BE49-F238E27FC236}">
                  <a16:creationId xmlns:a16="http://schemas.microsoft.com/office/drawing/2014/main" id="{98285E29-8302-CCFC-675D-3C2071C3676E}"/>
                </a:ext>
              </a:extLst>
            </p:cNvPr>
            <p:cNvCxnSpPr>
              <a:cxnSpLocks/>
              <a:stCxn id="20" idx="3"/>
              <a:endCxn id="26" idx="3"/>
            </p:cNvCxnSpPr>
            <p:nvPr/>
          </p:nvCxnSpPr>
          <p:spPr>
            <a:xfrm>
              <a:off x="6798785" y="3417532"/>
              <a:ext cx="12700" cy="579817"/>
            </a:xfrm>
            <a:prstGeom prst="curvedConnector3">
              <a:avLst>
                <a:gd name="adj1" fmla="val 1157142"/>
              </a:avLst>
            </a:prstGeom>
            <a:ln w="31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Curved 1036">
              <a:extLst>
                <a:ext uri="{FF2B5EF4-FFF2-40B4-BE49-F238E27FC236}">
                  <a16:creationId xmlns:a16="http://schemas.microsoft.com/office/drawing/2014/main" id="{9CCB0E89-1704-FBFB-20C6-1147E912C95B}"/>
                </a:ext>
              </a:extLst>
            </p:cNvPr>
            <p:cNvCxnSpPr>
              <a:cxnSpLocks/>
              <a:stCxn id="26" idx="3"/>
              <a:endCxn id="22" idx="3"/>
            </p:cNvCxnSpPr>
            <p:nvPr/>
          </p:nvCxnSpPr>
          <p:spPr>
            <a:xfrm>
              <a:off x="6798785" y="3997349"/>
              <a:ext cx="12700" cy="559224"/>
            </a:xfrm>
            <a:prstGeom prst="curvedConnector3">
              <a:avLst>
                <a:gd name="adj1" fmla="val 1092858"/>
              </a:avLst>
            </a:prstGeom>
            <a:ln w="31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nector: Curved 1044">
              <a:extLst>
                <a:ext uri="{FF2B5EF4-FFF2-40B4-BE49-F238E27FC236}">
                  <a16:creationId xmlns:a16="http://schemas.microsoft.com/office/drawing/2014/main" id="{A7FE2104-1DA9-48B5-093F-50CD37B3EEA8}"/>
                </a:ext>
              </a:extLst>
            </p:cNvPr>
            <p:cNvCxnSpPr>
              <a:cxnSpLocks/>
              <a:stCxn id="28" idx="3"/>
              <a:endCxn id="32" idx="3"/>
            </p:cNvCxnSpPr>
            <p:nvPr/>
          </p:nvCxnSpPr>
          <p:spPr>
            <a:xfrm>
              <a:off x="9152513" y="3418065"/>
              <a:ext cx="12700" cy="579817"/>
            </a:xfrm>
            <a:prstGeom prst="curvedConnector3">
              <a:avLst>
                <a:gd name="adj1" fmla="val 1028567"/>
              </a:avLst>
            </a:prstGeom>
            <a:ln w="31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Curved 1048">
              <a:extLst>
                <a:ext uri="{FF2B5EF4-FFF2-40B4-BE49-F238E27FC236}">
                  <a16:creationId xmlns:a16="http://schemas.microsoft.com/office/drawing/2014/main" id="{09E5C309-BA57-F613-B8A8-148B358EA3FF}"/>
                </a:ext>
              </a:extLst>
            </p:cNvPr>
            <p:cNvCxnSpPr>
              <a:cxnSpLocks/>
              <a:stCxn id="32" idx="3"/>
              <a:endCxn id="30" idx="3"/>
            </p:cNvCxnSpPr>
            <p:nvPr/>
          </p:nvCxnSpPr>
          <p:spPr>
            <a:xfrm>
              <a:off x="9152513" y="3997882"/>
              <a:ext cx="12700" cy="559224"/>
            </a:xfrm>
            <a:prstGeom prst="curvedConnector3">
              <a:avLst>
                <a:gd name="adj1" fmla="val 1092858"/>
              </a:avLst>
            </a:prstGeom>
            <a:ln w="31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3" name="Connector: Curved 1052">
              <a:extLst>
                <a:ext uri="{FF2B5EF4-FFF2-40B4-BE49-F238E27FC236}">
                  <a16:creationId xmlns:a16="http://schemas.microsoft.com/office/drawing/2014/main" id="{7AD529C4-8122-BA08-4189-EDE0BAE03279}"/>
                </a:ext>
              </a:extLst>
            </p:cNvPr>
            <p:cNvCxnSpPr>
              <a:cxnSpLocks/>
              <a:stCxn id="36" idx="3"/>
              <a:endCxn id="37" idx="3"/>
            </p:cNvCxnSpPr>
            <p:nvPr/>
          </p:nvCxnSpPr>
          <p:spPr>
            <a:xfrm>
              <a:off x="11429513" y="3428448"/>
              <a:ext cx="12700" cy="584973"/>
            </a:xfrm>
            <a:prstGeom prst="curvedConnector3">
              <a:avLst>
                <a:gd name="adj1" fmla="val 1800000"/>
              </a:avLst>
            </a:prstGeom>
            <a:ln w="31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72" name="Text Placeholder 10">
            <a:extLst>
              <a:ext uri="{FF2B5EF4-FFF2-40B4-BE49-F238E27FC236}">
                <a16:creationId xmlns:a16="http://schemas.microsoft.com/office/drawing/2014/main" id="{7391A86D-855A-F906-D004-1C6F3738931F}"/>
              </a:ext>
            </a:extLst>
          </p:cNvPr>
          <p:cNvSpPr txBox="1">
            <a:spLocks/>
          </p:cNvSpPr>
          <p:nvPr/>
        </p:nvSpPr>
        <p:spPr>
          <a:xfrm>
            <a:off x="4085202" y="4777133"/>
            <a:ext cx="7557516" cy="1410971"/>
          </a:xfrm>
          <a:prstGeom prst="rect">
            <a:avLst/>
          </a:prstGeom>
        </p:spPr>
        <p:txBody>
          <a:bodyPr vert="horz" lIns="0" tIns="0" rIns="0" bIns="0" rtlCol="0">
            <a:normAutofit fontScale="85000" lnSpcReduction="20000"/>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a:solidFill>
                  <a:schemeClr val="bg1"/>
                </a:solidFill>
                <a:latin typeface="Calibri Light" panose="020F0302020204030204" pitchFamily="34" charset="0"/>
                <a:ea typeface="Calibri" panose="020F0502020204030204" pitchFamily="34" charset="0"/>
                <a:cs typeface="Calibri Light" panose="020F03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pt-PT" sz="1600" dirty="0" err="1"/>
              <a:t>Since</a:t>
            </a:r>
            <a:r>
              <a:rPr lang="pt-PT" sz="1600" dirty="0"/>
              <a:t> </a:t>
            </a:r>
            <a:r>
              <a:rPr lang="pt-PT" sz="1600" dirty="0" err="1"/>
              <a:t>Unity</a:t>
            </a:r>
            <a:r>
              <a:rPr lang="pt-PT" sz="1600" dirty="0"/>
              <a:t> </a:t>
            </a:r>
            <a:r>
              <a:rPr lang="pt-PT" sz="1600" dirty="0" err="1"/>
              <a:t>Catalog</a:t>
            </a:r>
            <a:r>
              <a:rPr lang="pt-PT" sz="1600" dirty="0"/>
              <a:t> </a:t>
            </a:r>
            <a:r>
              <a:rPr lang="pt-PT" sz="1600" dirty="0" err="1"/>
              <a:t>was</a:t>
            </a:r>
            <a:r>
              <a:rPr lang="pt-PT" sz="1600" dirty="0"/>
              <a:t> </a:t>
            </a:r>
            <a:r>
              <a:rPr lang="pt-PT" sz="1600" dirty="0" err="1"/>
              <a:t>under</a:t>
            </a:r>
            <a:r>
              <a:rPr lang="pt-PT" sz="1600" dirty="0"/>
              <a:t> </a:t>
            </a:r>
            <a:r>
              <a:rPr lang="pt-PT" sz="1600" dirty="0" err="1"/>
              <a:t>Private</a:t>
            </a:r>
            <a:r>
              <a:rPr lang="pt-PT" sz="1600" dirty="0"/>
              <a:t> </a:t>
            </a:r>
            <a:r>
              <a:rPr lang="pt-PT" sz="1600" dirty="0" err="1"/>
              <a:t>Preview</a:t>
            </a:r>
            <a:r>
              <a:rPr lang="pt-PT" sz="1600" dirty="0"/>
              <a:t> </a:t>
            </a:r>
            <a:r>
              <a:rPr lang="pt-PT" sz="1600" dirty="0" err="1"/>
              <a:t>at</a:t>
            </a:r>
            <a:r>
              <a:rPr lang="pt-PT" sz="1600" dirty="0"/>
              <a:t> </a:t>
            </a:r>
            <a:r>
              <a:rPr lang="pt-PT" sz="1600" dirty="0" err="1"/>
              <a:t>the</a:t>
            </a:r>
            <a:r>
              <a:rPr lang="pt-PT" sz="1600" dirty="0"/>
              <a:t> time, </a:t>
            </a:r>
            <a:r>
              <a:rPr lang="pt-PT" sz="1600" dirty="0" err="1"/>
              <a:t>we</a:t>
            </a:r>
            <a:r>
              <a:rPr lang="pt-PT" sz="1600" dirty="0"/>
              <a:t> </a:t>
            </a:r>
            <a:r>
              <a:rPr lang="pt-PT" sz="1600" dirty="0" err="1"/>
              <a:t>used</a:t>
            </a:r>
            <a:r>
              <a:rPr lang="pt-PT" sz="1600" dirty="0"/>
              <a:t> </a:t>
            </a:r>
            <a:r>
              <a:rPr lang="pt-PT" sz="1600" dirty="0" err="1"/>
              <a:t>Dremio</a:t>
            </a:r>
            <a:r>
              <a:rPr lang="pt-PT" sz="1600" dirty="0"/>
              <a:t> for Self-Service and </a:t>
            </a:r>
            <a:r>
              <a:rPr lang="pt-PT" sz="1600" dirty="0" err="1"/>
              <a:t>Row</a:t>
            </a:r>
            <a:r>
              <a:rPr lang="pt-PT" sz="1600" dirty="0"/>
              <a:t> </a:t>
            </a:r>
            <a:r>
              <a:rPr lang="pt-PT" sz="1600" dirty="0" err="1"/>
              <a:t>Level</a:t>
            </a:r>
            <a:r>
              <a:rPr lang="pt-PT" sz="1600" dirty="0"/>
              <a:t> </a:t>
            </a:r>
            <a:r>
              <a:rPr lang="pt-PT" sz="1600" dirty="0" err="1"/>
              <a:t>Security</a:t>
            </a:r>
            <a:r>
              <a:rPr lang="pt-PT" sz="1600" dirty="0"/>
              <a:t>.</a:t>
            </a:r>
          </a:p>
          <a:p>
            <a:pPr marL="285750" indent="-285750">
              <a:buFont typeface="Arial" panose="020B0604020202020204" pitchFamily="34" charset="0"/>
              <a:buChar char="•"/>
            </a:pPr>
            <a:r>
              <a:rPr lang="pt-PT" sz="1600" dirty="0"/>
              <a:t>I </a:t>
            </a:r>
            <a:r>
              <a:rPr lang="pt-PT" sz="1600" dirty="0" err="1"/>
              <a:t>reduced</a:t>
            </a:r>
            <a:r>
              <a:rPr lang="pt-PT" sz="1600" dirty="0"/>
              <a:t> </a:t>
            </a:r>
            <a:r>
              <a:rPr lang="pt-PT" sz="1600" dirty="0" err="1"/>
              <a:t>over</a:t>
            </a:r>
            <a:r>
              <a:rPr lang="pt-PT" sz="1600" dirty="0"/>
              <a:t> 25 files of SQL </a:t>
            </a:r>
            <a:r>
              <a:rPr lang="pt-PT" sz="1600" dirty="0" err="1"/>
              <a:t>procedures</a:t>
            </a:r>
            <a:r>
              <a:rPr lang="pt-PT" sz="1600" dirty="0"/>
              <a:t> </a:t>
            </a:r>
            <a:r>
              <a:rPr lang="pt-PT" sz="1600" dirty="0" err="1"/>
              <a:t>into</a:t>
            </a:r>
            <a:r>
              <a:rPr lang="pt-PT" sz="1600" dirty="0"/>
              <a:t> </a:t>
            </a:r>
            <a:r>
              <a:rPr lang="pt-PT" sz="1600" dirty="0" err="1"/>
              <a:t>one</a:t>
            </a:r>
            <a:r>
              <a:rPr lang="pt-PT" sz="1600" dirty="0"/>
              <a:t> </a:t>
            </a:r>
            <a:r>
              <a:rPr lang="pt-PT" sz="1600" dirty="0" err="1"/>
              <a:t>pyspark</a:t>
            </a:r>
            <a:r>
              <a:rPr lang="pt-PT" sz="1600" dirty="0"/>
              <a:t> </a:t>
            </a:r>
            <a:r>
              <a:rPr lang="pt-PT" sz="1600" dirty="0" err="1"/>
              <a:t>notebook</a:t>
            </a:r>
            <a:r>
              <a:rPr lang="pt-PT" sz="1600" dirty="0"/>
              <a:t> for </a:t>
            </a:r>
            <a:r>
              <a:rPr lang="pt-PT" sz="1600" dirty="0" err="1"/>
              <a:t>each</a:t>
            </a:r>
            <a:r>
              <a:rPr lang="pt-PT" sz="1600" dirty="0"/>
              <a:t> </a:t>
            </a:r>
            <a:r>
              <a:rPr lang="pt-PT" sz="1600" dirty="0" err="1"/>
              <a:t>layer</a:t>
            </a:r>
            <a:r>
              <a:rPr lang="pt-PT" sz="1600" dirty="0"/>
              <a:t>, </a:t>
            </a:r>
            <a:r>
              <a:rPr lang="pt-PT" sz="1600" dirty="0" err="1"/>
              <a:t>implementing</a:t>
            </a:r>
            <a:r>
              <a:rPr lang="pt-PT" sz="1600" dirty="0"/>
              <a:t> </a:t>
            </a:r>
            <a:r>
              <a:rPr lang="pt-PT" sz="1600" dirty="0" err="1"/>
              <a:t>naming</a:t>
            </a:r>
            <a:r>
              <a:rPr lang="pt-PT" sz="1600" dirty="0"/>
              <a:t> </a:t>
            </a:r>
            <a:r>
              <a:rPr lang="pt-PT" sz="1600" dirty="0" err="1"/>
              <a:t>conventions</a:t>
            </a:r>
            <a:r>
              <a:rPr lang="pt-PT" sz="1600" dirty="0"/>
              <a:t> and </a:t>
            </a:r>
            <a:r>
              <a:rPr lang="pt-PT" sz="1600" dirty="0" err="1"/>
              <a:t>also</a:t>
            </a:r>
            <a:r>
              <a:rPr lang="pt-PT" sz="1600" dirty="0"/>
              <a:t> </a:t>
            </a:r>
            <a:r>
              <a:rPr lang="pt-PT" sz="1600" dirty="0" err="1"/>
              <a:t>following</a:t>
            </a:r>
            <a:r>
              <a:rPr lang="pt-PT" sz="1600" dirty="0"/>
              <a:t> </a:t>
            </a:r>
            <a:r>
              <a:rPr lang="pt-PT" sz="1600" dirty="0" err="1"/>
              <a:t>the</a:t>
            </a:r>
            <a:r>
              <a:rPr lang="pt-PT" sz="1600" dirty="0"/>
              <a:t> </a:t>
            </a:r>
            <a:r>
              <a:rPr lang="pt-PT" sz="1600" dirty="0" err="1"/>
              <a:t>PySpark</a:t>
            </a:r>
            <a:r>
              <a:rPr lang="pt-PT" sz="1600" dirty="0"/>
              <a:t> </a:t>
            </a:r>
            <a:r>
              <a:rPr lang="pt-PT" sz="1600" dirty="0" err="1"/>
              <a:t>optimization</a:t>
            </a:r>
            <a:r>
              <a:rPr lang="pt-PT" sz="1600" dirty="0"/>
              <a:t> </a:t>
            </a:r>
            <a:r>
              <a:rPr lang="pt-PT" sz="1600" dirty="0" err="1"/>
              <a:t>techniques</a:t>
            </a:r>
            <a:r>
              <a:rPr lang="pt-PT" sz="1600" dirty="0"/>
              <a:t> to speed-</a:t>
            </a:r>
            <a:r>
              <a:rPr lang="pt-PT" sz="1600" dirty="0" err="1"/>
              <a:t>up</a:t>
            </a:r>
            <a:r>
              <a:rPr lang="pt-PT" sz="1600" dirty="0"/>
              <a:t> </a:t>
            </a:r>
            <a:r>
              <a:rPr lang="pt-PT" sz="1600" dirty="0" err="1"/>
              <a:t>write</a:t>
            </a:r>
            <a:r>
              <a:rPr lang="pt-PT" sz="1600" dirty="0"/>
              <a:t> and </a:t>
            </a:r>
            <a:r>
              <a:rPr lang="pt-PT" sz="1600" dirty="0" err="1"/>
              <a:t>join</a:t>
            </a:r>
            <a:r>
              <a:rPr lang="pt-PT" sz="1600" dirty="0"/>
              <a:t> performance (e.g. </a:t>
            </a:r>
            <a:r>
              <a:rPr lang="pt-PT" sz="1600" dirty="0" err="1"/>
              <a:t>using</a:t>
            </a:r>
            <a:r>
              <a:rPr lang="pt-PT" sz="1600" dirty="0"/>
              <a:t> </a:t>
            </a:r>
            <a:r>
              <a:rPr lang="pt-PT" sz="1600" dirty="0" err="1"/>
              <a:t>broadcast</a:t>
            </a:r>
            <a:r>
              <a:rPr lang="pt-PT" sz="1600" dirty="0"/>
              <a:t> </a:t>
            </a:r>
            <a:r>
              <a:rPr lang="pt-PT" sz="1600" dirty="0" err="1"/>
              <a:t>joins</a:t>
            </a:r>
            <a:r>
              <a:rPr lang="pt-PT" sz="1600" dirty="0"/>
              <a:t>, </a:t>
            </a:r>
            <a:r>
              <a:rPr lang="pt-PT" sz="1600" dirty="0" err="1"/>
              <a:t>partitions</a:t>
            </a:r>
            <a:r>
              <a:rPr lang="pt-PT" sz="1600" dirty="0"/>
              <a:t>)</a:t>
            </a:r>
          </a:p>
          <a:p>
            <a:pPr marL="285750" indent="-285750">
              <a:buFont typeface="Arial" panose="020B0604020202020204" pitchFamily="34" charset="0"/>
              <a:buChar char="•"/>
            </a:pPr>
            <a:r>
              <a:rPr lang="pt-PT" sz="1600" dirty="0" err="1"/>
              <a:t>The</a:t>
            </a:r>
            <a:r>
              <a:rPr lang="pt-PT" sz="1600" dirty="0"/>
              <a:t> </a:t>
            </a:r>
            <a:r>
              <a:rPr lang="pt-PT" sz="1600" dirty="0" err="1"/>
              <a:t>Finance</a:t>
            </a:r>
            <a:r>
              <a:rPr lang="pt-PT" sz="1600" dirty="0"/>
              <a:t> GL pipeline (</a:t>
            </a:r>
            <a:r>
              <a:rPr lang="pt-PT" sz="1600" dirty="0" err="1"/>
              <a:t>millions</a:t>
            </a:r>
            <a:r>
              <a:rPr lang="pt-PT" sz="1600" dirty="0"/>
              <a:t> of </a:t>
            </a:r>
            <a:r>
              <a:rPr lang="pt-PT" sz="1600" dirty="0" err="1"/>
              <a:t>recorgs</a:t>
            </a:r>
            <a:r>
              <a:rPr lang="pt-PT" sz="1600" dirty="0"/>
              <a:t>, GB </a:t>
            </a:r>
            <a:r>
              <a:rPr lang="pt-PT" sz="1600" dirty="0" err="1"/>
              <a:t>scale</a:t>
            </a:r>
            <a:r>
              <a:rPr lang="pt-PT" sz="1600" dirty="0"/>
              <a:t>) </a:t>
            </a:r>
            <a:r>
              <a:rPr lang="pt-PT" sz="1600" dirty="0" err="1"/>
              <a:t>process</a:t>
            </a:r>
            <a:r>
              <a:rPr lang="pt-PT" sz="1600" dirty="0"/>
              <a:t>  </a:t>
            </a:r>
            <a:r>
              <a:rPr lang="pt-PT" sz="1600" dirty="0" err="1"/>
              <a:t>from</a:t>
            </a:r>
            <a:r>
              <a:rPr lang="pt-PT" sz="1600" dirty="0"/>
              <a:t> </a:t>
            </a:r>
            <a:r>
              <a:rPr lang="pt-PT" sz="1600" dirty="0" err="1"/>
              <a:t>raw</a:t>
            </a:r>
            <a:r>
              <a:rPr lang="pt-PT" sz="1600" dirty="0"/>
              <a:t> data to </a:t>
            </a:r>
            <a:r>
              <a:rPr lang="pt-PT" sz="1600" dirty="0" err="1"/>
              <a:t>cleansed</a:t>
            </a:r>
            <a:r>
              <a:rPr lang="pt-PT" sz="1600" dirty="0"/>
              <a:t> and </a:t>
            </a:r>
            <a:r>
              <a:rPr lang="pt-PT" sz="1600" dirty="0" err="1"/>
              <a:t>curated</a:t>
            </a:r>
            <a:r>
              <a:rPr lang="pt-PT" sz="1600" dirty="0"/>
              <a:t> data </a:t>
            </a:r>
            <a:r>
              <a:rPr lang="pt-PT" sz="1600" dirty="0" err="1"/>
              <a:t>was</a:t>
            </a:r>
            <a:r>
              <a:rPr lang="pt-PT" sz="1600" dirty="0"/>
              <a:t> </a:t>
            </a:r>
            <a:r>
              <a:rPr lang="pt-PT" sz="1600" dirty="0" err="1"/>
              <a:t>reduced</a:t>
            </a:r>
            <a:r>
              <a:rPr lang="pt-PT" sz="1600" dirty="0"/>
              <a:t> </a:t>
            </a:r>
            <a:r>
              <a:rPr lang="pt-PT" sz="1600" dirty="0" err="1"/>
              <a:t>from</a:t>
            </a:r>
            <a:r>
              <a:rPr lang="pt-PT" sz="1600" dirty="0"/>
              <a:t> 4 </a:t>
            </a:r>
            <a:r>
              <a:rPr lang="pt-PT" sz="1600" dirty="0" err="1"/>
              <a:t>hours</a:t>
            </a:r>
            <a:r>
              <a:rPr lang="pt-PT" sz="1600" dirty="0"/>
              <a:t> to 30 minutes (- 87.5%).</a:t>
            </a:r>
          </a:p>
        </p:txBody>
      </p:sp>
      <p:cxnSp>
        <p:nvCxnSpPr>
          <p:cNvPr id="73" name="Connector: Curved 1023">
            <a:extLst>
              <a:ext uri="{FF2B5EF4-FFF2-40B4-BE49-F238E27FC236}">
                <a16:creationId xmlns:a16="http://schemas.microsoft.com/office/drawing/2014/main" id="{6CC55732-0C92-6306-AE2F-3F1CE78BA26E}"/>
              </a:ext>
            </a:extLst>
          </p:cNvPr>
          <p:cNvCxnSpPr>
            <a:cxnSpLocks/>
            <a:stCxn id="29" idx="0"/>
          </p:cNvCxnSpPr>
          <p:nvPr/>
        </p:nvCxnSpPr>
        <p:spPr>
          <a:xfrm rot="16200000" flipV="1">
            <a:off x="8637785" y="1696944"/>
            <a:ext cx="394163" cy="446953"/>
          </a:xfrm>
          <a:prstGeom prst="curvedConnector2">
            <a:avLst/>
          </a:prstGeom>
          <a:ln w="3175">
            <a:solidFill>
              <a:schemeClr val="accent1">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8063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53F08-6C14-CEE3-6991-974B35D7F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D8D95-B4D8-BA5B-B80F-5FAEAC287726}"/>
              </a:ext>
            </a:extLst>
          </p:cNvPr>
          <p:cNvSpPr>
            <a:spLocks noGrp="1"/>
          </p:cNvSpPr>
          <p:nvPr>
            <p:ph type="title"/>
          </p:nvPr>
        </p:nvSpPr>
        <p:spPr>
          <a:xfrm>
            <a:off x="643460" y="2921168"/>
            <a:ext cx="10869110" cy="1015663"/>
          </a:xfrm>
        </p:spPr>
        <p:txBody>
          <a:bodyPr/>
          <a:lstStyle/>
          <a:p>
            <a:r>
              <a:rPr lang="en-US" dirty="0"/>
              <a:t>Grupo </a:t>
            </a:r>
            <a:r>
              <a:rPr lang="en-US" dirty="0">
                <a:gradFill>
                  <a:gsLst>
                    <a:gs pos="0">
                      <a:schemeClr val="accent4"/>
                    </a:gs>
                    <a:gs pos="73000">
                      <a:schemeClr val="accent5"/>
                    </a:gs>
                    <a:gs pos="100000">
                      <a:schemeClr val="accent3"/>
                    </a:gs>
                  </a:gsLst>
                  <a:lin ang="1200000" scaled="0"/>
                </a:gradFill>
                <a:latin typeface="Calibri" panose="020F0502020204030204" pitchFamily="34" charset="0"/>
                <a:cs typeface="Calibri" panose="020F0502020204030204" pitchFamily="34" charset="0"/>
              </a:rPr>
              <a:t>Pestana</a:t>
            </a:r>
          </a:p>
        </p:txBody>
      </p:sp>
      <p:sp>
        <p:nvSpPr>
          <p:cNvPr id="3" name="Text Placeholder 2">
            <a:extLst>
              <a:ext uri="{FF2B5EF4-FFF2-40B4-BE49-F238E27FC236}">
                <a16:creationId xmlns:a16="http://schemas.microsoft.com/office/drawing/2014/main" id="{67B1AD46-6F2B-7D91-2605-80C024357692}"/>
              </a:ext>
            </a:extLst>
          </p:cNvPr>
          <p:cNvSpPr>
            <a:spLocks noGrp="1"/>
          </p:cNvSpPr>
          <p:nvPr>
            <p:ph type="body" sz="quarter" idx="16"/>
          </p:nvPr>
        </p:nvSpPr>
        <p:spPr>
          <a:xfrm>
            <a:off x="643460" y="4784228"/>
            <a:ext cx="5679511" cy="492443"/>
          </a:xfrm>
        </p:spPr>
        <p:txBody>
          <a:bodyPr/>
          <a:lstStyle/>
          <a:p>
            <a:pPr algn="just"/>
            <a:r>
              <a:rPr lang="en-US" dirty="0"/>
              <a:t>The largest multinational hospitality company from Portugal, boasting over 100 hotels and 12,000+ rooms across 16 countries;</a:t>
            </a:r>
          </a:p>
        </p:txBody>
      </p:sp>
      <p:sp>
        <p:nvSpPr>
          <p:cNvPr id="6" name="Text Placeholder 5">
            <a:extLst>
              <a:ext uri="{FF2B5EF4-FFF2-40B4-BE49-F238E27FC236}">
                <a16:creationId xmlns:a16="http://schemas.microsoft.com/office/drawing/2014/main" id="{3E61CFBA-5AA9-23F3-E1FF-24BF290BF9C8}"/>
              </a:ext>
            </a:extLst>
          </p:cNvPr>
          <p:cNvSpPr>
            <a:spLocks noGrp="1"/>
          </p:cNvSpPr>
          <p:nvPr>
            <p:ph type="body" sz="quarter" idx="10"/>
          </p:nvPr>
        </p:nvSpPr>
        <p:spPr/>
        <p:txBody>
          <a:bodyPr/>
          <a:lstStyle/>
          <a:p>
            <a:r>
              <a:rPr lang="en-US" dirty="0"/>
              <a:t>02/2</a:t>
            </a:r>
          </a:p>
        </p:txBody>
      </p:sp>
      <p:sp>
        <p:nvSpPr>
          <p:cNvPr id="7" name="Text Placeholder 6">
            <a:extLst>
              <a:ext uri="{FF2B5EF4-FFF2-40B4-BE49-F238E27FC236}">
                <a16:creationId xmlns:a16="http://schemas.microsoft.com/office/drawing/2014/main" id="{3615BDC2-C31B-0181-1A41-72E6F62AB2F0}"/>
              </a:ext>
            </a:extLst>
          </p:cNvPr>
          <p:cNvSpPr>
            <a:spLocks noGrp="1"/>
          </p:cNvSpPr>
          <p:nvPr>
            <p:ph type="body" sz="quarter" idx="11"/>
          </p:nvPr>
        </p:nvSpPr>
        <p:spPr>
          <a:xfrm>
            <a:off x="643460" y="1563803"/>
            <a:ext cx="3732914" cy="153888"/>
          </a:xfrm>
        </p:spPr>
        <p:txBody>
          <a:bodyPr/>
          <a:lstStyle/>
          <a:p>
            <a:r>
              <a:rPr lang="en-US" dirty="0"/>
              <a:t>PREVIOUS PROJECTS</a:t>
            </a:r>
          </a:p>
        </p:txBody>
      </p:sp>
      <p:pic>
        <p:nvPicPr>
          <p:cNvPr id="4" name="Picture 6" descr="Databricks | NRI">
            <a:extLst>
              <a:ext uri="{FF2B5EF4-FFF2-40B4-BE49-F238E27FC236}">
                <a16:creationId xmlns:a16="http://schemas.microsoft.com/office/drawing/2014/main" id="{7300EA8A-41CF-6739-336A-9A082B07B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5" name="Plus Sign 4">
            <a:extLst>
              <a:ext uri="{FF2B5EF4-FFF2-40B4-BE49-F238E27FC236}">
                <a16:creationId xmlns:a16="http://schemas.microsoft.com/office/drawing/2014/main" id="{F680C1FF-B1B2-0C5C-DFBA-6B49ACC68054}"/>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327889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A7A89-9BBA-699F-61DC-D6CEDCAE4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4DF7E-617A-6554-BC08-079F2EF39FE1}"/>
              </a:ext>
            </a:extLst>
          </p:cNvPr>
          <p:cNvSpPr>
            <a:spLocks noGrp="1"/>
          </p:cNvSpPr>
          <p:nvPr>
            <p:ph type="title"/>
          </p:nvPr>
        </p:nvSpPr>
        <p:spPr>
          <a:xfrm>
            <a:off x="633632" y="2505670"/>
            <a:ext cx="4016756" cy="1846659"/>
          </a:xfrm>
        </p:spPr>
        <p:txBody>
          <a:bodyPr/>
          <a:lstStyle/>
          <a:p>
            <a:r>
              <a:rPr lang="en-US" dirty="0"/>
              <a:t>The</a:t>
            </a:r>
            <a:br>
              <a:rPr lang="en-US" dirty="0"/>
            </a:br>
            <a:r>
              <a:rPr lang="en-US" dirty="0">
                <a:gradFill>
                  <a:gsLst>
                    <a:gs pos="0">
                      <a:srgbClr val="00FFF0"/>
                    </a:gs>
                    <a:gs pos="72000">
                      <a:srgbClr val="00F6FF"/>
                    </a:gs>
                    <a:gs pos="100000">
                      <a:srgbClr val="B896FF"/>
                    </a:gs>
                  </a:gsLst>
                  <a:lin ang="1200000" scaled="0"/>
                </a:gradFill>
                <a:latin typeface="Calibri" panose="020F0502020204030204" pitchFamily="34" charset="0"/>
                <a:cs typeface="Calibri" panose="020F0502020204030204" pitchFamily="34" charset="0"/>
              </a:rPr>
              <a:t>Problem</a:t>
            </a:r>
            <a:endParaRPr lang="en-US" sz="8000" dirty="0">
              <a:gradFill>
                <a:gsLst>
                  <a:gs pos="0">
                    <a:srgbClr val="00FFF0"/>
                  </a:gs>
                  <a:gs pos="72000">
                    <a:srgbClr val="00F6FF"/>
                  </a:gs>
                  <a:gs pos="100000">
                    <a:srgbClr val="B896FF"/>
                  </a:gs>
                </a:gsLst>
                <a:lin ang="1200000" scaled="0"/>
              </a:gra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2625BBC5-6508-5995-127D-0316D9E8DFE6}"/>
              </a:ext>
            </a:extLst>
          </p:cNvPr>
          <p:cNvSpPr>
            <a:spLocks noGrp="1"/>
          </p:cNvSpPr>
          <p:nvPr>
            <p:ph type="body" sz="quarter" idx="16"/>
          </p:nvPr>
        </p:nvSpPr>
        <p:spPr>
          <a:xfrm>
            <a:off x="6948268" y="321352"/>
            <a:ext cx="4610100" cy="6209649"/>
          </a:xfrm>
        </p:spPr>
        <p:txBody>
          <a:bodyPr/>
          <a:lstStyle/>
          <a:p>
            <a:r>
              <a:rPr lang="en-US" dirty="0"/>
              <a:t>The client wanted to migrate their current on-prem Python, SSIS, and SSRS processes responsible to interact with multiple Hotels API Data to extract consumer reviews and enhance with in-house datasets for each hotel chain.</a:t>
            </a:r>
          </a:p>
          <a:p>
            <a:endParaRPr lang="en-US" dirty="0"/>
          </a:p>
          <a:p>
            <a:r>
              <a:rPr lang="en-US" dirty="0"/>
              <a:t>The major complain was the usage of legacy systems that made then unable to have good observability on top of the pipelines that failed, and also the constraint of not being able to apply AI models on top of the data for customer segmentation and insights.</a:t>
            </a:r>
          </a:p>
          <a:p>
            <a:endParaRPr lang="en-US" dirty="0"/>
          </a:p>
          <a:p>
            <a:r>
              <a:rPr lang="en-US" b="1" dirty="0"/>
              <a:t>The biggest challenge</a:t>
            </a:r>
            <a:r>
              <a:rPr lang="pt-PT" b="1" dirty="0"/>
              <a:t>: </a:t>
            </a:r>
            <a:r>
              <a:rPr lang="pt-PT" dirty="0" err="1"/>
              <a:t>The</a:t>
            </a:r>
            <a:r>
              <a:rPr lang="pt-PT" dirty="0"/>
              <a:t> </a:t>
            </a:r>
            <a:r>
              <a:rPr lang="pt-PT" dirty="0" err="1"/>
              <a:t>in-house</a:t>
            </a:r>
            <a:r>
              <a:rPr lang="pt-PT" dirty="0"/>
              <a:t> data </a:t>
            </a:r>
            <a:r>
              <a:rPr lang="pt-PT" dirty="0" err="1"/>
              <a:t>sources</a:t>
            </a:r>
            <a:r>
              <a:rPr lang="pt-PT" dirty="0"/>
              <a:t> </a:t>
            </a:r>
            <a:r>
              <a:rPr lang="pt-PT" dirty="0" err="1"/>
              <a:t>were</a:t>
            </a:r>
            <a:r>
              <a:rPr lang="pt-PT" dirty="0"/>
              <a:t> </a:t>
            </a:r>
            <a:r>
              <a:rPr lang="pt-PT" dirty="0" err="1"/>
              <a:t>generated</a:t>
            </a:r>
            <a:r>
              <a:rPr lang="pt-PT" dirty="0"/>
              <a:t> </a:t>
            </a:r>
            <a:r>
              <a:rPr lang="pt-PT" dirty="0" err="1"/>
              <a:t>at</a:t>
            </a:r>
            <a:r>
              <a:rPr lang="pt-PT" dirty="0"/>
              <a:t> on-</a:t>
            </a:r>
            <a:r>
              <a:rPr lang="pt-PT" dirty="0" err="1"/>
              <a:t>premises</a:t>
            </a:r>
            <a:r>
              <a:rPr lang="pt-PT" dirty="0"/>
              <a:t> </a:t>
            </a:r>
            <a:r>
              <a:rPr lang="pt-PT" dirty="0" err="1"/>
              <a:t>machines</a:t>
            </a:r>
            <a:r>
              <a:rPr lang="pt-PT" dirty="0"/>
              <a:t> </a:t>
            </a:r>
            <a:r>
              <a:rPr lang="pt-PT" dirty="0" err="1"/>
              <a:t>using</a:t>
            </a:r>
            <a:r>
              <a:rPr lang="pt-PT" dirty="0"/>
              <a:t> Windows NL/2000, </a:t>
            </a:r>
            <a:r>
              <a:rPr lang="pt-PT" dirty="0" err="1"/>
              <a:t>which</a:t>
            </a:r>
            <a:r>
              <a:rPr lang="pt-PT" dirty="0"/>
              <a:t> are </a:t>
            </a:r>
            <a:r>
              <a:rPr lang="pt-PT" dirty="0" err="1"/>
              <a:t>operating</a:t>
            </a:r>
            <a:r>
              <a:rPr lang="pt-PT" dirty="0"/>
              <a:t> </a:t>
            </a:r>
            <a:r>
              <a:rPr lang="pt-PT" dirty="0" err="1"/>
              <a:t>systems</a:t>
            </a:r>
            <a:r>
              <a:rPr lang="pt-PT" dirty="0"/>
              <a:t> </a:t>
            </a:r>
            <a:r>
              <a:rPr lang="pt-PT" dirty="0" err="1"/>
              <a:t>with</a:t>
            </a:r>
            <a:r>
              <a:rPr lang="pt-PT" dirty="0"/>
              <a:t> no </a:t>
            </a:r>
            <a:r>
              <a:rPr lang="pt-PT" dirty="0" err="1"/>
              <a:t>support</a:t>
            </a:r>
            <a:r>
              <a:rPr lang="pt-PT" dirty="0"/>
              <a:t> and </a:t>
            </a:r>
            <a:r>
              <a:rPr lang="pt-PT" dirty="0" err="1"/>
              <a:t>which</a:t>
            </a:r>
            <a:r>
              <a:rPr lang="pt-PT" dirty="0"/>
              <a:t> a </a:t>
            </a:r>
            <a:r>
              <a:rPr lang="pt-PT" dirty="0" err="1"/>
              <a:t>limited</a:t>
            </a:r>
            <a:r>
              <a:rPr lang="pt-PT" dirty="0"/>
              <a:t> </a:t>
            </a:r>
            <a:r>
              <a:rPr lang="pt-PT" dirty="0" err="1"/>
              <a:t>possibility</a:t>
            </a:r>
            <a:r>
              <a:rPr lang="pt-PT" dirty="0"/>
              <a:t> of </a:t>
            </a:r>
            <a:r>
              <a:rPr lang="pt-PT" dirty="0" err="1"/>
              <a:t>integrations</a:t>
            </a:r>
            <a:r>
              <a:rPr lang="pt-PT" dirty="0"/>
              <a:t> </a:t>
            </a:r>
            <a:r>
              <a:rPr lang="pt-PT" dirty="0" err="1"/>
              <a:t>with</a:t>
            </a:r>
            <a:r>
              <a:rPr lang="pt-PT" dirty="0"/>
              <a:t> </a:t>
            </a:r>
            <a:r>
              <a:rPr lang="pt-PT" dirty="0" err="1"/>
              <a:t>tools</a:t>
            </a:r>
            <a:r>
              <a:rPr lang="pt-PT" dirty="0"/>
              <a:t> to </a:t>
            </a:r>
            <a:r>
              <a:rPr lang="pt-PT" dirty="0" err="1"/>
              <a:t>extract</a:t>
            </a:r>
            <a:r>
              <a:rPr lang="pt-PT" dirty="0"/>
              <a:t> </a:t>
            </a:r>
            <a:r>
              <a:rPr lang="pt-PT" dirty="0" err="1"/>
              <a:t>the</a:t>
            </a:r>
            <a:r>
              <a:rPr lang="pt-PT" dirty="0"/>
              <a:t> data. For exemple, Google Cloud CLI and </a:t>
            </a:r>
            <a:r>
              <a:rPr lang="pt-PT" dirty="0" err="1"/>
              <a:t>Python</a:t>
            </a:r>
            <a:r>
              <a:rPr lang="pt-PT" dirty="0"/>
              <a:t> 3+ do </a:t>
            </a:r>
            <a:r>
              <a:rPr lang="pt-PT" dirty="0" err="1"/>
              <a:t>not</a:t>
            </a:r>
            <a:r>
              <a:rPr lang="pt-PT" dirty="0"/>
              <a:t> </a:t>
            </a:r>
            <a:r>
              <a:rPr lang="pt-PT" dirty="0" err="1"/>
              <a:t>work</a:t>
            </a:r>
            <a:r>
              <a:rPr lang="pt-PT" dirty="0"/>
              <a:t> on </a:t>
            </a:r>
            <a:r>
              <a:rPr lang="pt-PT" dirty="0" err="1"/>
              <a:t>those</a:t>
            </a:r>
            <a:r>
              <a:rPr lang="pt-PT" dirty="0"/>
              <a:t> </a:t>
            </a:r>
            <a:r>
              <a:rPr lang="pt-PT" dirty="0" err="1"/>
              <a:t>OSs</a:t>
            </a:r>
            <a:r>
              <a:rPr lang="pt-PT" dirty="0"/>
              <a:t>.</a:t>
            </a:r>
            <a:endParaRPr lang="en-US" dirty="0"/>
          </a:p>
          <a:p>
            <a:endParaRPr lang="en-US" dirty="0"/>
          </a:p>
        </p:txBody>
      </p:sp>
      <p:pic>
        <p:nvPicPr>
          <p:cNvPr id="3" name="Picture 6" descr="Databricks | NRI">
            <a:extLst>
              <a:ext uri="{FF2B5EF4-FFF2-40B4-BE49-F238E27FC236}">
                <a16:creationId xmlns:a16="http://schemas.microsoft.com/office/drawing/2014/main" id="{3B90DB8E-BEC8-E1A2-2F9D-96DF519885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4" name="Plus Sign 3">
            <a:extLst>
              <a:ext uri="{FF2B5EF4-FFF2-40B4-BE49-F238E27FC236}">
                <a16:creationId xmlns:a16="http://schemas.microsoft.com/office/drawing/2014/main" id="{3EBB981D-7A6C-3B43-3421-13FC47570288}"/>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
        <p:nvSpPr>
          <p:cNvPr id="6" name="Text Placeholder 5">
            <a:extLst>
              <a:ext uri="{FF2B5EF4-FFF2-40B4-BE49-F238E27FC236}">
                <a16:creationId xmlns:a16="http://schemas.microsoft.com/office/drawing/2014/main" id="{E8C6D013-E672-78F5-3ED5-9475D98F6427}"/>
              </a:ext>
            </a:extLst>
          </p:cNvPr>
          <p:cNvSpPr>
            <a:spLocks noGrp="1"/>
          </p:cNvSpPr>
          <p:nvPr>
            <p:ph type="body" sz="quarter" idx="28"/>
          </p:nvPr>
        </p:nvSpPr>
        <p:spPr/>
        <p:txBody>
          <a:bodyPr/>
          <a:lstStyle/>
          <a:p>
            <a:r>
              <a:rPr lang="en-US" dirty="0"/>
              <a:t>PREVIOUS PROJECTS</a:t>
            </a:r>
          </a:p>
        </p:txBody>
      </p:sp>
      <p:sp>
        <p:nvSpPr>
          <p:cNvPr id="7" name="Rectangle 6">
            <a:extLst>
              <a:ext uri="{FF2B5EF4-FFF2-40B4-BE49-F238E27FC236}">
                <a16:creationId xmlns:a16="http://schemas.microsoft.com/office/drawing/2014/main" id="{7CE42022-69BB-91A2-B84C-EB8A07F492C7}"/>
              </a:ext>
            </a:extLst>
          </p:cNvPr>
          <p:cNvSpPr/>
          <p:nvPr/>
        </p:nvSpPr>
        <p:spPr bwMode="auto">
          <a:xfrm>
            <a:off x="566928" y="713232"/>
            <a:ext cx="2020824" cy="457200"/>
          </a:xfrm>
          <a:prstGeom prst="rect">
            <a:avLst/>
          </a:prstGeom>
          <a:solidFill>
            <a:srgbClr val="060606"/>
          </a:solidFill>
          <a:ln>
            <a:solidFill>
              <a:srgbClr val="060606"/>
            </a:solidFill>
          </a:ln>
          <a:effectLst/>
        </p:spPr>
        <p:txBody>
          <a:bodyPr wrap="none" rtlCol="0" anchor="ctr"/>
          <a:lstStyle/>
          <a:p>
            <a:pPr algn="ctr"/>
            <a:endParaRPr lang="en-US" sz="2400" dirty="0" err="1">
              <a:solidFill>
                <a:schemeClr val="bg1"/>
              </a:solidFill>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2354754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51432-C92D-5852-B855-6DC8C726E5E0}"/>
            </a:ext>
          </a:extLst>
        </p:cNvPr>
        <p:cNvGrpSpPr/>
        <p:nvPr/>
      </p:nvGrpSpPr>
      <p:grpSpPr>
        <a:xfrm>
          <a:off x="0" y="0"/>
          <a:ext cx="0" cy="0"/>
          <a:chOff x="0" y="0"/>
          <a:chExt cx="0" cy="0"/>
        </a:xfrm>
      </p:grpSpPr>
      <p:pic>
        <p:nvPicPr>
          <p:cNvPr id="2" name="Picture 6" descr="Databricks | NRI">
            <a:extLst>
              <a:ext uri="{FF2B5EF4-FFF2-40B4-BE49-F238E27FC236}">
                <a16:creationId xmlns:a16="http://schemas.microsoft.com/office/drawing/2014/main" id="{69BA2933-3E3A-5D11-4FEB-5B78020658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674930EA-ED1E-9E72-615C-55093D515B57}"/>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
        <p:nvSpPr>
          <p:cNvPr id="5" name="Title 1">
            <a:extLst>
              <a:ext uri="{FF2B5EF4-FFF2-40B4-BE49-F238E27FC236}">
                <a16:creationId xmlns:a16="http://schemas.microsoft.com/office/drawing/2014/main" id="{FCA8CD19-89B5-7BB7-282F-AA47BA412C1D}"/>
              </a:ext>
            </a:extLst>
          </p:cNvPr>
          <p:cNvSpPr txBox="1">
            <a:spLocks/>
          </p:cNvSpPr>
          <p:nvPr/>
        </p:nvSpPr>
        <p:spPr>
          <a:xfrm>
            <a:off x="578768" y="2548128"/>
            <a:ext cx="3499456" cy="1763955"/>
          </a:xfrm>
          <a:prstGeom prst="rect">
            <a:avLst/>
          </a:prstGeom>
        </p:spPr>
        <p:txBody>
          <a:bodyPr lIns="0" tIns="0" rIns="0" bIns="0">
            <a:noAutofit/>
          </a:bodyPr>
          <a:lstStyle>
            <a:lvl1pPr algn="l" defTabSz="914400" rtl="0" eaLnBrk="1" latinLnBrk="0" hangingPunct="1">
              <a:lnSpc>
                <a:spcPct val="100000"/>
              </a:lnSpc>
              <a:spcBef>
                <a:spcPct val="0"/>
              </a:spcBef>
              <a:buNone/>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r>
              <a:rPr lang="en-US" sz="6000" dirty="0"/>
              <a:t>The </a:t>
            </a:r>
            <a:r>
              <a:rPr lang="en-US" sz="6000" dirty="0">
                <a:gradFill>
                  <a:gsLst>
                    <a:gs pos="0">
                      <a:srgbClr val="00FFF0"/>
                    </a:gs>
                    <a:gs pos="72000">
                      <a:srgbClr val="00F6FF"/>
                    </a:gs>
                    <a:gs pos="100000">
                      <a:srgbClr val="B896FF"/>
                    </a:gs>
                  </a:gsLst>
                  <a:lin ang="1200000" scaled="0"/>
                </a:gradFill>
                <a:latin typeface="Calibri" panose="020F0502020204030204" pitchFamily="34" charset="0"/>
              </a:rPr>
              <a:t>Solution</a:t>
            </a:r>
          </a:p>
        </p:txBody>
      </p:sp>
      <p:sp>
        <p:nvSpPr>
          <p:cNvPr id="12" name="Text Placeholder 5">
            <a:extLst>
              <a:ext uri="{FF2B5EF4-FFF2-40B4-BE49-F238E27FC236}">
                <a16:creationId xmlns:a16="http://schemas.microsoft.com/office/drawing/2014/main" id="{C96E73B9-8E6D-13BD-FBAA-EF84075770F5}"/>
              </a:ext>
            </a:extLst>
          </p:cNvPr>
          <p:cNvSpPr txBox="1">
            <a:spLocks/>
          </p:cNvSpPr>
          <p:nvPr/>
        </p:nvSpPr>
        <p:spPr>
          <a:xfrm>
            <a:off x="633632" y="419100"/>
            <a:ext cx="3611880" cy="225706"/>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PREVIOUS PROJECTS</a:t>
            </a:r>
          </a:p>
        </p:txBody>
      </p:sp>
      <p:sp>
        <p:nvSpPr>
          <p:cNvPr id="4" name="Google Shape;157;p21">
            <a:extLst>
              <a:ext uri="{FF2B5EF4-FFF2-40B4-BE49-F238E27FC236}">
                <a16:creationId xmlns:a16="http://schemas.microsoft.com/office/drawing/2014/main" id="{6096917F-6CBD-DDD1-903E-F09B69636CAC}"/>
              </a:ext>
            </a:extLst>
          </p:cNvPr>
          <p:cNvSpPr/>
          <p:nvPr/>
        </p:nvSpPr>
        <p:spPr>
          <a:xfrm>
            <a:off x="3429843" y="619864"/>
            <a:ext cx="1707000" cy="3757200"/>
          </a:xfrm>
          <a:prstGeom prst="rect">
            <a:avLst/>
          </a:prstGeom>
          <a:solidFill>
            <a:srgbClr val="FBF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58;p21">
            <a:extLst>
              <a:ext uri="{FF2B5EF4-FFF2-40B4-BE49-F238E27FC236}">
                <a16:creationId xmlns:a16="http://schemas.microsoft.com/office/drawing/2014/main" id="{00074339-4492-2041-7047-E93744CF7F41}"/>
              </a:ext>
            </a:extLst>
          </p:cNvPr>
          <p:cNvSpPr txBox="1"/>
          <p:nvPr/>
        </p:nvSpPr>
        <p:spPr>
          <a:xfrm>
            <a:off x="3420890" y="1988539"/>
            <a:ext cx="627600" cy="35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500" b="1">
                <a:solidFill>
                  <a:schemeClr val="accent3"/>
                </a:solidFill>
              </a:rPr>
              <a:t>Subscription</a:t>
            </a:r>
            <a:br>
              <a:rPr lang="en-GB" sz="500" b="1">
                <a:solidFill>
                  <a:schemeClr val="accent3"/>
                </a:solidFill>
              </a:rPr>
            </a:br>
            <a:r>
              <a:rPr lang="en-GB" sz="500" b="1">
                <a:solidFill>
                  <a:schemeClr val="accent3"/>
                </a:solidFill>
              </a:rPr>
              <a:t>IDs</a:t>
            </a:r>
            <a:endParaRPr sz="500" b="1">
              <a:solidFill>
                <a:schemeClr val="accent3"/>
              </a:solidFill>
            </a:endParaRPr>
          </a:p>
        </p:txBody>
      </p:sp>
      <p:sp>
        <p:nvSpPr>
          <p:cNvPr id="7" name="Google Shape;159;p21">
            <a:extLst>
              <a:ext uri="{FF2B5EF4-FFF2-40B4-BE49-F238E27FC236}">
                <a16:creationId xmlns:a16="http://schemas.microsoft.com/office/drawing/2014/main" id="{5817DF8F-043B-501E-5C8F-B3BC09BC42B9}"/>
              </a:ext>
            </a:extLst>
          </p:cNvPr>
          <p:cNvSpPr/>
          <p:nvPr/>
        </p:nvSpPr>
        <p:spPr>
          <a:xfrm>
            <a:off x="5078168" y="533314"/>
            <a:ext cx="5361600" cy="3930300"/>
          </a:xfrm>
          <a:prstGeom prst="roundRect">
            <a:avLst>
              <a:gd name="adj" fmla="val 3468"/>
            </a:avLst>
          </a:prstGeom>
          <a:noFill/>
          <a:ln w="9525" cap="flat" cmpd="sng">
            <a:solidFill>
              <a:srgbClr val="185BBC"/>
            </a:solidFill>
            <a:prstDash val="dot"/>
            <a:round/>
            <a:headEnd type="none" w="sm" len="sm"/>
            <a:tailEnd type="none" w="sm" len="sm"/>
          </a:ln>
        </p:spPr>
        <p:txBody>
          <a:bodyPr spcFirstLastPara="1" wrap="square" lIns="91425" tIns="0" rIns="91425" bIns="91425" anchor="t" anchorCtr="0">
            <a:noAutofit/>
          </a:bodyPr>
          <a:lstStyle/>
          <a:p>
            <a:pPr marL="0" marR="0" lvl="0" indent="0" algn="ctr" rtl="0">
              <a:lnSpc>
                <a:spcPct val="100000"/>
              </a:lnSpc>
              <a:spcBef>
                <a:spcPts val="0"/>
              </a:spcBef>
              <a:spcAft>
                <a:spcPts val="0"/>
              </a:spcAft>
              <a:buNone/>
            </a:pPr>
            <a:endParaRPr sz="1000" b="1">
              <a:solidFill>
                <a:srgbClr val="185BBC"/>
              </a:solidFill>
              <a:latin typeface="Google Sans"/>
              <a:ea typeface="Google Sans"/>
              <a:cs typeface="Google Sans"/>
              <a:sym typeface="Google Sans"/>
            </a:endParaRPr>
          </a:p>
        </p:txBody>
      </p:sp>
      <p:sp>
        <p:nvSpPr>
          <p:cNvPr id="8" name="Google Shape;161;p21">
            <a:extLst>
              <a:ext uri="{FF2B5EF4-FFF2-40B4-BE49-F238E27FC236}">
                <a16:creationId xmlns:a16="http://schemas.microsoft.com/office/drawing/2014/main" id="{586C9D68-CB89-FAEF-97BF-93EE215B1F25}"/>
              </a:ext>
            </a:extLst>
          </p:cNvPr>
          <p:cNvSpPr/>
          <p:nvPr/>
        </p:nvSpPr>
        <p:spPr>
          <a:xfrm>
            <a:off x="8254968" y="936090"/>
            <a:ext cx="2112300" cy="2892000"/>
          </a:xfrm>
          <a:prstGeom prst="rect">
            <a:avLst/>
          </a:prstGeom>
          <a:solidFill>
            <a:srgbClr val="CFEA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9" name="Google Shape;162;p21">
            <a:extLst>
              <a:ext uri="{FF2B5EF4-FFF2-40B4-BE49-F238E27FC236}">
                <a16:creationId xmlns:a16="http://schemas.microsoft.com/office/drawing/2014/main" id="{1E08A085-02F4-4FB1-7C53-81A9C6BDB7F8}"/>
              </a:ext>
            </a:extLst>
          </p:cNvPr>
          <p:cNvSpPr txBox="1"/>
          <p:nvPr/>
        </p:nvSpPr>
        <p:spPr>
          <a:xfrm>
            <a:off x="5128468" y="287839"/>
            <a:ext cx="52389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1000" b="1">
                <a:solidFill>
                  <a:srgbClr val="185BBC"/>
                </a:solidFill>
                <a:latin typeface="Google Sans"/>
                <a:ea typeface="Google Sans"/>
                <a:cs typeface="Google Sans"/>
                <a:sym typeface="Google Sans"/>
              </a:rPr>
              <a:t>Cloud Data Platform</a:t>
            </a:r>
            <a:endParaRPr sz="1000" b="1">
              <a:solidFill>
                <a:srgbClr val="185BBC"/>
              </a:solidFill>
              <a:latin typeface="Google Sans"/>
              <a:ea typeface="Google Sans"/>
              <a:cs typeface="Google Sans"/>
              <a:sym typeface="Google Sans"/>
            </a:endParaRPr>
          </a:p>
        </p:txBody>
      </p:sp>
      <p:sp>
        <p:nvSpPr>
          <p:cNvPr id="10" name="Google Shape;163;p21">
            <a:extLst>
              <a:ext uri="{FF2B5EF4-FFF2-40B4-BE49-F238E27FC236}">
                <a16:creationId xmlns:a16="http://schemas.microsoft.com/office/drawing/2014/main" id="{578832AC-2B2F-40B8-E262-8F4519D77520}"/>
              </a:ext>
            </a:extLst>
          </p:cNvPr>
          <p:cNvSpPr/>
          <p:nvPr/>
        </p:nvSpPr>
        <p:spPr>
          <a:xfrm>
            <a:off x="5930368" y="626889"/>
            <a:ext cx="2339700" cy="3707100"/>
          </a:xfrm>
          <a:prstGeom prst="rect">
            <a:avLst/>
          </a:prstGeom>
          <a:solidFill>
            <a:srgbClr val="FAD2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3" name="Google Shape;164;p21">
            <a:extLst>
              <a:ext uri="{FF2B5EF4-FFF2-40B4-BE49-F238E27FC236}">
                <a16:creationId xmlns:a16="http://schemas.microsoft.com/office/drawing/2014/main" id="{596EF6A9-9E3E-355B-0DF0-DDD98DAECF6A}"/>
              </a:ext>
            </a:extLst>
          </p:cNvPr>
          <p:cNvSpPr/>
          <p:nvPr/>
        </p:nvSpPr>
        <p:spPr>
          <a:xfrm>
            <a:off x="5969218" y="625989"/>
            <a:ext cx="2284500" cy="324000"/>
          </a:xfrm>
          <a:prstGeom prst="rect">
            <a:avLst/>
          </a:prstGeom>
          <a:solidFill>
            <a:srgbClr val="EB433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b="1">
                <a:solidFill>
                  <a:srgbClr val="FFFFFF"/>
                </a:solidFill>
                <a:latin typeface="Google Sans"/>
                <a:ea typeface="Google Sans"/>
                <a:cs typeface="Google Sans"/>
                <a:sym typeface="Google Sans"/>
              </a:rPr>
              <a:t>Raw</a:t>
            </a:r>
            <a:r>
              <a:rPr lang="en-GB" sz="800">
                <a:solidFill>
                  <a:srgbClr val="FFFFFF"/>
                </a:solidFill>
                <a:latin typeface="Google Sans"/>
                <a:ea typeface="Google Sans"/>
                <a:cs typeface="Google Sans"/>
                <a:sym typeface="Google Sans"/>
              </a:rPr>
              <a:t> Data Products</a:t>
            </a:r>
            <a:endParaRPr sz="800">
              <a:solidFill>
                <a:srgbClr val="FFFFFF"/>
              </a:solidFill>
              <a:latin typeface="Google Sans"/>
              <a:ea typeface="Google Sans"/>
              <a:cs typeface="Google Sans"/>
              <a:sym typeface="Google Sans"/>
            </a:endParaRPr>
          </a:p>
        </p:txBody>
      </p:sp>
      <p:sp>
        <p:nvSpPr>
          <p:cNvPr id="14" name="Google Shape;165;p21">
            <a:extLst>
              <a:ext uri="{FF2B5EF4-FFF2-40B4-BE49-F238E27FC236}">
                <a16:creationId xmlns:a16="http://schemas.microsoft.com/office/drawing/2014/main" id="{79E14BE1-994C-0646-AA62-E87416FA5699}"/>
              </a:ext>
            </a:extLst>
          </p:cNvPr>
          <p:cNvSpPr/>
          <p:nvPr/>
        </p:nvSpPr>
        <p:spPr>
          <a:xfrm>
            <a:off x="5128306" y="619852"/>
            <a:ext cx="840900" cy="3757200"/>
          </a:xfrm>
          <a:prstGeom prst="rect">
            <a:avLst/>
          </a:prstGeom>
          <a:solidFill>
            <a:srgbClr val="EFEFEF"/>
          </a:solidFill>
          <a:ln>
            <a:noFill/>
          </a:ln>
        </p:spPr>
        <p:txBody>
          <a:bodyPr spcFirstLastPara="1" wrap="square" lIns="91425" tIns="914400" rIns="91425" bIns="91425" anchor="t" anchorCtr="0">
            <a:noAutofit/>
          </a:bodyPr>
          <a:lstStyle/>
          <a:p>
            <a:pPr marL="0" lvl="0" indent="0" algn="ctr" rtl="0">
              <a:lnSpc>
                <a:spcPct val="300000"/>
              </a:lnSpc>
              <a:spcBef>
                <a:spcPts val="0"/>
              </a:spcBef>
              <a:spcAft>
                <a:spcPts val="0"/>
              </a:spcAft>
              <a:buNone/>
            </a:pPr>
            <a:endParaRPr sz="800">
              <a:solidFill>
                <a:srgbClr val="545454"/>
              </a:solidFill>
              <a:latin typeface="Google Sans"/>
              <a:ea typeface="Google Sans"/>
              <a:cs typeface="Google Sans"/>
              <a:sym typeface="Google Sans"/>
            </a:endParaRPr>
          </a:p>
          <a:p>
            <a:pPr marL="0" lvl="0" indent="0" algn="ctr" rtl="0">
              <a:lnSpc>
                <a:spcPct val="300000"/>
              </a:lnSpc>
              <a:spcBef>
                <a:spcPts val="0"/>
              </a:spcBef>
              <a:spcAft>
                <a:spcPts val="0"/>
              </a:spcAft>
              <a:buNone/>
            </a:pPr>
            <a:endParaRPr sz="800">
              <a:solidFill>
                <a:srgbClr val="545454"/>
              </a:solidFill>
              <a:latin typeface="Google Sans"/>
              <a:ea typeface="Google Sans"/>
              <a:cs typeface="Google Sans"/>
              <a:sym typeface="Google Sans"/>
            </a:endParaRPr>
          </a:p>
          <a:p>
            <a:pPr marL="0" lvl="0" indent="0" algn="ctr" rtl="0">
              <a:lnSpc>
                <a:spcPct val="300000"/>
              </a:lnSpc>
              <a:spcBef>
                <a:spcPts val="0"/>
              </a:spcBef>
              <a:spcAft>
                <a:spcPts val="0"/>
              </a:spcAft>
              <a:buNone/>
            </a:pPr>
            <a:endParaRPr sz="800">
              <a:solidFill>
                <a:srgbClr val="545454"/>
              </a:solidFill>
              <a:latin typeface="Google Sans"/>
              <a:ea typeface="Google Sans"/>
              <a:cs typeface="Google Sans"/>
              <a:sym typeface="Google Sans"/>
            </a:endParaRPr>
          </a:p>
          <a:p>
            <a:pPr marL="0" lvl="0" indent="0" algn="ctr" rtl="0">
              <a:lnSpc>
                <a:spcPct val="300000"/>
              </a:lnSpc>
              <a:spcBef>
                <a:spcPts val="0"/>
              </a:spcBef>
              <a:spcAft>
                <a:spcPts val="0"/>
              </a:spcAft>
              <a:buNone/>
            </a:pPr>
            <a:endParaRPr sz="800">
              <a:solidFill>
                <a:srgbClr val="545454"/>
              </a:solidFill>
              <a:latin typeface="Google Sans"/>
              <a:ea typeface="Google Sans"/>
              <a:cs typeface="Google Sans"/>
              <a:sym typeface="Google Sans"/>
            </a:endParaRPr>
          </a:p>
          <a:p>
            <a:pPr marL="0" lvl="0" indent="0" algn="ctr" rtl="0">
              <a:lnSpc>
                <a:spcPct val="300000"/>
              </a:lnSpc>
              <a:spcBef>
                <a:spcPts val="0"/>
              </a:spcBef>
              <a:spcAft>
                <a:spcPts val="0"/>
              </a:spcAft>
              <a:buNone/>
            </a:pPr>
            <a:r>
              <a:rPr lang="en-GB" sz="800">
                <a:solidFill>
                  <a:srgbClr val="545454"/>
                </a:solidFill>
                <a:latin typeface="Google Sans"/>
                <a:ea typeface="Google Sans"/>
                <a:cs typeface="Google Sans"/>
                <a:sym typeface="Google Sans"/>
              </a:rPr>
              <a:t>Batch</a:t>
            </a:r>
            <a:endParaRPr sz="800">
              <a:solidFill>
                <a:srgbClr val="545454"/>
              </a:solidFill>
              <a:latin typeface="Google Sans"/>
              <a:ea typeface="Google Sans"/>
              <a:cs typeface="Google Sans"/>
              <a:sym typeface="Google Sans"/>
            </a:endParaRPr>
          </a:p>
        </p:txBody>
      </p:sp>
      <p:sp>
        <p:nvSpPr>
          <p:cNvPr id="15" name="Google Shape;166;p21">
            <a:extLst>
              <a:ext uri="{FF2B5EF4-FFF2-40B4-BE49-F238E27FC236}">
                <a16:creationId xmlns:a16="http://schemas.microsoft.com/office/drawing/2014/main" id="{43C5A950-091C-4EC5-4A55-B679627B081E}"/>
              </a:ext>
            </a:extLst>
          </p:cNvPr>
          <p:cNvSpPr/>
          <p:nvPr/>
        </p:nvSpPr>
        <p:spPr>
          <a:xfrm>
            <a:off x="5956869" y="1629567"/>
            <a:ext cx="222900" cy="369300"/>
          </a:xfrm>
          <a:prstGeom prst="homePlate">
            <a:avLst>
              <a:gd name="adj" fmla="val 50000"/>
            </a:avLst>
          </a:pr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6" name="Google Shape;167;p21">
            <a:extLst>
              <a:ext uri="{FF2B5EF4-FFF2-40B4-BE49-F238E27FC236}">
                <a16:creationId xmlns:a16="http://schemas.microsoft.com/office/drawing/2014/main" id="{AB771FF8-B0C1-B400-53C2-5188F2100B0D}"/>
              </a:ext>
            </a:extLst>
          </p:cNvPr>
          <p:cNvSpPr txBox="1"/>
          <p:nvPr/>
        </p:nvSpPr>
        <p:spPr>
          <a:xfrm>
            <a:off x="5209882" y="3216402"/>
            <a:ext cx="703200" cy="431100"/>
          </a:xfrm>
          <a:prstGeom prst="rect">
            <a:avLst/>
          </a:prstGeom>
          <a:noFill/>
          <a:ln>
            <a:noFill/>
          </a:ln>
        </p:spPr>
        <p:txBody>
          <a:bodyPr spcFirstLastPara="1" wrap="square" lIns="91425" tIns="91425" rIns="91425" bIns="91425" anchor="t" anchorCtr="0">
            <a:spAutoFit/>
          </a:bodyPr>
          <a:lstStyle/>
          <a:p>
            <a:pPr marL="0" lvl="0" indent="0" algn="ctr" rtl="0">
              <a:lnSpc>
                <a:spcPct val="100000"/>
              </a:lnSpc>
              <a:spcBef>
                <a:spcPts val="0"/>
              </a:spcBef>
              <a:spcAft>
                <a:spcPts val="0"/>
              </a:spcAft>
              <a:buNone/>
            </a:pPr>
            <a:r>
              <a:rPr lang="en-GB" sz="800" b="1" dirty="0">
                <a:solidFill>
                  <a:srgbClr val="545454"/>
                </a:solidFill>
                <a:latin typeface="Google Sans"/>
                <a:ea typeface="Google Sans"/>
                <a:cs typeface="Google Sans"/>
                <a:sym typeface="Google Sans"/>
              </a:rPr>
              <a:t>ELT over ETL</a:t>
            </a:r>
            <a:endParaRPr sz="800" b="1" dirty="0">
              <a:solidFill>
                <a:srgbClr val="545454"/>
              </a:solidFill>
              <a:latin typeface="Google Sans"/>
              <a:ea typeface="Google Sans"/>
              <a:cs typeface="Google Sans"/>
              <a:sym typeface="Google Sans"/>
            </a:endParaRPr>
          </a:p>
        </p:txBody>
      </p:sp>
      <p:sp>
        <p:nvSpPr>
          <p:cNvPr id="17" name="Google Shape;168;p21">
            <a:extLst>
              <a:ext uri="{FF2B5EF4-FFF2-40B4-BE49-F238E27FC236}">
                <a16:creationId xmlns:a16="http://schemas.microsoft.com/office/drawing/2014/main" id="{7BB96B0C-0BB8-B3BC-F0AD-D0D2881078FA}"/>
              </a:ext>
            </a:extLst>
          </p:cNvPr>
          <p:cNvSpPr txBox="1"/>
          <p:nvPr/>
        </p:nvSpPr>
        <p:spPr>
          <a:xfrm>
            <a:off x="5135481" y="624602"/>
            <a:ext cx="8580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800" b="1">
                <a:solidFill>
                  <a:srgbClr val="185BBC"/>
                </a:solidFill>
                <a:latin typeface="Google Sans"/>
                <a:ea typeface="Google Sans"/>
                <a:cs typeface="Google Sans"/>
                <a:sym typeface="Google Sans"/>
              </a:rPr>
              <a:t>Capture</a:t>
            </a:r>
            <a:endParaRPr sz="800" b="1">
              <a:solidFill>
                <a:srgbClr val="185BBC"/>
              </a:solidFill>
              <a:latin typeface="Google Sans"/>
              <a:ea typeface="Google Sans"/>
              <a:cs typeface="Google Sans"/>
              <a:sym typeface="Google Sans"/>
            </a:endParaRPr>
          </a:p>
        </p:txBody>
      </p:sp>
      <p:sp>
        <p:nvSpPr>
          <p:cNvPr id="18" name="Google Shape;169;p21">
            <a:extLst>
              <a:ext uri="{FF2B5EF4-FFF2-40B4-BE49-F238E27FC236}">
                <a16:creationId xmlns:a16="http://schemas.microsoft.com/office/drawing/2014/main" id="{83F59B35-D6DF-AB6F-1243-2BC0FED661E9}"/>
              </a:ext>
            </a:extLst>
          </p:cNvPr>
          <p:cNvSpPr/>
          <p:nvPr/>
        </p:nvSpPr>
        <p:spPr>
          <a:xfrm>
            <a:off x="5113735" y="1643942"/>
            <a:ext cx="222900" cy="369300"/>
          </a:xfrm>
          <a:prstGeom prst="homePlate">
            <a:avLst>
              <a:gd name="adj" fmla="val 50000"/>
            </a:avLst>
          </a:prstGeom>
          <a:solidFill>
            <a:srgbClr val="FBFB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9" name="Google Shape;170;p21">
            <a:extLst>
              <a:ext uri="{FF2B5EF4-FFF2-40B4-BE49-F238E27FC236}">
                <a16:creationId xmlns:a16="http://schemas.microsoft.com/office/drawing/2014/main" id="{696FDEDF-0C91-2A7D-A7B3-676CEF4E63C8}"/>
              </a:ext>
            </a:extLst>
          </p:cNvPr>
          <p:cNvSpPr txBox="1"/>
          <p:nvPr/>
        </p:nvSpPr>
        <p:spPr>
          <a:xfrm>
            <a:off x="3521718" y="624614"/>
            <a:ext cx="15564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800" b="1">
                <a:solidFill>
                  <a:srgbClr val="185BBC"/>
                </a:solidFill>
                <a:latin typeface="Google Sans"/>
                <a:ea typeface="Google Sans"/>
                <a:cs typeface="Google Sans"/>
                <a:sym typeface="Google Sans"/>
              </a:rPr>
              <a:t>Data Producers</a:t>
            </a:r>
            <a:endParaRPr sz="800" b="1">
              <a:solidFill>
                <a:srgbClr val="185BBC"/>
              </a:solidFill>
              <a:latin typeface="Google Sans"/>
              <a:ea typeface="Google Sans"/>
              <a:cs typeface="Google Sans"/>
              <a:sym typeface="Google Sans"/>
            </a:endParaRPr>
          </a:p>
        </p:txBody>
      </p:sp>
      <p:sp>
        <p:nvSpPr>
          <p:cNvPr id="20" name="Google Shape;171;p21">
            <a:extLst>
              <a:ext uri="{FF2B5EF4-FFF2-40B4-BE49-F238E27FC236}">
                <a16:creationId xmlns:a16="http://schemas.microsoft.com/office/drawing/2014/main" id="{08039119-E3C0-01A1-BE72-AABD75C0D7C9}"/>
              </a:ext>
            </a:extLst>
          </p:cNvPr>
          <p:cNvSpPr/>
          <p:nvPr/>
        </p:nvSpPr>
        <p:spPr>
          <a:xfrm rot="-5400000">
            <a:off x="7074679" y="3569828"/>
            <a:ext cx="222900" cy="388800"/>
          </a:xfrm>
          <a:prstGeom prst="homePlate">
            <a:avLst>
              <a:gd name="adj" fmla="val 50000"/>
            </a:avLst>
          </a:prstGeom>
          <a:solidFill>
            <a:srgbClr val="438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2;p21">
            <a:extLst>
              <a:ext uri="{FF2B5EF4-FFF2-40B4-BE49-F238E27FC236}">
                <a16:creationId xmlns:a16="http://schemas.microsoft.com/office/drawing/2014/main" id="{61AAA3D3-59AF-0DE4-BCDA-C15AB800C2E7}"/>
              </a:ext>
            </a:extLst>
          </p:cNvPr>
          <p:cNvSpPr/>
          <p:nvPr/>
        </p:nvSpPr>
        <p:spPr>
          <a:xfrm>
            <a:off x="5128321" y="3828089"/>
            <a:ext cx="5238900" cy="555000"/>
          </a:xfrm>
          <a:prstGeom prst="rect">
            <a:avLst/>
          </a:prstGeom>
          <a:solidFill>
            <a:srgbClr val="4385F5"/>
          </a:solidFill>
          <a:ln>
            <a:noFill/>
          </a:ln>
        </p:spPr>
        <p:txBody>
          <a:bodyPr spcFirstLastPara="1" wrap="square" lIns="18000" tIns="18000" rIns="18000" bIns="18000" anchor="ctr" anchorCtr="0">
            <a:noAutofit/>
          </a:bodyPr>
          <a:lstStyle/>
          <a:p>
            <a:pPr marL="0" lvl="0" indent="0" algn="ctr" rtl="0">
              <a:lnSpc>
                <a:spcPct val="150000"/>
              </a:lnSpc>
              <a:spcBef>
                <a:spcPts val="0"/>
              </a:spcBef>
              <a:spcAft>
                <a:spcPts val="0"/>
              </a:spcAft>
              <a:buClr>
                <a:srgbClr val="000000"/>
              </a:buClr>
              <a:buSzPts val="1100"/>
              <a:buFont typeface="Arial"/>
              <a:buNone/>
            </a:pPr>
            <a:r>
              <a:rPr lang="en-GB" sz="800">
                <a:solidFill>
                  <a:srgbClr val="FFFFFF"/>
                </a:solidFill>
                <a:latin typeface="Montserrat"/>
                <a:ea typeface="Montserrat"/>
                <a:cs typeface="Montserrat"/>
                <a:sym typeface="Montserrat"/>
              </a:rPr>
              <a:t>Data </a:t>
            </a:r>
            <a:r>
              <a:rPr lang="en-GB" sz="800" b="1">
                <a:solidFill>
                  <a:srgbClr val="FFFFFF"/>
                </a:solidFill>
                <a:latin typeface="Montserrat"/>
                <a:ea typeface="Montserrat"/>
                <a:cs typeface="Montserrat"/>
                <a:sym typeface="Montserrat"/>
              </a:rPr>
              <a:t>Quality </a:t>
            </a:r>
            <a:r>
              <a:rPr lang="en-GB" sz="800">
                <a:solidFill>
                  <a:srgbClr val="FFFFFF"/>
                </a:solidFill>
                <a:latin typeface="Montserrat"/>
                <a:ea typeface="Montserrat"/>
                <a:cs typeface="Montserrat"/>
                <a:sym typeface="Montserrat"/>
              </a:rPr>
              <a:t>| Data </a:t>
            </a:r>
            <a:r>
              <a:rPr lang="en-GB" sz="800" b="1">
                <a:solidFill>
                  <a:srgbClr val="FFFFFF"/>
                </a:solidFill>
                <a:latin typeface="Montserrat"/>
                <a:ea typeface="Montserrat"/>
                <a:cs typeface="Montserrat"/>
                <a:sym typeface="Montserrat"/>
              </a:rPr>
              <a:t>Governance </a:t>
            </a:r>
            <a:r>
              <a:rPr lang="en-GB" sz="800">
                <a:solidFill>
                  <a:srgbClr val="FFFFFF"/>
                </a:solidFill>
                <a:latin typeface="Montserrat"/>
                <a:ea typeface="Montserrat"/>
                <a:cs typeface="Montserrat"/>
                <a:sym typeface="Montserrat"/>
              </a:rPr>
              <a:t>| Data </a:t>
            </a:r>
            <a:r>
              <a:rPr lang="en-GB" sz="800" b="1">
                <a:solidFill>
                  <a:srgbClr val="FFFFFF"/>
                </a:solidFill>
                <a:latin typeface="Montserrat"/>
                <a:ea typeface="Montserrat"/>
                <a:cs typeface="Montserrat"/>
                <a:sym typeface="Montserrat"/>
              </a:rPr>
              <a:t>Management</a:t>
            </a:r>
            <a:endParaRPr sz="800">
              <a:solidFill>
                <a:srgbClr val="FFFFFF"/>
              </a:solidFill>
              <a:latin typeface="Montserrat"/>
              <a:ea typeface="Montserrat"/>
              <a:cs typeface="Montserrat"/>
              <a:sym typeface="Montserrat"/>
            </a:endParaRPr>
          </a:p>
          <a:p>
            <a:pPr marL="0" lvl="0" indent="0" algn="ctr" rtl="0">
              <a:lnSpc>
                <a:spcPct val="150000"/>
              </a:lnSpc>
              <a:spcBef>
                <a:spcPts val="0"/>
              </a:spcBef>
              <a:spcAft>
                <a:spcPts val="0"/>
              </a:spcAft>
              <a:buNone/>
            </a:pPr>
            <a:r>
              <a:rPr lang="en-GB" sz="800" b="1">
                <a:solidFill>
                  <a:srgbClr val="FFFFFF"/>
                </a:solidFill>
                <a:latin typeface="Montserrat"/>
                <a:ea typeface="Montserrat"/>
                <a:cs typeface="Montserrat"/>
                <a:sym typeface="Montserrat"/>
              </a:rPr>
              <a:t>Distributed</a:t>
            </a:r>
            <a:r>
              <a:rPr lang="en-GB" sz="800">
                <a:solidFill>
                  <a:srgbClr val="FFFFFF"/>
                </a:solidFill>
                <a:latin typeface="Montserrat"/>
                <a:ea typeface="Montserrat"/>
                <a:cs typeface="Montserrat"/>
                <a:sym typeface="Montserrat"/>
              </a:rPr>
              <a:t> Architecture | Infrastructure | Security | Orchestration</a:t>
            </a:r>
            <a:endParaRPr sz="700" b="1">
              <a:solidFill>
                <a:srgbClr val="FFFFFF"/>
              </a:solidFill>
              <a:latin typeface="Montserrat"/>
              <a:ea typeface="Montserrat"/>
              <a:cs typeface="Montserrat"/>
              <a:sym typeface="Montserrat"/>
            </a:endParaRPr>
          </a:p>
        </p:txBody>
      </p:sp>
      <p:sp>
        <p:nvSpPr>
          <p:cNvPr id="22" name="Google Shape;173;p21">
            <a:extLst>
              <a:ext uri="{FF2B5EF4-FFF2-40B4-BE49-F238E27FC236}">
                <a16:creationId xmlns:a16="http://schemas.microsoft.com/office/drawing/2014/main" id="{48D1EBFB-FA51-0082-4F6B-770F7B1B6CD0}"/>
              </a:ext>
            </a:extLst>
          </p:cNvPr>
          <p:cNvSpPr/>
          <p:nvPr/>
        </p:nvSpPr>
        <p:spPr>
          <a:xfrm rot="-5400000">
            <a:off x="5462083" y="3570891"/>
            <a:ext cx="222900" cy="388800"/>
          </a:xfrm>
          <a:prstGeom prst="homePlate">
            <a:avLst>
              <a:gd name="adj" fmla="val 50000"/>
            </a:avLst>
          </a:prstGeom>
          <a:solidFill>
            <a:srgbClr val="438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 name="Google Shape;174;p21">
            <a:extLst>
              <a:ext uri="{FF2B5EF4-FFF2-40B4-BE49-F238E27FC236}">
                <a16:creationId xmlns:a16="http://schemas.microsoft.com/office/drawing/2014/main" id="{7573C48E-721D-FCC3-6955-CEE129A865C5}"/>
              </a:ext>
            </a:extLst>
          </p:cNvPr>
          <p:cNvPicPr preferRelativeResize="0"/>
          <p:nvPr/>
        </p:nvPicPr>
        <p:blipFill>
          <a:blip r:embed="rId4">
            <a:alphaModFix/>
          </a:blip>
          <a:stretch>
            <a:fillRect/>
          </a:stretch>
        </p:blipFill>
        <p:spPr>
          <a:xfrm>
            <a:off x="5371768" y="1613952"/>
            <a:ext cx="492600" cy="429282"/>
          </a:xfrm>
          <a:prstGeom prst="rect">
            <a:avLst/>
          </a:prstGeom>
          <a:noFill/>
          <a:ln>
            <a:noFill/>
          </a:ln>
        </p:spPr>
      </p:pic>
      <p:sp>
        <p:nvSpPr>
          <p:cNvPr id="24" name="Google Shape;175;p21">
            <a:extLst>
              <a:ext uri="{FF2B5EF4-FFF2-40B4-BE49-F238E27FC236}">
                <a16:creationId xmlns:a16="http://schemas.microsoft.com/office/drawing/2014/main" id="{80E4985B-27BD-959C-DB6F-36CD73738B5E}"/>
              </a:ext>
            </a:extLst>
          </p:cNvPr>
          <p:cNvSpPr/>
          <p:nvPr/>
        </p:nvSpPr>
        <p:spPr>
          <a:xfrm>
            <a:off x="8265069" y="2103217"/>
            <a:ext cx="222900" cy="369300"/>
          </a:xfrm>
          <a:prstGeom prst="homePlate">
            <a:avLst>
              <a:gd name="adj" fmla="val 50000"/>
            </a:avLst>
          </a:prstGeom>
          <a:solidFill>
            <a:srgbClr val="FAD2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25" name="Google Shape;176;p21">
            <a:extLst>
              <a:ext uri="{FF2B5EF4-FFF2-40B4-BE49-F238E27FC236}">
                <a16:creationId xmlns:a16="http://schemas.microsoft.com/office/drawing/2014/main" id="{3611228A-E72C-29C0-FBAB-085E45466FC2}"/>
              </a:ext>
            </a:extLst>
          </p:cNvPr>
          <p:cNvSpPr/>
          <p:nvPr/>
        </p:nvSpPr>
        <p:spPr>
          <a:xfrm>
            <a:off x="8253730" y="625977"/>
            <a:ext cx="2112300" cy="324000"/>
          </a:xfrm>
          <a:prstGeom prst="rect">
            <a:avLst/>
          </a:prstGeom>
          <a:solidFill>
            <a:srgbClr val="34A85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b="1">
                <a:solidFill>
                  <a:srgbClr val="FFFFFF"/>
                </a:solidFill>
                <a:latin typeface="Google Sans"/>
                <a:ea typeface="Google Sans"/>
                <a:cs typeface="Google Sans"/>
                <a:sym typeface="Google Sans"/>
              </a:rPr>
              <a:t>Curated</a:t>
            </a:r>
            <a:r>
              <a:rPr lang="en-GB" sz="800">
                <a:solidFill>
                  <a:srgbClr val="FFFFFF"/>
                </a:solidFill>
                <a:latin typeface="Google Sans"/>
                <a:ea typeface="Google Sans"/>
                <a:cs typeface="Google Sans"/>
                <a:sym typeface="Google Sans"/>
              </a:rPr>
              <a:t> Data Products</a:t>
            </a:r>
            <a:endParaRPr sz="800">
              <a:solidFill>
                <a:srgbClr val="FFFFFF"/>
              </a:solidFill>
              <a:latin typeface="Google Sans"/>
              <a:ea typeface="Google Sans"/>
              <a:cs typeface="Google Sans"/>
              <a:sym typeface="Google Sans"/>
            </a:endParaRPr>
          </a:p>
        </p:txBody>
      </p:sp>
      <p:sp>
        <p:nvSpPr>
          <p:cNvPr id="26" name="Google Shape;177;p21">
            <a:extLst>
              <a:ext uri="{FF2B5EF4-FFF2-40B4-BE49-F238E27FC236}">
                <a16:creationId xmlns:a16="http://schemas.microsoft.com/office/drawing/2014/main" id="{8A389BD7-E134-3C6F-0642-35614326A01A}"/>
              </a:ext>
            </a:extLst>
          </p:cNvPr>
          <p:cNvSpPr/>
          <p:nvPr/>
        </p:nvSpPr>
        <p:spPr>
          <a:xfrm>
            <a:off x="10318595" y="2106414"/>
            <a:ext cx="222900" cy="369300"/>
          </a:xfrm>
          <a:prstGeom prst="homePlate">
            <a:avLst>
              <a:gd name="adj" fmla="val 50000"/>
            </a:avLst>
          </a:prstGeom>
          <a:solidFill>
            <a:srgbClr val="CFEAD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27" name="Google Shape;178;p21">
            <a:extLst>
              <a:ext uri="{FF2B5EF4-FFF2-40B4-BE49-F238E27FC236}">
                <a16:creationId xmlns:a16="http://schemas.microsoft.com/office/drawing/2014/main" id="{D5A89644-322A-DBD8-831F-0BCE21207FB0}"/>
              </a:ext>
            </a:extLst>
          </p:cNvPr>
          <p:cNvSpPr/>
          <p:nvPr/>
        </p:nvSpPr>
        <p:spPr>
          <a:xfrm rot="-5400000">
            <a:off x="9146542" y="3570891"/>
            <a:ext cx="222900" cy="388800"/>
          </a:xfrm>
          <a:prstGeom prst="homePlate">
            <a:avLst>
              <a:gd name="adj" fmla="val 50000"/>
            </a:avLst>
          </a:prstGeom>
          <a:solidFill>
            <a:srgbClr val="438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 name="Google Shape;179;p21">
            <a:extLst>
              <a:ext uri="{FF2B5EF4-FFF2-40B4-BE49-F238E27FC236}">
                <a16:creationId xmlns:a16="http://schemas.microsoft.com/office/drawing/2014/main" id="{98A77D60-5B68-13FF-E840-66635C9C4DA4}"/>
              </a:ext>
            </a:extLst>
          </p:cNvPr>
          <p:cNvGrpSpPr/>
          <p:nvPr/>
        </p:nvGrpSpPr>
        <p:grpSpPr>
          <a:xfrm>
            <a:off x="10586968" y="2608462"/>
            <a:ext cx="1467312" cy="710892"/>
            <a:chOff x="5498850" y="1815660"/>
            <a:chExt cx="1467312" cy="710892"/>
          </a:xfrm>
        </p:grpSpPr>
        <p:grpSp>
          <p:nvGrpSpPr>
            <p:cNvPr id="29" name="Google Shape;180;p21">
              <a:extLst>
                <a:ext uri="{FF2B5EF4-FFF2-40B4-BE49-F238E27FC236}">
                  <a16:creationId xmlns:a16="http://schemas.microsoft.com/office/drawing/2014/main" id="{F9238E08-E0C9-2CC3-7E91-1D56FB0FC5F0}"/>
                </a:ext>
              </a:extLst>
            </p:cNvPr>
            <p:cNvGrpSpPr/>
            <p:nvPr/>
          </p:nvGrpSpPr>
          <p:grpSpPr>
            <a:xfrm>
              <a:off x="5498850" y="1815660"/>
              <a:ext cx="1467312" cy="710892"/>
              <a:chOff x="3379363" y="1322460"/>
              <a:chExt cx="1467312" cy="710892"/>
            </a:xfrm>
          </p:grpSpPr>
          <p:sp>
            <p:nvSpPr>
              <p:cNvPr id="32" name="Google Shape;181;p21">
                <a:extLst>
                  <a:ext uri="{FF2B5EF4-FFF2-40B4-BE49-F238E27FC236}">
                    <a16:creationId xmlns:a16="http://schemas.microsoft.com/office/drawing/2014/main" id="{017AC2F1-5BE0-01BA-2A78-4FA020124AE1}"/>
                  </a:ext>
                </a:extLst>
              </p:cNvPr>
              <p:cNvSpPr/>
              <p:nvPr/>
            </p:nvSpPr>
            <p:spPr>
              <a:xfrm>
                <a:off x="3379363" y="1322460"/>
                <a:ext cx="1467300" cy="555000"/>
              </a:xfrm>
              <a:prstGeom prst="rect">
                <a:avLst/>
              </a:prstGeom>
              <a:solidFill>
                <a:srgbClr val="F852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FFFFFF"/>
                  </a:solidFill>
                  <a:latin typeface="Montserrat"/>
                  <a:ea typeface="Montserrat"/>
                  <a:cs typeface="Montserrat"/>
                  <a:sym typeface="Montserrat"/>
                </a:endParaRPr>
              </a:p>
            </p:txBody>
          </p:sp>
          <p:sp>
            <p:nvSpPr>
              <p:cNvPr id="33" name="Google Shape;182;p21">
                <a:extLst>
                  <a:ext uri="{FF2B5EF4-FFF2-40B4-BE49-F238E27FC236}">
                    <a16:creationId xmlns:a16="http://schemas.microsoft.com/office/drawing/2014/main" id="{4BCE612E-D738-B2B3-843E-7132FBF21A85}"/>
                  </a:ext>
                </a:extLst>
              </p:cNvPr>
              <p:cNvSpPr/>
              <p:nvPr/>
            </p:nvSpPr>
            <p:spPr>
              <a:xfrm>
                <a:off x="3379375" y="1889352"/>
                <a:ext cx="1467300" cy="144000"/>
              </a:xfrm>
              <a:prstGeom prst="rect">
                <a:avLst/>
              </a:prstGeom>
              <a:solidFill>
                <a:srgbClr val="56555A"/>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600">
                    <a:solidFill>
                      <a:srgbClr val="FFFFFF"/>
                    </a:solidFill>
                    <a:latin typeface="Montserrat"/>
                    <a:ea typeface="Montserrat"/>
                    <a:cs typeface="Montserrat"/>
                    <a:sym typeface="Montserrat"/>
                  </a:rPr>
                  <a:t>Databricks Workspace</a:t>
                </a:r>
                <a:endParaRPr sz="600">
                  <a:solidFill>
                    <a:srgbClr val="FFFFFF"/>
                  </a:solidFill>
                  <a:latin typeface="Montserrat"/>
                  <a:ea typeface="Montserrat"/>
                  <a:cs typeface="Montserrat"/>
                  <a:sym typeface="Montserrat"/>
                </a:endParaRPr>
              </a:p>
            </p:txBody>
          </p:sp>
        </p:grpSp>
        <p:pic>
          <p:nvPicPr>
            <p:cNvPr id="30" name="Google Shape;183;p21">
              <a:extLst>
                <a:ext uri="{FF2B5EF4-FFF2-40B4-BE49-F238E27FC236}">
                  <a16:creationId xmlns:a16="http://schemas.microsoft.com/office/drawing/2014/main" id="{274F4599-34E2-710F-2BDB-5212A841D01E}"/>
                </a:ext>
              </a:extLst>
            </p:cNvPr>
            <p:cNvPicPr preferRelativeResize="0"/>
            <p:nvPr/>
          </p:nvPicPr>
          <p:blipFill rotWithShape="1">
            <a:blip r:embed="rId5">
              <a:alphaModFix/>
            </a:blip>
            <a:srcRect t="20912" r="67232" b="21997"/>
            <a:stretch/>
          </p:blipFill>
          <p:spPr>
            <a:xfrm>
              <a:off x="6090000" y="1826113"/>
              <a:ext cx="222900" cy="194177"/>
            </a:xfrm>
            <a:prstGeom prst="rect">
              <a:avLst/>
            </a:prstGeom>
            <a:noFill/>
            <a:ln>
              <a:noFill/>
            </a:ln>
          </p:spPr>
        </p:pic>
        <p:sp>
          <p:nvSpPr>
            <p:cNvPr id="31" name="Google Shape;184;p21">
              <a:extLst>
                <a:ext uri="{FF2B5EF4-FFF2-40B4-BE49-F238E27FC236}">
                  <a16:creationId xmlns:a16="http://schemas.microsoft.com/office/drawing/2014/main" id="{1F85614C-7B51-2D07-B33C-8628037D94C9}"/>
                </a:ext>
              </a:extLst>
            </p:cNvPr>
            <p:cNvSpPr/>
            <p:nvPr/>
          </p:nvSpPr>
          <p:spPr>
            <a:xfrm>
              <a:off x="5663400" y="2077025"/>
              <a:ext cx="1138200" cy="194100"/>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700"/>
                <a:t>Delta Sharing</a:t>
              </a:r>
              <a:endParaRPr sz="700"/>
            </a:p>
          </p:txBody>
        </p:sp>
      </p:grpSp>
      <p:sp>
        <p:nvSpPr>
          <p:cNvPr id="34" name="Google Shape;185;p21">
            <a:extLst>
              <a:ext uri="{FF2B5EF4-FFF2-40B4-BE49-F238E27FC236}">
                <a16:creationId xmlns:a16="http://schemas.microsoft.com/office/drawing/2014/main" id="{A893A101-F4EF-73D0-CEF3-6A105E29CB1C}"/>
              </a:ext>
            </a:extLst>
          </p:cNvPr>
          <p:cNvSpPr/>
          <p:nvPr/>
        </p:nvSpPr>
        <p:spPr>
          <a:xfrm>
            <a:off x="10331220" y="2727214"/>
            <a:ext cx="222900" cy="369300"/>
          </a:xfrm>
          <a:prstGeom prst="homePlate">
            <a:avLst>
              <a:gd name="adj" fmla="val 50000"/>
            </a:avLst>
          </a:prstGeom>
          <a:solidFill>
            <a:srgbClr val="CFEAD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35" name="Google Shape;186;p21">
            <a:extLst>
              <a:ext uri="{FF2B5EF4-FFF2-40B4-BE49-F238E27FC236}">
                <a16:creationId xmlns:a16="http://schemas.microsoft.com/office/drawing/2014/main" id="{2424F887-1275-2B80-8E46-903F28232D17}"/>
              </a:ext>
            </a:extLst>
          </p:cNvPr>
          <p:cNvSpPr/>
          <p:nvPr/>
        </p:nvSpPr>
        <p:spPr>
          <a:xfrm>
            <a:off x="10586968" y="2133964"/>
            <a:ext cx="1467300" cy="307800"/>
          </a:xfrm>
          <a:prstGeom prst="roundRect">
            <a:avLst>
              <a:gd name="adj" fmla="val 16667"/>
            </a:avLst>
          </a:prstGeom>
          <a:solidFill>
            <a:srgbClr val="EFEAD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solidFill>
                  <a:srgbClr val="545454"/>
                </a:solidFill>
                <a:latin typeface="Google Sans"/>
                <a:ea typeface="Google Sans"/>
                <a:cs typeface="Google Sans"/>
                <a:sym typeface="Google Sans"/>
              </a:rPr>
              <a:t>Data Consumers</a:t>
            </a:r>
            <a:endParaRPr sz="800">
              <a:solidFill>
                <a:srgbClr val="545454"/>
              </a:solidFill>
              <a:latin typeface="Google Sans"/>
              <a:ea typeface="Google Sans"/>
              <a:cs typeface="Google Sans"/>
              <a:sym typeface="Google Sans"/>
            </a:endParaRPr>
          </a:p>
        </p:txBody>
      </p:sp>
      <p:sp>
        <p:nvSpPr>
          <p:cNvPr id="36" name="Google Shape;187;p21">
            <a:extLst>
              <a:ext uri="{FF2B5EF4-FFF2-40B4-BE49-F238E27FC236}">
                <a16:creationId xmlns:a16="http://schemas.microsoft.com/office/drawing/2014/main" id="{F92A1D93-6D99-89CE-4F58-537F90461F47}"/>
              </a:ext>
            </a:extLst>
          </p:cNvPr>
          <p:cNvSpPr/>
          <p:nvPr/>
        </p:nvSpPr>
        <p:spPr>
          <a:xfrm>
            <a:off x="8260618" y="1012464"/>
            <a:ext cx="2307000" cy="147900"/>
          </a:xfrm>
          <a:prstGeom prst="homePlate">
            <a:avLst>
              <a:gd name="adj" fmla="val 35728"/>
            </a:avLst>
          </a:prstGeom>
          <a:solidFill>
            <a:srgbClr val="FBBD0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GB" sz="700" b="1"/>
              <a:t>Speed</a:t>
            </a:r>
            <a:r>
              <a:rPr lang="en-GB" sz="700"/>
              <a:t> Layer</a:t>
            </a:r>
            <a:endParaRPr sz="700"/>
          </a:p>
        </p:txBody>
      </p:sp>
      <p:sp>
        <p:nvSpPr>
          <p:cNvPr id="37" name="Google Shape;188;p21">
            <a:extLst>
              <a:ext uri="{FF2B5EF4-FFF2-40B4-BE49-F238E27FC236}">
                <a16:creationId xmlns:a16="http://schemas.microsoft.com/office/drawing/2014/main" id="{8761373D-304D-F946-29AC-0A59D722641A}"/>
              </a:ext>
            </a:extLst>
          </p:cNvPr>
          <p:cNvSpPr/>
          <p:nvPr/>
        </p:nvSpPr>
        <p:spPr>
          <a:xfrm>
            <a:off x="10586968" y="932514"/>
            <a:ext cx="1467300" cy="307800"/>
          </a:xfrm>
          <a:prstGeom prst="roundRect">
            <a:avLst>
              <a:gd name="adj" fmla="val 16667"/>
            </a:avLst>
          </a:prstGeom>
          <a:solidFill>
            <a:srgbClr val="EFEADC"/>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a:solidFill>
                  <a:srgbClr val="545454"/>
                </a:solidFill>
                <a:latin typeface="Google Sans"/>
                <a:ea typeface="Google Sans"/>
                <a:cs typeface="Google Sans"/>
                <a:sym typeface="Google Sans"/>
              </a:rPr>
              <a:t>Data Consumers</a:t>
            </a:r>
            <a:endParaRPr sz="800">
              <a:solidFill>
                <a:srgbClr val="545454"/>
              </a:solidFill>
              <a:latin typeface="Google Sans"/>
              <a:ea typeface="Google Sans"/>
              <a:cs typeface="Google Sans"/>
              <a:sym typeface="Google Sans"/>
            </a:endParaRPr>
          </a:p>
        </p:txBody>
      </p:sp>
      <p:sp>
        <p:nvSpPr>
          <p:cNvPr id="38" name="Google Shape;189;p21">
            <a:extLst>
              <a:ext uri="{FF2B5EF4-FFF2-40B4-BE49-F238E27FC236}">
                <a16:creationId xmlns:a16="http://schemas.microsoft.com/office/drawing/2014/main" id="{34E5292F-5A6E-01FE-21BD-84566FF55CA7}"/>
              </a:ext>
            </a:extLst>
          </p:cNvPr>
          <p:cNvSpPr txBox="1"/>
          <p:nvPr/>
        </p:nvSpPr>
        <p:spPr>
          <a:xfrm>
            <a:off x="3983093" y="1853539"/>
            <a:ext cx="808500" cy="35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800"/>
              <a:t>1 Request</a:t>
            </a:r>
            <a:br>
              <a:rPr lang="en-GB" sz="800"/>
            </a:br>
            <a:r>
              <a:rPr lang="en-GB" sz="800"/>
              <a:t>Per Day</a:t>
            </a:r>
            <a:endParaRPr sz="800"/>
          </a:p>
        </p:txBody>
      </p:sp>
      <p:sp>
        <p:nvSpPr>
          <p:cNvPr id="39" name="Google Shape;190;p21">
            <a:extLst>
              <a:ext uri="{FF2B5EF4-FFF2-40B4-BE49-F238E27FC236}">
                <a16:creationId xmlns:a16="http://schemas.microsoft.com/office/drawing/2014/main" id="{487EC3A0-D820-7D42-8BFB-24D3D43A84BA}"/>
              </a:ext>
            </a:extLst>
          </p:cNvPr>
          <p:cNvSpPr/>
          <p:nvPr/>
        </p:nvSpPr>
        <p:spPr>
          <a:xfrm>
            <a:off x="6297481" y="1180727"/>
            <a:ext cx="1772100" cy="2277000"/>
          </a:xfrm>
          <a:prstGeom prst="rect">
            <a:avLst/>
          </a:prstGeom>
          <a:solidFill>
            <a:srgbClr val="4285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FFFFFF"/>
              </a:solidFill>
              <a:latin typeface="Montserrat"/>
              <a:ea typeface="Montserrat"/>
              <a:cs typeface="Montserrat"/>
              <a:sym typeface="Montserrat"/>
            </a:endParaRPr>
          </a:p>
        </p:txBody>
      </p:sp>
      <p:sp>
        <p:nvSpPr>
          <p:cNvPr id="40" name="Google Shape;191;p21">
            <a:extLst>
              <a:ext uri="{FF2B5EF4-FFF2-40B4-BE49-F238E27FC236}">
                <a16:creationId xmlns:a16="http://schemas.microsoft.com/office/drawing/2014/main" id="{416DEE47-7C0D-F411-5C76-55485D372C2D}"/>
              </a:ext>
            </a:extLst>
          </p:cNvPr>
          <p:cNvSpPr/>
          <p:nvPr/>
        </p:nvSpPr>
        <p:spPr>
          <a:xfrm>
            <a:off x="6297481" y="3441852"/>
            <a:ext cx="1772100" cy="144000"/>
          </a:xfrm>
          <a:prstGeom prst="rect">
            <a:avLst/>
          </a:prstGeom>
          <a:solidFill>
            <a:srgbClr val="56555A"/>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600">
                <a:solidFill>
                  <a:srgbClr val="FFFFFF"/>
                </a:solidFill>
                <a:latin typeface="Montserrat"/>
                <a:ea typeface="Montserrat"/>
                <a:cs typeface="Montserrat"/>
                <a:sym typeface="Montserrat"/>
              </a:rPr>
              <a:t>Project APIs Raw</a:t>
            </a:r>
            <a:endParaRPr sz="600">
              <a:solidFill>
                <a:srgbClr val="FFFFFF"/>
              </a:solidFill>
              <a:latin typeface="Montserrat"/>
              <a:ea typeface="Montserrat"/>
              <a:cs typeface="Montserrat"/>
              <a:sym typeface="Montserrat"/>
            </a:endParaRPr>
          </a:p>
        </p:txBody>
      </p:sp>
      <p:pic>
        <p:nvPicPr>
          <p:cNvPr id="41" name="Google Shape;192;p21">
            <a:extLst>
              <a:ext uri="{FF2B5EF4-FFF2-40B4-BE49-F238E27FC236}">
                <a16:creationId xmlns:a16="http://schemas.microsoft.com/office/drawing/2014/main" id="{1D861AF1-7E01-9F04-C910-1BB2B01C1A18}"/>
              </a:ext>
            </a:extLst>
          </p:cNvPr>
          <p:cNvPicPr preferRelativeResize="0"/>
          <p:nvPr/>
        </p:nvPicPr>
        <p:blipFill rotWithShape="1">
          <a:blip r:embed="rId6">
            <a:alphaModFix/>
          </a:blip>
          <a:srcRect/>
          <a:stretch/>
        </p:blipFill>
        <p:spPr>
          <a:xfrm>
            <a:off x="6593676" y="1251854"/>
            <a:ext cx="167100" cy="167100"/>
          </a:xfrm>
          <a:prstGeom prst="rect">
            <a:avLst/>
          </a:prstGeom>
          <a:noFill/>
          <a:ln>
            <a:noFill/>
          </a:ln>
        </p:spPr>
      </p:pic>
      <p:sp>
        <p:nvSpPr>
          <p:cNvPr id="42" name="Google Shape;193;p21">
            <a:extLst>
              <a:ext uri="{FF2B5EF4-FFF2-40B4-BE49-F238E27FC236}">
                <a16:creationId xmlns:a16="http://schemas.microsoft.com/office/drawing/2014/main" id="{CF511F60-CA48-F3F0-C614-9ECD0CB3AE31}"/>
              </a:ext>
            </a:extLst>
          </p:cNvPr>
          <p:cNvSpPr txBox="1"/>
          <p:nvPr/>
        </p:nvSpPr>
        <p:spPr>
          <a:xfrm>
            <a:off x="6785306" y="1212252"/>
            <a:ext cx="801600" cy="2463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GB" sz="700">
                <a:solidFill>
                  <a:srgbClr val="FFFFFF"/>
                </a:solidFill>
                <a:latin typeface="Montserrat"/>
                <a:ea typeface="Montserrat"/>
                <a:cs typeface="Montserrat"/>
                <a:sym typeface="Montserrat"/>
              </a:rPr>
              <a:t>Cloud Storage</a:t>
            </a:r>
            <a:endParaRPr sz="700">
              <a:solidFill>
                <a:srgbClr val="FFFFFF"/>
              </a:solidFill>
              <a:latin typeface="Montserrat"/>
              <a:ea typeface="Montserrat"/>
              <a:cs typeface="Montserrat"/>
              <a:sym typeface="Montserrat"/>
            </a:endParaRPr>
          </a:p>
        </p:txBody>
      </p:sp>
      <p:pic>
        <p:nvPicPr>
          <p:cNvPr id="43" name="Google Shape;194;p21">
            <a:extLst>
              <a:ext uri="{FF2B5EF4-FFF2-40B4-BE49-F238E27FC236}">
                <a16:creationId xmlns:a16="http://schemas.microsoft.com/office/drawing/2014/main" id="{C6103CF1-6E6C-92C1-D9E8-07D3355EC53F}"/>
              </a:ext>
            </a:extLst>
          </p:cNvPr>
          <p:cNvPicPr preferRelativeResize="0"/>
          <p:nvPr/>
        </p:nvPicPr>
        <p:blipFill rotWithShape="1">
          <a:blip r:embed="rId7">
            <a:alphaModFix/>
          </a:blip>
          <a:srcRect l="61403"/>
          <a:stretch/>
        </p:blipFill>
        <p:spPr>
          <a:xfrm>
            <a:off x="6348214" y="1511421"/>
            <a:ext cx="145495" cy="153575"/>
          </a:xfrm>
          <a:prstGeom prst="rect">
            <a:avLst/>
          </a:prstGeom>
          <a:noFill/>
          <a:ln>
            <a:noFill/>
          </a:ln>
        </p:spPr>
      </p:pic>
      <p:pic>
        <p:nvPicPr>
          <p:cNvPr id="44" name="Google Shape;195;p21">
            <a:extLst>
              <a:ext uri="{FF2B5EF4-FFF2-40B4-BE49-F238E27FC236}">
                <a16:creationId xmlns:a16="http://schemas.microsoft.com/office/drawing/2014/main" id="{861502CF-FD4D-1C77-7488-03F1ADE499B6}"/>
              </a:ext>
            </a:extLst>
          </p:cNvPr>
          <p:cNvPicPr preferRelativeResize="0"/>
          <p:nvPr/>
        </p:nvPicPr>
        <p:blipFill>
          <a:blip r:embed="rId8">
            <a:alphaModFix/>
          </a:blip>
          <a:stretch>
            <a:fillRect/>
          </a:stretch>
        </p:blipFill>
        <p:spPr>
          <a:xfrm>
            <a:off x="6540550" y="1692902"/>
            <a:ext cx="174517" cy="153575"/>
          </a:xfrm>
          <a:prstGeom prst="rect">
            <a:avLst/>
          </a:prstGeom>
          <a:noFill/>
          <a:ln>
            <a:noFill/>
          </a:ln>
        </p:spPr>
      </p:pic>
      <p:cxnSp>
        <p:nvCxnSpPr>
          <p:cNvPr id="45" name="Google Shape;196;p21">
            <a:extLst>
              <a:ext uri="{FF2B5EF4-FFF2-40B4-BE49-F238E27FC236}">
                <a16:creationId xmlns:a16="http://schemas.microsoft.com/office/drawing/2014/main" id="{7EDFD4D2-EA31-E051-08EE-75C21AC791A6}"/>
              </a:ext>
            </a:extLst>
          </p:cNvPr>
          <p:cNvCxnSpPr>
            <a:stCxn id="44" idx="2"/>
            <a:endCxn id="53" idx="1"/>
          </p:cNvCxnSpPr>
          <p:nvPr/>
        </p:nvCxnSpPr>
        <p:spPr>
          <a:xfrm rot="-5400000" flipH="1">
            <a:off x="6625108" y="1849177"/>
            <a:ext cx="107100" cy="101700"/>
          </a:xfrm>
          <a:prstGeom prst="bentConnector2">
            <a:avLst/>
          </a:prstGeom>
          <a:noFill/>
          <a:ln w="9525" cap="flat" cmpd="sng">
            <a:solidFill>
              <a:schemeClr val="lt1"/>
            </a:solidFill>
            <a:prstDash val="solid"/>
            <a:round/>
            <a:headEnd type="none" w="med" len="med"/>
            <a:tailEnd type="none" w="med" len="med"/>
          </a:ln>
        </p:spPr>
      </p:cxnSp>
      <p:sp>
        <p:nvSpPr>
          <p:cNvPr id="46" name="Google Shape;198;p21">
            <a:extLst>
              <a:ext uri="{FF2B5EF4-FFF2-40B4-BE49-F238E27FC236}">
                <a16:creationId xmlns:a16="http://schemas.microsoft.com/office/drawing/2014/main" id="{03CDF26F-AABE-B4C4-A8B1-E269EB4A63DB}"/>
              </a:ext>
            </a:extLst>
          </p:cNvPr>
          <p:cNvSpPr txBox="1"/>
          <p:nvPr/>
        </p:nvSpPr>
        <p:spPr>
          <a:xfrm>
            <a:off x="6547306" y="1507852"/>
            <a:ext cx="1327500" cy="19233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800" b="1" dirty="0">
                <a:solidFill>
                  <a:schemeClr val="lt1"/>
                </a:solidFill>
                <a:latin typeface="Montserrat"/>
                <a:ea typeface="Montserrat"/>
                <a:cs typeface="Montserrat"/>
                <a:sym typeface="Montserrat"/>
              </a:rPr>
              <a:t>pt-nlyt-raw-apis-78124</a:t>
            </a:r>
            <a:endParaRPr sz="800" b="1" dirty="0">
              <a:solidFill>
                <a:schemeClr val="lt1"/>
              </a:solidFill>
              <a:latin typeface="Montserrat"/>
              <a:ea typeface="Montserrat"/>
              <a:cs typeface="Montserrat"/>
              <a:sym typeface="Montserrat"/>
            </a:endParaRPr>
          </a:p>
        </p:txBody>
      </p:sp>
      <p:sp>
        <p:nvSpPr>
          <p:cNvPr id="47" name="Google Shape;199;p21">
            <a:extLst>
              <a:ext uri="{FF2B5EF4-FFF2-40B4-BE49-F238E27FC236}">
                <a16:creationId xmlns:a16="http://schemas.microsoft.com/office/drawing/2014/main" id="{019BDBEC-5D19-D021-EB31-447CD93CF0B3}"/>
              </a:ext>
            </a:extLst>
          </p:cNvPr>
          <p:cNvSpPr txBox="1"/>
          <p:nvPr/>
        </p:nvSpPr>
        <p:spPr>
          <a:xfrm>
            <a:off x="6715384" y="1681190"/>
            <a:ext cx="909300" cy="177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00" b="1" dirty="0" err="1">
                <a:solidFill>
                  <a:schemeClr val="lt1"/>
                </a:solidFill>
                <a:latin typeface="Montserrat"/>
                <a:ea typeface="Montserrat"/>
                <a:cs typeface="Montserrat"/>
                <a:sym typeface="Montserrat"/>
              </a:rPr>
              <a:t>lighthouse_api</a:t>
            </a:r>
            <a:endParaRPr sz="700" b="1" dirty="0">
              <a:solidFill>
                <a:schemeClr val="lt1"/>
              </a:solidFill>
              <a:latin typeface="Montserrat"/>
              <a:ea typeface="Montserrat"/>
              <a:cs typeface="Montserrat"/>
              <a:sym typeface="Montserrat"/>
            </a:endParaRPr>
          </a:p>
        </p:txBody>
      </p:sp>
      <p:sp>
        <p:nvSpPr>
          <p:cNvPr id="48" name="Google Shape;200;p21">
            <a:extLst>
              <a:ext uri="{FF2B5EF4-FFF2-40B4-BE49-F238E27FC236}">
                <a16:creationId xmlns:a16="http://schemas.microsoft.com/office/drawing/2014/main" id="{4A707D4B-6503-94C9-DC66-3A025545474B}"/>
              </a:ext>
            </a:extLst>
          </p:cNvPr>
          <p:cNvSpPr txBox="1"/>
          <p:nvPr/>
        </p:nvSpPr>
        <p:spPr>
          <a:xfrm>
            <a:off x="6896231" y="2086377"/>
            <a:ext cx="1034100" cy="177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00" b="1">
                <a:solidFill>
                  <a:schemeClr val="lt1"/>
                </a:solidFill>
                <a:latin typeface="Montserrat"/>
                <a:ea typeface="Montserrat"/>
                <a:cs typeface="Montserrat"/>
                <a:sym typeface="Montserrat"/>
              </a:rPr>
              <a:t>file1_20241102.json</a:t>
            </a:r>
            <a:endParaRPr sz="700" b="1">
              <a:solidFill>
                <a:schemeClr val="lt1"/>
              </a:solidFill>
              <a:latin typeface="Montserrat"/>
              <a:ea typeface="Montserrat"/>
              <a:cs typeface="Montserrat"/>
              <a:sym typeface="Montserrat"/>
            </a:endParaRPr>
          </a:p>
        </p:txBody>
      </p:sp>
      <p:sp>
        <p:nvSpPr>
          <p:cNvPr id="49" name="Google Shape;201;p21">
            <a:extLst>
              <a:ext uri="{FF2B5EF4-FFF2-40B4-BE49-F238E27FC236}">
                <a16:creationId xmlns:a16="http://schemas.microsoft.com/office/drawing/2014/main" id="{479F1E03-C18B-BC02-A0BF-BFAB8B84F3A8}"/>
              </a:ext>
            </a:extLst>
          </p:cNvPr>
          <p:cNvSpPr txBox="1"/>
          <p:nvPr/>
        </p:nvSpPr>
        <p:spPr>
          <a:xfrm>
            <a:off x="6920206" y="2285552"/>
            <a:ext cx="1034100" cy="177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00" b="1">
                <a:solidFill>
                  <a:schemeClr val="lt1"/>
                </a:solidFill>
                <a:latin typeface="Montserrat"/>
                <a:ea typeface="Montserrat"/>
                <a:cs typeface="Montserrat"/>
                <a:sym typeface="Montserrat"/>
              </a:rPr>
              <a:t>file2_20241103.json</a:t>
            </a:r>
            <a:endParaRPr sz="700" b="1">
              <a:solidFill>
                <a:schemeClr val="lt1"/>
              </a:solidFill>
              <a:latin typeface="Montserrat"/>
              <a:ea typeface="Montserrat"/>
              <a:cs typeface="Montserrat"/>
              <a:sym typeface="Montserrat"/>
            </a:endParaRPr>
          </a:p>
        </p:txBody>
      </p:sp>
      <p:cxnSp>
        <p:nvCxnSpPr>
          <p:cNvPr id="50" name="Google Shape;202;p21">
            <a:extLst>
              <a:ext uri="{FF2B5EF4-FFF2-40B4-BE49-F238E27FC236}">
                <a16:creationId xmlns:a16="http://schemas.microsoft.com/office/drawing/2014/main" id="{DF15E132-1A7E-2883-D600-0B0A18434405}"/>
              </a:ext>
            </a:extLst>
          </p:cNvPr>
          <p:cNvCxnSpPr>
            <a:stCxn id="53" idx="2"/>
            <a:endCxn id="48" idx="1"/>
          </p:cNvCxnSpPr>
          <p:nvPr/>
        </p:nvCxnSpPr>
        <p:spPr>
          <a:xfrm rot="-5400000" flipH="1">
            <a:off x="6784421" y="2062827"/>
            <a:ext cx="144300" cy="79500"/>
          </a:xfrm>
          <a:prstGeom prst="bentConnector2">
            <a:avLst/>
          </a:prstGeom>
          <a:noFill/>
          <a:ln w="9525" cap="flat" cmpd="sng">
            <a:solidFill>
              <a:schemeClr val="lt1"/>
            </a:solidFill>
            <a:prstDash val="solid"/>
            <a:round/>
            <a:headEnd type="none" w="med" len="med"/>
            <a:tailEnd type="none" w="med" len="med"/>
          </a:ln>
        </p:spPr>
      </p:cxnSp>
      <p:cxnSp>
        <p:nvCxnSpPr>
          <p:cNvPr id="51" name="Google Shape;203;p21">
            <a:extLst>
              <a:ext uri="{FF2B5EF4-FFF2-40B4-BE49-F238E27FC236}">
                <a16:creationId xmlns:a16="http://schemas.microsoft.com/office/drawing/2014/main" id="{CA68D8FC-1B60-6C58-AE35-236BB961316B}"/>
              </a:ext>
            </a:extLst>
          </p:cNvPr>
          <p:cNvCxnSpPr>
            <a:stCxn id="53" idx="2"/>
            <a:endCxn id="49" idx="1"/>
          </p:cNvCxnSpPr>
          <p:nvPr/>
        </p:nvCxnSpPr>
        <p:spPr>
          <a:xfrm rot="-5400000" flipH="1">
            <a:off x="6696821" y="2150427"/>
            <a:ext cx="343500" cy="103500"/>
          </a:xfrm>
          <a:prstGeom prst="bentConnector2">
            <a:avLst/>
          </a:prstGeom>
          <a:noFill/>
          <a:ln w="9525" cap="flat" cmpd="sng">
            <a:solidFill>
              <a:schemeClr val="lt1"/>
            </a:solidFill>
            <a:prstDash val="solid"/>
            <a:round/>
            <a:headEnd type="none" w="med" len="med"/>
            <a:tailEnd type="none" w="med" len="med"/>
          </a:ln>
        </p:spPr>
      </p:cxnSp>
      <p:cxnSp>
        <p:nvCxnSpPr>
          <p:cNvPr id="52" name="Google Shape;204;p21">
            <a:extLst>
              <a:ext uri="{FF2B5EF4-FFF2-40B4-BE49-F238E27FC236}">
                <a16:creationId xmlns:a16="http://schemas.microsoft.com/office/drawing/2014/main" id="{DF09C32B-2B01-6127-CC54-56A848566133}"/>
              </a:ext>
            </a:extLst>
          </p:cNvPr>
          <p:cNvCxnSpPr>
            <a:stCxn id="43" idx="2"/>
            <a:endCxn id="44" idx="1"/>
          </p:cNvCxnSpPr>
          <p:nvPr/>
        </p:nvCxnSpPr>
        <p:spPr>
          <a:xfrm rot="-5400000" flipH="1">
            <a:off x="6428462" y="1657496"/>
            <a:ext cx="104700" cy="119700"/>
          </a:xfrm>
          <a:prstGeom prst="bentConnector2">
            <a:avLst/>
          </a:prstGeom>
          <a:noFill/>
          <a:ln w="9525" cap="flat" cmpd="sng">
            <a:solidFill>
              <a:schemeClr val="lt1"/>
            </a:solidFill>
            <a:prstDash val="solid"/>
            <a:round/>
            <a:headEnd type="none" w="med" len="med"/>
            <a:tailEnd type="none" w="med" len="med"/>
          </a:ln>
        </p:spPr>
      </p:cxnSp>
      <p:pic>
        <p:nvPicPr>
          <p:cNvPr id="53" name="Google Shape;197;p21">
            <a:extLst>
              <a:ext uri="{FF2B5EF4-FFF2-40B4-BE49-F238E27FC236}">
                <a16:creationId xmlns:a16="http://schemas.microsoft.com/office/drawing/2014/main" id="{CAFC7B63-5314-F3A9-25C8-6ED14326359B}"/>
              </a:ext>
            </a:extLst>
          </p:cNvPr>
          <p:cNvPicPr preferRelativeResize="0"/>
          <p:nvPr/>
        </p:nvPicPr>
        <p:blipFill>
          <a:blip r:embed="rId8">
            <a:alphaModFix/>
          </a:blip>
          <a:stretch>
            <a:fillRect/>
          </a:stretch>
        </p:blipFill>
        <p:spPr>
          <a:xfrm>
            <a:off x="6729562" y="1876852"/>
            <a:ext cx="174517" cy="153575"/>
          </a:xfrm>
          <a:prstGeom prst="rect">
            <a:avLst/>
          </a:prstGeom>
          <a:noFill/>
          <a:ln>
            <a:noFill/>
          </a:ln>
        </p:spPr>
      </p:pic>
      <p:sp>
        <p:nvSpPr>
          <p:cNvPr id="54" name="Google Shape;205;p21">
            <a:extLst>
              <a:ext uri="{FF2B5EF4-FFF2-40B4-BE49-F238E27FC236}">
                <a16:creationId xmlns:a16="http://schemas.microsoft.com/office/drawing/2014/main" id="{A36A8476-9BB2-E531-0187-483C7805F7E2}"/>
              </a:ext>
            </a:extLst>
          </p:cNvPr>
          <p:cNvSpPr txBox="1"/>
          <p:nvPr/>
        </p:nvSpPr>
        <p:spPr>
          <a:xfrm>
            <a:off x="6904396" y="1865140"/>
            <a:ext cx="909300" cy="177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00" b="1">
                <a:solidFill>
                  <a:schemeClr val="lt1"/>
                </a:solidFill>
                <a:latin typeface="Montserrat"/>
                <a:ea typeface="Montserrat"/>
                <a:cs typeface="Montserrat"/>
                <a:sym typeface="Montserrat"/>
              </a:rPr>
              <a:t>hotels_api</a:t>
            </a:r>
            <a:endParaRPr sz="700" b="1">
              <a:solidFill>
                <a:schemeClr val="lt1"/>
              </a:solidFill>
              <a:latin typeface="Montserrat"/>
              <a:ea typeface="Montserrat"/>
              <a:cs typeface="Montserrat"/>
              <a:sym typeface="Montserrat"/>
            </a:endParaRPr>
          </a:p>
        </p:txBody>
      </p:sp>
      <p:sp>
        <p:nvSpPr>
          <p:cNvPr id="55" name="Google Shape;206;p21">
            <a:extLst>
              <a:ext uri="{FF2B5EF4-FFF2-40B4-BE49-F238E27FC236}">
                <a16:creationId xmlns:a16="http://schemas.microsoft.com/office/drawing/2014/main" id="{D29147C5-8FAD-993B-9811-F23EE0D4A912}"/>
              </a:ext>
            </a:extLst>
          </p:cNvPr>
          <p:cNvSpPr/>
          <p:nvPr/>
        </p:nvSpPr>
        <p:spPr>
          <a:xfrm>
            <a:off x="8532768" y="1222839"/>
            <a:ext cx="1632900" cy="2246100"/>
          </a:xfrm>
          <a:prstGeom prst="rect">
            <a:avLst/>
          </a:prstGeom>
          <a:solidFill>
            <a:srgbClr val="F852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800">
              <a:solidFill>
                <a:srgbClr val="FFFFFF"/>
              </a:solidFill>
              <a:latin typeface="Montserrat"/>
              <a:ea typeface="Montserrat"/>
              <a:cs typeface="Montserrat"/>
              <a:sym typeface="Montserrat"/>
            </a:endParaRPr>
          </a:p>
        </p:txBody>
      </p:sp>
      <p:sp>
        <p:nvSpPr>
          <p:cNvPr id="56" name="Google Shape;207;p21">
            <a:extLst>
              <a:ext uri="{FF2B5EF4-FFF2-40B4-BE49-F238E27FC236}">
                <a16:creationId xmlns:a16="http://schemas.microsoft.com/office/drawing/2014/main" id="{AD116BDC-E4E4-E410-E2DF-CED43F123EEA}"/>
              </a:ext>
            </a:extLst>
          </p:cNvPr>
          <p:cNvSpPr/>
          <p:nvPr/>
        </p:nvSpPr>
        <p:spPr>
          <a:xfrm>
            <a:off x="8532767" y="3468927"/>
            <a:ext cx="1632900" cy="144000"/>
          </a:xfrm>
          <a:prstGeom prst="rect">
            <a:avLst/>
          </a:prstGeom>
          <a:solidFill>
            <a:srgbClr val="56555A"/>
          </a:solidFill>
          <a:ln>
            <a:noFill/>
          </a:ln>
        </p:spPr>
        <p:txBody>
          <a:bodyPr spcFirstLastPara="1" wrap="square" lIns="0" tIns="0" rIns="0" bIns="0" anchor="ctr" anchorCtr="0">
            <a:noAutofit/>
          </a:bodyPr>
          <a:lstStyle/>
          <a:p>
            <a:pPr marL="0" lvl="0" indent="0" algn="ctr" rtl="0">
              <a:spcBef>
                <a:spcPts val="0"/>
              </a:spcBef>
              <a:spcAft>
                <a:spcPts val="0"/>
              </a:spcAft>
              <a:buNone/>
            </a:pPr>
            <a:r>
              <a:rPr lang="en-GB" sz="600">
                <a:solidFill>
                  <a:srgbClr val="FFFFFF"/>
                </a:solidFill>
                <a:latin typeface="Montserrat"/>
                <a:ea typeface="Montserrat"/>
                <a:cs typeface="Montserrat"/>
                <a:sym typeface="Montserrat"/>
              </a:rPr>
              <a:t>Databricks Workspace</a:t>
            </a:r>
            <a:endParaRPr sz="600">
              <a:solidFill>
                <a:srgbClr val="FFFFFF"/>
              </a:solidFill>
              <a:latin typeface="Montserrat"/>
              <a:ea typeface="Montserrat"/>
              <a:cs typeface="Montserrat"/>
              <a:sym typeface="Montserrat"/>
            </a:endParaRPr>
          </a:p>
        </p:txBody>
      </p:sp>
      <p:pic>
        <p:nvPicPr>
          <p:cNvPr id="57" name="Google Shape;208;p21">
            <a:extLst>
              <a:ext uri="{FF2B5EF4-FFF2-40B4-BE49-F238E27FC236}">
                <a16:creationId xmlns:a16="http://schemas.microsoft.com/office/drawing/2014/main" id="{07B86CD1-6145-042D-D200-CFAF4BC8083B}"/>
              </a:ext>
            </a:extLst>
          </p:cNvPr>
          <p:cNvPicPr preferRelativeResize="0"/>
          <p:nvPr/>
        </p:nvPicPr>
        <p:blipFill rotWithShape="1">
          <a:blip r:embed="rId5">
            <a:alphaModFix/>
          </a:blip>
          <a:srcRect t="20918" r="70058" b="21991"/>
          <a:stretch/>
        </p:blipFill>
        <p:spPr>
          <a:xfrm>
            <a:off x="8859931" y="1328452"/>
            <a:ext cx="203675" cy="194175"/>
          </a:xfrm>
          <a:prstGeom prst="rect">
            <a:avLst/>
          </a:prstGeom>
          <a:noFill/>
          <a:ln>
            <a:noFill/>
          </a:ln>
        </p:spPr>
      </p:pic>
      <p:sp>
        <p:nvSpPr>
          <p:cNvPr id="58" name="Google Shape;209;p21">
            <a:extLst>
              <a:ext uri="{FF2B5EF4-FFF2-40B4-BE49-F238E27FC236}">
                <a16:creationId xmlns:a16="http://schemas.microsoft.com/office/drawing/2014/main" id="{69937583-01ED-0C0E-D165-F82E4EFC1E6B}"/>
              </a:ext>
            </a:extLst>
          </p:cNvPr>
          <p:cNvSpPr/>
          <p:nvPr/>
        </p:nvSpPr>
        <p:spPr>
          <a:xfrm>
            <a:off x="8766456" y="1602539"/>
            <a:ext cx="1138200" cy="1941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700"/>
              <a:t>Autoloader</a:t>
            </a:r>
            <a:endParaRPr sz="700"/>
          </a:p>
        </p:txBody>
      </p:sp>
      <p:sp>
        <p:nvSpPr>
          <p:cNvPr id="59" name="Google Shape;210;p21">
            <a:extLst>
              <a:ext uri="{FF2B5EF4-FFF2-40B4-BE49-F238E27FC236}">
                <a16:creationId xmlns:a16="http://schemas.microsoft.com/office/drawing/2014/main" id="{7858BE26-601D-A1DD-C568-6D64F3E19CF5}"/>
              </a:ext>
            </a:extLst>
          </p:cNvPr>
          <p:cNvSpPr txBox="1"/>
          <p:nvPr/>
        </p:nvSpPr>
        <p:spPr>
          <a:xfrm>
            <a:off x="9063593" y="1248539"/>
            <a:ext cx="801600" cy="3540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GB" sz="700">
                <a:solidFill>
                  <a:srgbClr val="FFFFFF"/>
                </a:solidFill>
                <a:latin typeface="Montserrat"/>
                <a:ea typeface="Montserrat"/>
                <a:cs typeface="Montserrat"/>
                <a:sym typeface="Montserrat"/>
              </a:rPr>
              <a:t>Databricks</a:t>
            </a:r>
            <a:br>
              <a:rPr lang="en-GB" sz="700">
                <a:solidFill>
                  <a:srgbClr val="FFFFFF"/>
                </a:solidFill>
                <a:latin typeface="Montserrat"/>
                <a:ea typeface="Montserrat"/>
                <a:cs typeface="Montserrat"/>
                <a:sym typeface="Montserrat"/>
              </a:rPr>
            </a:br>
            <a:r>
              <a:rPr lang="en-GB" sz="700">
                <a:solidFill>
                  <a:srgbClr val="FFFFFF"/>
                </a:solidFill>
                <a:latin typeface="Montserrat"/>
                <a:ea typeface="Montserrat"/>
                <a:cs typeface="Montserrat"/>
                <a:sym typeface="Montserrat"/>
              </a:rPr>
              <a:t>Enterprise DW</a:t>
            </a:r>
            <a:endParaRPr sz="700">
              <a:solidFill>
                <a:srgbClr val="FFFFFF"/>
              </a:solidFill>
              <a:latin typeface="Montserrat"/>
              <a:ea typeface="Montserrat"/>
              <a:cs typeface="Montserrat"/>
              <a:sym typeface="Montserrat"/>
            </a:endParaRPr>
          </a:p>
        </p:txBody>
      </p:sp>
      <p:sp>
        <p:nvSpPr>
          <p:cNvPr id="60" name="Google Shape;211;p21">
            <a:extLst>
              <a:ext uri="{FF2B5EF4-FFF2-40B4-BE49-F238E27FC236}">
                <a16:creationId xmlns:a16="http://schemas.microsoft.com/office/drawing/2014/main" id="{D1132C14-019D-1E72-CA0F-A58B426E4AF4}"/>
              </a:ext>
            </a:extLst>
          </p:cNvPr>
          <p:cNvSpPr txBox="1"/>
          <p:nvPr/>
        </p:nvSpPr>
        <p:spPr>
          <a:xfrm rot="1207">
            <a:off x="8489880" y="2332939"/>
            <a:ext cx="1708200" cy="276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600" b="1">
                <a:solidFill>
                  <a:schemeClr val="lt1"/>
                </a:solidFill>
                <a:latin typeface="Montserrat"/>
                <a:ea typeface="Montserrat"/>
                <a:cs typeface="Montserrat"/>
                <a:sym typeface="Montserrat"/>
              </a:rPr>
              <a:t>Data Transformation Options</a:t>
            </a:r>
            <a:endParaRPr sz="600" b="1">
              <a:solidFill>
                <a:schemeClr val="lt1"/>
              </a:solidFill>
              <a:latin typeface="Montserrat"/>
              <a:ea typeface="Montserrat"/>
              <a:cs typeface="Montserrat"/>
              <a:sym typeface="Montserrat"/>
            </a:endParaRPr>
          </a:p>
        </p:txBody>
      </p:sp>
      <p:sp>
        <p:nvSpPr>
          <p:cNvPr id="61" name="Google Shape;212;p21">
            <a:extLst>
              <a:ext uri="{FF2B5EF4-FFF2-40B4-BE49-F238E27FC236}">
                <a16:creationId xmlns:a16="http://schemas.microsoft.com/office/drawing/2014/main" id="{0B013A90-6D55-FF4D-905C-3BEFBA8776D3}"/>
              </a:ext>
            </a:extLst>
          </p:cNvPr>
          <p:cNvSpPr txBox="1"/>
          <p:nvPr/>
        </p:nvSpPr>
        <p:spPr>
          <a:xfrm>
            <a:off x="8660481" y="1844489"/>
            <a:ext cx="1306200" cy="554100"/>
          </a:xfrm>
          <a:prstGeom prst="rect">
            <a:avLst/>
          </a:prstGeom>
          <a:noFill/>
          <a:ln>
            <a:noFill/>
          </a:ln>
        </p:spPr>
        <p:txBody>
          <a:bodyPr spcFirstLastPara="1" wrap="square" lIns="91425" tIns="91425" rIns="91425" bIns="91425" anchor="t" anchorCtr="0">
            <a:spAutoFit/>
          </a:bodyPr>
          <a:lstStyle/>
          <a:p>
            <a:pPr marL="316800" lvl="0" indent="-149900" algn="l" rtl="0">
              <a:lnSpc>
                <a:spcPct val="60000"/>
              </a:lnSpc>
              <a:spcBef>
                <a:spcPts val="0"/>
              </a:spcBef>
              <a:spcAft>
                <a:spcPts val="0"/>
              </a:spcAft>
              <a:buClr>
                <a:schemeClr val="lt1"/>
              </a:buClr>
              <a:buSzPts val="1000"/>
              <a:buChar char="●"/>
            </a:pPr>
            <a:r>
              <a:rPr lang="en-GB" sz="700" dirty="0">
                <a:solidFill>
                  <a:schemeClr val="lt1"/>
                </a:solidFill>
                <a:latin typeface="Montserrat"/>
                <a:ea typeface="Montserrat"/>
                <a:cs typeface="Montserrat"/>
                <a:sym typeface="Montserrat"/>
              </a:rPr>
              <a:t>Feed</a:t>
            </a:r>
            <a:endParaRPr sz="700" dirty="0">
              <a:solidFill>
                <a:schemeClr val="lt1"/>
              </a:solidFill>
              <a:latin typeface="Montserrat"/>
              <a:ea typeface="Montserrat"/>
              <a:cs typeface="Montserrat"/>
              <a:sym typeface="Montserrat"/>
            </a:endParaRPr>
          </a:p>
          <a:p>
            <a:pPr marL="316800" lvl="0" indent="-149900" algn="l" rtl="0">
              <a:lnSpc>
                <a:spcPct val="60000"/>
              </a:lnSpc>
              <a:spcBef>
                <a:spcPts val="0"/>
              </a:spcBef>
              <a:spcAft>
                <a:spcPts val="0"/>
              </a:spcAft>
              <a:buClr>
                <a:schemeClr val="lt1"/>
              </a:buClr>
              <a:buSzPts val="1000"/>
              <a:buChar char="●"/>
            </a:pPr>
            <a:r>
              <a:rPr lang="en-GB" sz="700" dirty="0">
                <a:solidFill>
                  <a:schemeClr val="lt1"/>
                </a:solidFill>
                <a:latin typeface="Montserrat"/>
                <a:ea typeface="Montserrat"/>
                <a:cs typeface="Montserrat"/>
                <a:sym typeface="Montserrat"/>
              </a:rPr>
              <a:t>Staging</a:t>
            </a:r>
            <a:endParaRPr sz="700" dirty="0">
              <a:solidFill>
                <a:schemeClr val="lt1"/>
              </a:solidFill>
              <a:latin typeface="Montserrat"/>
              <a:ea typeface="Montserrat"/>
              <a:cs typeface="Montserrat"/>
              <a:sym typeface="Montserrat"/>
            </a:endParaRPr>
          </a:p>
          <a:p>
            <a:pPr marL="316800" lvl="0" indent="-149900" algn="l" rtl="0">
              <a:lnSpc>
                <a:spcPct val="60000"/>
              </a:lnSpc>
              <a:spcBef>
                <a:spcPts val="0"/>
              </a:spcBef>
              <a:spcAft>
                <a:spcPts val="0"/>
              </a:spcAft>
              <a:buClr>
                <a:schemeClr val="lt1"/>
              </a:buClr>
              <a:buSzPts val="1000"/>
              <a:buChar char="●"/>
            </a:pPr>
            <a:r>
              <a:rPr lang="en-GB" sz="700" dirty="0">
                <a:solidFill>
                  <a:schemeClr val="lt1"/>
                </a:solidFill>
                <a:latin typeface="Montserrat"/>
                <a:ea typeface="Montserrat"/>
                <a:cs typeface="Montserrat"/>
                <a:sym typeface="Montserrat"/>
              </a:rPr>
              <a:t>Persistent</a:t>
            </a:r>
            <a:endParaRPr sz="700" dirty="0">
              <a:solidFill>
                <a:schemeClr val="lt1"/>
              </a:solidFill>
              <a:latin typeface="Montserrat"/>
              <a:ea typeface="Montserrat"/>
              <a:cs typeface="Montserrat"/>
              <a:sym typeface="Montserrat"/>
            </a:endParaRPr>
          </a:p>
          <a:p>
            <a:pPr marL="316800" lvl="0" indent="-149900" algn="l" rtl="0">
              <a:lnSpc>
                <a:spcPct val="60000"/>
              </a:lnSpc>
              <a:spcBef>
                <a:spcPts val="0"/>
              </a:spcBef>
              <a:spcAft>
                <a:spcPts val="0"/>
              </a:spcAft>
              <a:buClr>
                <a:schemeClr val="lt1"/>
              </a:buClr>
              <a:buSzPts val="1000"/>
              <a:buChar char="●"/>
            </a:pPr>
            <a:r>
              <a:rPr lang="en-GB" sz="700" dirty="0">
                <a:solidFill>
                  <a:schemeClr val="lt1"/>
                </a:solidFill>
                <a:latin typeface="Montserrat"/>
                <a:ea typeface="Montserrat"/>
                <a:cs typeface="Montserrat"/>
                <a:sym typeface="Montserrat"/>
              </a:rPr>
              <a:t>Consumption</a:t>
            </a:r>
            <a:endParaRPr sz="1000" dirty="0">
              <a:solidFill>
                <a:schemeClr val="lt1"/>
              </a:solidFill>
            </a:endParaRPr>
          </a:p>
        </p:txBody>
      </p:sp>
      <p:cxnSp>
        <p:nvCxnSpPr>
          <p:cNvPr id="62" name="Google Shape;213;p21">
            <a:extLst>
              <a:ext uri="{FF2B5EF4-FFF2-40B4-BE49-F238E27FC236}">
                <a16:creationId xmlns:a16="http://schemas.microsoft.com/office/drawing/2014/main" id="{D9732B8B-8B8C-01A9-9401-C9F5AF64730C}"/>
              </a:ext>
            </a:extLst>
          </p:cNvPr>
          <p:cNvCxnSpPr>
            <a:stCxn id="58" idx="1"/>
          </p:cNvCxnSpPr>
          <p:nvPr/>
        </p:nvCxnSpPr>
        <p:spPr>
          <a:xfrm>
            <a:off x="8766456" y="1699589"/>
            <a:ext cx="180000" cy="258300"/>
          </a:xfrm>
          <a:prstGeom prst="bentConnector4">
            <a:avLst>
              <a:gd name="adj1" fmla="val -83368"/>
              <a:gd name="adj2" fmla="val 68786"/>
            </a:avLst>
          </a:prstGeom>
          <a:noFill/>
          <a:ln w="9525" cap="flat" cmpd="sng">
            <a:solidFill>
              <a:schemeClr val="lt1"/>
            </a:solidFill>
            <a:prstDash val="solid"/>
            <a:round/>
            <a:headEnd type="none" w="med" len="med"/>
            <a:tailEnd type="none" w="med" len="med"/>
          </a:ln>
        </p:spPr>
      </p:cxnSp>
      <p:grpSp>
        <p:nvGrpSpPr>
          <p:cNvPr id="63" name="Google Shape;214;p21">
            <a:extLst>
              <a:ext uri="{FF2B5EF4-FFF2-40B4-BE49-F238E27FC236}">
                <a16:creationId xmlns:a16="http://schemas.microsoft.com/office/drawing/2014/main" id="{DF8FBFB0-9948-E8DC-40B1-E0AF98E4B648}"/>
              </a:ext>
            </a:extLst>
          </p:cNvPr>
          <p:cNvGrpSpPr/>
          <p:nvPr/>
        </p:nvGrpSpPr>
        <p:grpSpPr>
          <a:xfrm>
            <a:off x="8986831" y="2611301"/>
            <a:ext cx="627600" cy="644925"/>
            <a:chOff x="5213175" y="3099662"/>
            <a:chExt cx="627600" cy="644925"/>
          </a:xfrm>
        </p:grpSpPr>
        <p:pic>
          <p:nvPicPr>
            <p:cNvPr id="64" name="Google Shape;215;p21">
              <a:extLst>
                <a:ext uri="{FF2B5EF4-FFF2-40B4-BE49-F238E27FC236}">
                  <a16:creationId xmlns:a16="http://schemas.microsoft.com/office/drawing/2014/main" id="{E4F294D5-BD75-1119-FAA6-8F8A4EDBAD7D}"/>
                </a:ext>
              </a:extLst>
            </p:cNvPr>
            <p:cNvPicPr preferRelativeResize="0"/>
            <p:nvPr/>
          </p:nvPicPr>
          <p:blipFill>
            <a:blip r:embed="rId9">
              <a:alphaModFix/>
            </a:blip>
            <a:stretch>
              <a:fillRect/>
            </a:stretch>
          </p:blipFill>
          <p:spPr>
            <a:xfrm>
              <a:off x="5357625" y="3099662"/>
              <a:ext cx="307801" cy="307801"/>
            </a:xfrm>
            <a:prstGeom prst="rect">
              <a:avLst/>
            </a:prstGeom>
            <a:noFill/>
            <a:ln>
              <a:noFill/>
            </a:ln>
          </p:spPr>
        </p:pic>
        <p:sp>
          <p:nvSpPr>
            <p:cNvPr id="65" name="Google Shape;216;p21">
              <a:extLst>
                <a:ext uri="{FF2B5EF4-FFF2-40B4-BE49-F238E27FC236}">
                  <a16:creationId xmlns:a16="http://schemas.microsoft.com/office/drawing/2014/main" id="{2E0D3719-131B-1694-AEFC-71FABDF7AE27}"/>
                </a:ext>
              </a:extLst>
            </p:cNvPr>
            <p:cNvSpPr txBox="1"/>
            <p:nvPr/>
          </p:nvSpPr>
          <p:spPr>
            <a:xfrm>
              <a:off x="5213175" y="3344388"/>
              <a:ext cx="627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GB" sz="700">
                  <a:solidFill>
                    <a:schemeClr val="lt1"/>
                  </a:solidFill>
                  <a:latin typeface="Montserrat"/>
                  <a:ea typeface="Montserrat"/>
                  <a:cs typeface="Montserrat"/>
                  <a:sym typeface="Montserrat"/>
                </a:rPr>
                <a:t>Delta Live Tables</a:t>
              </a:r>
              <a:endParaRPr>
                <a:solidFill>
                  <a:schemeClr val="lt1"/>
                </a:solidFill>
              </a:endParaRPr>
            </a:p>
          </p:txBody>
        </p:sp>
      </p:grpSp>
      <p:pic>
        <p:nvPicPr>
          <p:cNvPr id="66" name="Google Shape;217;p21">
            <a:extLst>
              <a:ext uri="{FF2B5EF4-FFF2-40B4-BE49-F238E27FC236}">
                <a16:creationId xmlns:a16="http://schemas.microsoft.com/office/drawing/2014/main" id="{24E0FBA5-11C8-0165-8A6E-09BC9184D2CB}"/>
              </a:ext>
            </a:extLst>
          </p:cNvPr>
          <p:cNvPicPr preferRelativeResize="0"/>
          <p:nvPr/>
        </p:nvPicPr>
        <p:blipFill>
          <a:blip r:embed="rId10">
            <a:alphaModFix/>
          </a:blip>
          <a:stretch>
            <a:fillRect/>
          </a:stretch>
        </p:blipFill>
        <p:spPr>
          <a:xfrm>
            <a:off x="3693343" y="1200067"/>
            <a:ext cx="1034100" cy="209868"/>
          </a:xfrm>
          <a:prstGeom prst="rect">
            <a:avLst/>
          </a:prstGeom>
          <a:noFill/>
          <a:ln>
            <a:noFill/>
          </a:ln>
        </p:spPr>
      </p:pic>
      <p:sp>
        <p:nvSpPr>
          <p:cNvPr id="67" name="Google Shape;218;p21">
            <a:extLst>
              <a:ext uri="{FF2B5EF4-FFF2-40B4-BE49-F238E27FC236}">
                <a16:creationId xmlns:a16="http://schemas.microsoft.com/office/drawing/2014/main" id="{E7594491-7398-3BC8-7E65-5B9DFEF60DF8}"/>
              </a:ext>
            </a:extLst>
          </p:cNvPr>
          <p:cNvSpPr/>
          <p:nvPr/>
        </p:nvSpPr>
        <p:spPr>
          <a:xfrm>
            <a:off x="3932693" y="1675464"/>
            <a:ext cx="909300" cy="277500"/>
          </a:xfrm>
          <a:prstGeom prst="roundRect">
            <a:avLst>
              <a:gd name="adj" fmla="val 16667"/>
            </a:avLst>
          </a:prstGeom>
          <a:solidFill>
            <a:srgbClr val="F9853C"/>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b="1">
                <a:solidFill>
                  <a:schemeClr val="lt1"/>
                </a:solidFill>
                <a:latin typeface="Google Sans"/>
                <a:ea typeface="Google Sans"/>
                <a:cs typeface="Google Sans"/>
                <a:sym typeface="Google Sans"/>
              </a:rPr>
              <a:t>Hotels API</a:t>
            </a:r>
            <a:endParaRPr sz="800" b="1">
              <a:solidFill>
                <a:schemeClr val="lt1"/>
              </a:solidFill>
              <a:latin typeface="Google Sans"/>
              <a:ea typeface="Google Sans"/>
              <a:cs typeface="Google Sans"/>
              <a:sym typeface="Google Sans"/>
            </a:endParaRPr>
          </a:p>
        </p:txBody>
      </p:sp>
      <p:sp>
        <p:nvSpPr>
          <p:cNvPr id="68" name="Google Shape;219;p21">
            <a:extLst>
              <a:ext uri="{FF2B5EF4-FFF2-40B4-BE49-F238E27FC236}">
                <a16:creationId xmlns:a16="http://schemas.microsoft.com/office/drawing/2014/main" id="{B5578F5C-E9C5-0803-3A9D-135FB33AE0F6}"/>
              </a:ext>
            </a:extLst>
          </p:cNvPr>
          <p:cNvSpPr/>
          <p:nvPr/>
        </p:nvSpPr>
        <p:spPr>
          <a:xfrm>
            <a:off x="3932693" y="2378114"/>
            <a:ext cx="909300" cy="328500"/>
          </a:xfrm>
          <a:prstGeom prst="roundRect">
            <a:avLst>
              <a:gd name="adj" fmla="val 16667"/>
            </a:avLst>
          </a:prstGeom>
          <a:solidFill>
            <a:srgbClr val="F9853C"/>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GB" sz="800" b="1">
                <a:solidFill>
                  <a:schemeClr val="lt1"/>
                </a:solidFill>
                <a:latin typeface="Google Sans"/>
                <a:ea typeface="Google Sans"/>
                <a:cs typeface="Google Sans"/>
                <a:sym typeface="Google Sans"/>
              </a:rPr>
              <a:t>Lowest Rates API</a:t>
            </a:r>
            <a:endParaRPr sz="800" b="1">
              <a:solidFill>
                <a:schemeClr val="lt1"/>
              </a:solidFill>
              <a:latin typeface="Google Sans"/>
              <a:ea typeface="Google Sans"/>
              <a:cs typeface="Google Sans"/>
              <a:sym typeface="Google Sans"/>
            </a:endParaRPr>
          </a:p>
        </p:txBody>
      </p:sp>
      <p:sp>
        <p:nvSpPr>
          <p:cNvPr id="69" name="Google Shape;220;p21">
            <a:extLst>
              <a:ext uri="{FF2B5EF4-FFF2-40B4-BE49-F238E27FC236}">
                <a16:creationId xmlns:a16="http://schemas.microsoft.com/office/drawing/2014/main" id="{17F8B0E0-BFD4-AF22-3470-C4817C85346A}"/>
              </a:ext>
            </a:extLst>
          </p:cNvPr>
          <p:cNvSpPr txBox="1"/>
          <p:nvPr/>
        </p:nvSpPr>
        <p:spPr>
          <a:xfrm>
            <a:off x="3983093" y="2651139"/>
            <a:ext cx="808500" cy="35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800"/>
              <a:t>1 Request</a:t>
            </a:r>
            <a:br>
              <a:rPr lang="en-GB" sz="800"/>
            </a:br>
            <a:r>
              <a:rPr lang="en-GB" sz="800"/>
              <a:t>Per Hour</a:t>
            </a:r>
            <a:endParaRPr sz="800"/>
          </a:p>
        </p:txBody>
      </p:sp>
      <p:cxnSp>
        <p:nvCxnSpPr>
          <p:cNvPr id="70" name="Google Shape;221;p21">
            <a:extLst>
              <a:ext uri="{FF2B5EF4-FFF2-40B4-BE49-F238E27FC236}">
                <a16:creationId xmlns:a16="http://schemas.microsoft.com/office/drawing/2014/main" id="{BA01381A-43B9-E2EA-973F-4E99AE4A802F}"/>
              </a:ext>
            </a:extLst>
          </p:cNvPr>
          <p:cNvCxnSpPr>
            <a:stCxn id="66" idx="1"/>
            <a:endCxn id="67" idx="1"/>
          </p:cNvCxnSpPr>
          <p:nvPr/>
        </p:nvCxnSpPr>
        <p:spPr>
          <a:xfrm>
            <a:off x="3693343" y="1305001"/>
            <a:ext cx="239400" cy="509100"/>
          </a:xfrm>
          <a:prstGeom prst="bentConnector3">
            <a:avLst>
              <a:gd name="adj1" fmla="val -99467"/>
            </a:avLst>
          </a:prstGeom>
          <a:noFill/>
          <a:ln w="19050" cap="flat" cmpd="sng">
            <a:solidFill>
              <a:srgbClr val="FCC354"/>
            </a:solidFill>
            <a:prstDash val="solid"/>
            <a:round/>
            <a:headEnd type="none" w="med" len="med"/>
            <a:tailEnd type="none" w="med" len="med"/>
          </a:ln>
        </p:spPr>
      </p:cxnSp>
      <p:cxnSp>
        <p:nvCxnSpPr>
          <p:cNvPr id="71" name="Google Shape;222;p21">
            <a:extLst>
              <a:ext uri="{FF2B5EF4-FFF2-40B4-BE49-F238E27FC236}">
                <a16:creationId xmlns:a16="http://schemas.microsoft.com/office/drawing/2014/main" id="{8B02C401-ECEE-6C5C-0276-33E5FB255397}"/>
              </a:ext>
            </a:extLst>
          </p:cNvPr>
          <p:cNvCxnSpPr>
            <a:stCxn id="66" idx="1"/>
            <a:endCxn id="68" idx="1"/>
          </p:cNvCxnSpPr>
          <p:nvPr/>
        </p:nvCxnSpPr>
        <p:spPr>
          <a:xfrm>
            <a:off x="3693343" y="1305001"/>
            <a:ext cx="239400" cy="1237500"/>
          </a:xfrm>
          <a:prstGeom prst="bentConnector3">
            <a:avLst>
              <a:gd name="adj1" fmla="val -99467"/>
            </a:avLst>
          </a:prstGeom>
          <a:noFill/>
          <a:ln w="19050" cap="flat" cmpd="sng">
            <a:solidFill>
              <a:srgbClr val="FCC354"/>
            </a:solidFill>
            <a:prstDash val="solid"/>
            <a:round/>
            <a:headEnd type="none" w="med" len="med"/>
            <a:tailEnd type="none" w="med" len="med"/>
          </a:ln>
        </p:spPr>
      </p:cxnSp>
      <p:sp>
        <p:nvSpPr>
          <p:cNvPr id="72" name="Google Shape;223;p21">
            <a:extLst>
              <a:ext uri="{FF2B5EF4-FFF2-40B4-BE49-F238E27FC236}">
                <a16:creationId xmlns:a16="http://schemas.microsoft.com/office/drawing/2014/main" id="{0C00B2D4-92C6-0592-ECD5-407CABA0E94D}"/>
              </a:ext>
            </a:extLst>
          </p:cNvPr>
          <p:cNvSpPr/>
          <p:nvPr/>
        </p:nvSpPr>
        <p:spPr>
          <a:xfrm>
            <a:off x="5113722" y="2357717"/>
            <a:ext cx="222900" cy="369300"/>
          </a:xfrm>
          <a:prstGeom prst="homePlate">
            <a:avLst>
              <a:gd name="adj" fmla="val 50000"/>
            </a:avLst>
          </a:prstGeom>
          <a:solidFill>
            <a:srgbClr val="FBFBF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pic>
        <p:nvPicPr>
          <p:cNvPr id="73" name="Google Shape;224;p21">
            <a:extLst>
              <a:ext uri="{FF2B5EF4-FFF2-40B4-BE49-F238E27FC236}">
                <a16:creationId xmlns:a16="http://schemas.microsoft.com/office/drawing/2014/main" id="{1C2571EC-BBDD-BDE5-6D7C-FE78BC65DBC6}"/>
              </a:ext>
            </a:extLst>
          </p:cNvPr>
          <p:cNvPicPr preferRelativeResize="0"/>
          <p:nvPr/>
        </p:nvPicPr>
        <p:blipFill>
          <a:blip r:embed="rId4">
            <a:alphaModFix/>
          </a:blip>
          <a:stretch>
            <a:fillRect/>
          </a:stretch>
        </p:blipFill>
        <p:spPr>
          <a:xfrm>
            <a:off x="5346568" y="2327714"/>
            <a:ext cx="492600" cy="429282"/>
          </a:xfrm>
          <a:prstGeom prst="rect">
            <a:avLst/>
          </a:prstGeom>
          <a:noFill/>
          <a:ln>
            <a:noFill/>
          </a:ln>
        </p:spPr>
      </p:pic>
      <p:sp>
        <p:nvSpPr>
          <p:cNvPr id="74" name="Google Shape;225;p21">
            <a:extLst>
              <a:ext uri="{FF2B5EF4-FFF2-40B4-BE49-F238E27FC236}">
                <a16:creationId xmlns:a16="http://schemas.microsoft.com/office/drawing/2014/main" id="{E6707F98-3841-1578-9F3A-CFBBDC647242}"/>
              </a:ext>
            </a:extLst>
          </p:cNvPr>
          <p:cNvSpPr/>
          <p:nvPr/>
        </p:nvSpPr>
        <p:spPr>
          <a:xfrm>
            <a:off x="5913082" y="2313817"/>
            <a:ext cx="222900" cy="369300"/>
          </a:xfrm>
          <a:prstGeom prst="homePlate">
            <a:avLst>
              <a:gd name="adj" fmla="val 50000"/>
            </a:avLst>
          </a:prstGeom>
          <a:solidFill>
            <a:srgbClr val="EFEF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cxnSp>
        <p:nvCxnSpPr>
          <p:cNvPr id="75" name="Google Shape;226;p21">
            <a:extLst>
              <a:ext uri="{FF2B5EF4-FFF2-40B4-BE49-F238E27FC236}">
                <a16:creationId xmlns:a16="http://schemas.microsoft.com/office/drawing/2014/main" id="{8A301324-D8E3-6997-0C8C-AFF9E54B6276}"/>
              </a:ext>
            </a:extLst>
          </p:cNvPr>
          <p:cNvCxnSpPr>
            <a:stCxn id="44" idx="2"/>
            <a:endCxn id="76" idx="1"/>
          </p:cNvCxnSpPr>
          <p:nvPr/>
        </p:nvCxnSpPr>
        <p:spPr>
          <a:xfrm rot="-5400000" flipH="1">
            <a:off x="6292558" y="2181727"/>
            <a:ext cx="803400" cy="132900"/>
          </a:xfrm>
          <a:prstGeom prst="bentConnector2">
            <a:avLst/>
          </a:prstGeom>
          <a:noFill/>
          <a:ln w="9525" cap="flat" cmpd="sng">
            <a:solidFill>
              <a:schemeClr val="lt1"/>
            </a:solidFill>
            <a:prstDash val="solid"/>
            <a:round/>
            <a:headEnd type="none" w="med" len="med"/>
            <a:tailEnd type="none" w="med" len="med"/>
          </a:ln>
        </p:spPr>
      </p:cxnSp>
      <p:pic>
        <p:nvPicPr>
          <p:cNvPr id="76" name="Google Shape;227;p21">
            <a:extLst>
              <a:ext uri="{FF2B5EF4-FFF2-40B4-BE49-F238E27FC236}">
                <a16:creationId xmlns:a16="http://schemas.microsoft.com/office/drawing/2014/main" id="{3A806280-3C66-56C6-C30C-1D2DB8874885}"/>
              </a:ext>
            </a:extLst>
          </p:cNvPr>
          <p:cNvPicPr preferRelativeResize="0"/>
          <p:nvPr/>
        </p:nvPicPr>
        <p:blipFill>
          <a:blip r:embed="rId8">
            <a:alphaModFix/>
          </a:blip>
          <a:stretch>
            <a:fillRect/>
          </a:stretch>
        </p:blipFill>
        <p:spPr>
          <a:xfrm>
            <a:off x="6760775" y="2573227"/>
            <a:ext cx="174517" cy="153575"/>
          </a:xfrm>
          <a:prstGeom prst="rect">
            <a:avLst/>
          </a:prstGeom>
          <a:noFill/>
          <a:ln>
            <a:noFill/>
          </a:ln>
        </p:spPr>
      </p:pic>
      <p:sp>
        <p:nvSpPr>
          <p:cNvPr id="77" name="Google Shape;228;p21">
            <a:extLst>
              <a:ext uri="{FF2B5EF4-FFF2-40B4-BE49-F238E27FC236}">
                <a16:creationId xmlns:a16="http://schemas.microsoft.com/office/drawing/2014/main" id="{9E7CA73A-B783-39F7-A742-8FA7F20FF0BA}"/>
              </a:ext>
            </a:extLst>
          </p:cNvPr>
          <p:cNvSpPr txBox="1"/>
          <p:nvPr/>
        </p:nvSpPr>
        <p:spPr>
          <a:xfrm>
            <a:off x="6935609" y="2561515"/>
            <a:ext cx="909300" cy="177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00" b="1">
                <a:solidFill>
                  <a:schemeClr val="lt1"/>
                </a:solidFill>
                <a:latin typeface="Montserrat"/>
                <a:ea typeface="Montserrat"/>
                <a:cs typeface="Montserrat"/>
                <a:sym typeface="Montserrat"/>
              </a:rPr>
              <a:t>lowest_rates_api</a:t>
            </a:r>
            <a:endParaRPr sz="700" b="1">
              <a:solidFill>
                <a:schemeClr val="lt1"/>
              </a:solidFill>
              <a:latin typeface="Montserrat"/>
              <a:ea typeface="Montserrat"/>
              <a:cs typeface="Montserrat"/>
              <a:sym typeface="Montserrat"/>
            </a:endParaRPr>
          </a:p>
        </p:txBody>
      </p:sp>
      <p:pic>
        <p:nvPicPr>
          <p:cNvPr id="78" name="Google Shape;229;p21">
            <a:extLst>
              <a:ext uri="{FF2B5EF4-FFF2-40B4-BE49-F238E27FC236}">
                <a16:creationId xmlns:a16="http://schemas.microsoft.com/office/drawing/2014/main" id="{AF0D1C22-0E63-F77C-B230-598E70F0E056}"/>
              </a:ext>
            </a:extLst>
          </p:cNvPr>
          <p:cNvPicPr preferRelativeResize="0"/>
          <p:nvPr/>
        </p:nvPicPr>
        <p:blipFill>
          <a:blip r:embed="rId8">
            <a:alphaModFix/>
          </a:blip>
          <a:stretch>
            <a:fillRect/>
          </a:stretch>
        </p:blipFill>
        <p:spPr>
          <a:xfrm>
            <a:off x="6895187" y="2775827"/>
            <a:ext cx="174517" cy="153575"/>
          </a:xfrm>
          <a:prstGeom prst="rect">
            <a:avLst/>
          </a:prstGeom>
          <a:noFill/>
          <a:ln>
            <a:noFill/>
          </a:ln>
        </p:spPr>
      </p:pic>
      <p:sp>
        <p:nvSpPr>
          <p:cNvPr id="79" name="Google Shape;230;p21">
            <a:extLst>
              <a:ext uri="{FF2B5EF4-FFF2-40B4-BE49-F238E27FC236}">
                <a16:creationId xmlns:a16="http://schemas.microsoft.com/office/drawing/2014/main" id="{6068CF31-2FE0-4320-5D43-2DBA360613ED}"/>
              </a:ext>
            </a:extLst>
          </p:cNvPr>
          <p:cNvSpPr txBox="1"/>
          <p:nvPr/>
        </p:nvSpPr>
        <p:spPr>
          <a:xfrm>
            <a:off x="7070021" y="2764115"/>
            <a:ext cx="909300" cy="177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00" b="1">
                <a:solidFill>
                  <a:schemeClr val="lt1"/>
                </a:solidFill>
                <a:latin typeface="Montserrat"/>
                <a:ea typeface="Montserrat"/>
                <a:cs typeface="Montserrat"/>
                <a:sym typeface="Montserrat"/>
              </a:rPr>
              <a:t>bookingdotcom</a:t>
            </a:r>
            <a:endParaRPr sz="700" b="1">
              <a:solidFill>
                <a:schemeClr val="lt1"/>
              </a:solidFill>
              <a:latin typeface="Montserrat"/>
              <a:ea typeface="Montserrat"/>
              <a:cs typeface="Montserrat"/>
              <a:sym typeface="Montserrat"/>
            </a:endParaRPr>
          </a:p>
        </p:txBody>
      </p:sp>
      <p:cxnSp>
        <p:nvCxnSpPr>
          <p:cNvPr id="80" name="Google Shape;231;p21">
            <a:extLst>
              <a:ext uri="{FF2B5EF4-FFF2-40B4-BE49-F238E27FC236}">
                <a16:creationId xmlns:a16="http://schemas.microsoft.com/office/drawing/2014/main" id="{6B4EBF4F-1601-CE17-6BF8-7241D60F6C37}"/>
              </a:ext>
            </a:extLst>
          </p:cNvPr>
          <p:cNvCxnSpPr>
            <a:stCxn id="76" idx="2"/>
            <a:endCxn id="78" idx="1"/>
          </p:cNvCxnSpPr>
          <p:nvPr/>
        </p:nvCxnSpPr>
        <p:spPr>
          <a:xfrm rot="-5400000" flipH="1">
            <a:off x="6808733" y="2766102"/>
            <a:ext cx="125700" cy="47100"/>
          </a:xfrm>
          <a:prstGeom prst="bentConnector2">
            <a:avLst/>
          </a:prstGeom>
          <a:noFill/>
          <a:ln w="9525" cap="flat" cmpd="sng">
            <a:solidFill>
              <a:schemeClr val="lt1"/>
            </a:solidFill>
            <a:prstDash val="solid"/>
            <a:round/>
            <a:headEnd type="none" w="med" len="med"/>
            <a:tailEnd type="none" w="med" len="med"/>
          </a:ln>
        </p:spPr>
      </p:cxnSp>
      <p:sp>
        <p:nvSpPr>
          <p:cNvPr id="81" name="Google Shape;232;p21">
            <a:extLst>
              <a:ext uri="{FF2B5EF4-FFF2-40B4-BE49-F238E27FC236}">
                <a16:creationId xmlns:a16="http://schemas.microsoft.com/office/drawing/2014/main" id="{346D08AC-465C-90BB-9363-89B8FC47D0FF}"/>
              </a:ext>
            </a:extLst>
          </p:cNvPr>
          <p:cNvSpPr txBox="1"/>
          <p:nvPr/>
        </p:nvSpPr>
        <p:spPr>
          <a:xfrm>
            <a:off x="7035393" y="2998764"/>
            <a:ext cx="1034100" cy="177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00" b="1">
                <a:solidFill>
                  <a:schemeClr val="lt1"/>
                </a:solidFill>
                <a:latin typeface="Montserrat"/>
                <a:ea typeface="Montserrat"/>
                <a:cs typeface="Montserrat"/>
                <a:sym typeface="Montserrat"/>
              </a:rPr>
              <a:t>file1_20241102.json</a:t>
            </a:r>
            <a:endParaRPr sz="700" b="1">
              <a:solidFill>
                <a:schemeClr val="lt1"/>
              </a:solidFill>
              <a:latin typeface="Montserrat"/>
              <a:ea typeface="Montserrat"/>
              <a:cs typeface="Montserrat"/>
              <a:sym typeface="Montserrat"/>
            </a:endParaRPr>
          </a:p>
        </p:txBody>
      </p:sp>
      <p:sp>
        <p:nvSpPr>
          <p:cNvPr id="82" name="Google Shape;233;p21">
            <a:extLst>
              <a:ext uri="{FF2B5EF4-FFF2-40B4-BE49-F238E27FC236}">
                <a16:creationId xmlns:a16="http://schemas.microsoft.com/office/drawing/2014/main" id="{324310CB-1858-09C5-8946-9F412D9A0588}"/>
              </a:ext>
            </a:extLst>
          </p:cNvPr>
          <p:cNvSpPr txBox="1"/>
          <p:nvPr/>
        </p:nvSpPr>
        <p:spPr>
          <a:xfrm>
            <a:off x="7059368" y="3197939"/>
            <a:ext cx="1034100" cy="177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700" b="1">
                <a:solidFill>
                  <a:schemeClr val="lt1"/>
                </a:solidFill>
                <a:latin typeface="Montserrat"/>
                <a:ea typeface="Montserrat"/>
                <a:cs typeface="Montserrat"/>
                <a:sym typeface="Montserrat"/>
              </a:rPr>
              <a:t>file2_20241103.json</a:t>
            </a:r>
            <a:endParaRPr sz="700" b="1">
              <a:solidFill>
                <a:schemeClr val="lt1"/>
              </a:solidFill>
              <a:latin typeface="Montserrat"/>
              <a:ea typeface="Montserrat"/>
              <a:cs typeface="Montserrat"/>
              <a:sym typeface="Montserrat"/>
            </a:endParaRPr>
          </a:p>
        </p:txBody>
      </p:sp>
      <p:cxnSp>
        <p:nvCxnSpPr>
          <p:cNvPr id="83" name="Google Shape;234;p21">
            <a:extLst>
              <a:ext uri="{FF2B5EF4-FFF2-40B4-BE49-F238E27FC236}">
                <a16:creationId xmlns:a16="http://schemas.microsoft.com/office/drawing/2014/main" id="{953FCFF0-D913-C5BF-90CF-C72773A1EDF2}"/>
              </a:ext>
            </a:extLst>
          </p:cNvPr>
          <p:cNvCxnSpPr>
            <a:stCxn id="78" idx="2"/>
            <a:endCxn id="81" idx="1"/>
          </p:cNvCxnSpPr>
          <p:nvPr/>
        </p:nvCxnSpPr>
        <p:spPr>
          <a:xfrm rot="-5400000" flipH="1">
            <a:off x="6929946" y="2981902"/>
            <a:ext cx="157800" cy="52800"/>
          </a:xfrm>
          <a:prstGeom prst="bentConnector2">
            <a:avLst/>
          </a:prstGeom>
          <a:noFill/>
          <a:ln w="9525" cap="flat" cmpd="sng">
            <a:solidFill>
              <a:schemeClr val="lt1"/>
            </a:solidFill>
            <a:prstDash val="solid"/>
            <a:round/>
            <a:headEnd type="none" w="med" len="med"/>
            <a:tailEnd type="none" w="med" len="med"/>
          </a:ln>
        </p:spPr>
      </p:cxnSp>
      <p:cxnSp>
        <p:nvCxnSpPr>
          <p:cNvPr id="84" name="Google Shape;235;p21">
            <a:extLst>
              <a:ext uri="{FF2B5EF4-FFF2-40B4-BE49-F238E27FC236}">
                <a16:creationId xmlns:a16="http://schemas.microsoft.com/office/drawing/2014/main" id="{09D85D6F-75E8-C03E-637F-8D6D384DEBDF}"/>
              </a:ext>
            </a:extLst>
          </p:cNvPr>
          <p:cNvCxnSpPr>
            <a:stCxn id="78" idx="2"/>
            <a:endCxn id="82" idx="1"/>
          </p:cNvCxnSpPr>
          <p:nvPr/>
        </p:nvCxnSpPr>
        <p:spPr>
          <a:xfrm rot="-5400000" flipH="1">
            <a:off x="6842346" y="3069502"/>
            <a:ext cx="357000" cy="76800"/>
          </a:xfrm>
          <a:prstGeom prst="bentConnector2">
            <a:avLst/>
          </a:prstGeom>
          <a:noFill/>
          <a:ln w="9525" cap="flat" cmpd="sng">
            <a:solidFill>
              <a:schemeClr val="lt1"/>
            </a:solidFill>
            <a:prstDash val="solid"/>
            <a:round/>
            <a:headEnd type="none" w="med" len="med"/>
            <a:tailEnd type="none" w="med" len="med"/>
          </a:ln>
        </p:spPr>
      </p:cxnSp>
      <p:sp>
        <p:nvSpPr>
          <p:cNvPr id="85" name="Google Shape;236;p21">
            <a:extLst>
              <a:ext uri="{FF2B5EF4-FFF2-40B4-BE49-F238E27FC236}">
                <a16:creationId xmlns:a16="http://schemas.microsoft.com/office/drawing/2014/main" id="{A9F6883B-3AA8-F149-85BC-DF736D49399D}"/>
              </a:ext>
            </a:extLst>
          </p:cNvPr>
          <p:cNvSpPr/>
          <p:nvPr/>
        </p:nvSpPr>
        <p:spPr>
          <a:xfrm rot="5400000">
            <a:off x="3806843" y="2119039"/>
            <a:ext cx="390300" cy="93000"/>
          </a:xfrm>
          <a:prstGeom prst="rightArrow">
            <a:avLst>
              <a:gd name="adj1" fmla="val 50000"/>
              <a:gd name="adj2" fmla="val 50000"/>
            </a:avLst>
          </a:prstGeom>
          <a:solidFill>
            <a:srgbClr val="FCD18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oogle Sans"/>
              <a:ea typeface="Google Sans"/>
              <a:cs typeface="Google Sans"/>
              <a:sym typeface="Google Sans"/>
            </a:endParaRPr>
          </a:p>
        </p:txBody>
      </p:sp>
      <p:sp>
        <p:nvSpPr>
          <p:cNvPr id="86" name="Text Placeholder 10">
            <a:extLst>
              <a:ext uri="{FF2B5EF4-FFF2-40B4-BE49-F238E27FC236}">
                <a16:creationId xmlns:a16="http://schemas.microsoft.com/office/drawing/2014/main" id="{1FE573B6-3727-4EBF-0D08-C9EC8EDE176A}"/>
              </a:ext>
            </a:extLst>
          </p:cNvPr>
          <p:cNvSpPr txBox="1">
            <a:spLocks/>
          </p:cNvSpPr>
          <p:nvPr/>
        </p:nvSpPr>
        <p:spPr>
          <a:xfrm>
            <a:off x="3280488" y="4539578"/>
            <a:ext cx="8530512" cy="2079651"/>
          </a:xfrm>
          <a:prstGeom prst="rect">
            <a:avLst/>
          </a:prstGeom>
        </p:spPr>
        <p:txBody>
          <a:bodyPr vert="horz" lIns="0" tIns="0" rIns="0" bIns="0" rtlCol="0">
            <a:norm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a:solidFill>
                  <a:schemeClr val="bg1"/>
                </a:solidFill>
                <a:latin typeface="Calibri Light" panose="020F0302020204030204" pitchFamily="34" charset="0"/>
                <a:ea typeface="Calibri" panose="020F0502020204030204" pitchFamily="34" charset="0"/>
                <a:cs typeface="Calibri Light" panose="020F03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pt-PT" dirty="0" err="1"/>
              <a:t>The</a:t>
            </a:r>
            <a:r>
              <a:rPr lang="pt-PT" dirty="0"/>
              <a:t> </a:t>
            </a:r>
            <a:r>
              <a:rPr lang="pt-PT" dirty="0" err="1"/>
              <a:t>ingestion</a:t>
            </a:r>
            <a:r>
              <a:rPr lang="pt-PT" dirty="0"/>
              <a:t> of </a:t>
            </a:r>
            <a:r>
              <a:rPr lang="pt-PT" dirty="0" err="1"/>
              <a:t>the</a:t>
            </a:r>
            <a:r>
              <a:rPr lang="pt-PT" dirty="0"/>
              <a:t> API </a:t>
            </a:r>
            <a:r>
              <a:rPr lang="pt-PT" dirty="0" err="1"/>
              <a:t>requests</a:t>
            </a:r>
            <a:r>
              <a:rPr lang="pt-PT" dirty="0"/>
              <a:t> </a:t>
            </a:r>
            <a:r>
              <a:rPr lang="pt-PT" dirty="0" err="1"/>
              <a:t>were</a:t>
            </a:r>
            <a:r>
              <a:rPr lang="pt-PT" dirty="0"/>
              <a:t> </a:t>
            </a:r>
            <a:r>
              <a:rPr lang="pt-PT" dirty="0" err="1"/>
              <a:t>made</a:t>
            </a:r>
            <a:r>
              <a:rPr lang="pt-PT" dirty="0"/>
              <a:t> </a:t>
            </a:r>
            <a:r>
              <a:rPr lang="pt-PT" dirty="0" err="1"/>
              <a:t>using</a:t>
            </a:r>
            <a:r>
              <a:rPr lang="pt-PT" dirty="0"/>
              <a:t> Google Cloud </a:t>
            </a:r>
            <a:r>
              <a:rPr lang="pt-PT" dirty="0" err="1"/>
              <a:t>Functions</a:t>
            </a:r>
            <a:r>
              <a:rPr lang="pt-PT" dirty="0"/>
              <a:t>, </a:t>
            </a:r>
            <a:r>
              <a:rPr lang="pt-PT" dirty="0" err="1"/>
              <a:t>then</a:t>
            </a:r>
            <a:r>
              <a:rPr lang="pt-PT" dirty="0"/>
              <a:t> </a:t>
            </a:r>
            <a:r>
              <a:rPr lang="pt-PT" dirty="0" err="1"/>
              <a:t>the</a:t>
            </a:r>
            <a:r>
              <a:rPr lang="pt-PT" dirty="0"/>
              <a:t> records </a:t>
            </a:r>
            <a:r>
              <a:rPr lang="pt-PT" dirty="0" err="1"/>
              <a:t>were</a:t>
            </a:r>
            <a:r>
              <a:rPr lang="pt-PT" dirty="0"/>
              <a:t> </a:t>
            </a:r>
            <a:r>
              <a:rPr lang="pt-PT" dirty="0" err="1"/>
              <a:t>forwarded</a:t>
            </a:r>
            <a:r>
              <a:rPr lang="pt-PT" dirty="0"/>
              <a:t> to a GCS </a:t>
            </a:r>
            <a:r>
              <a:rPr lang="pt-PT" dirty="0" err="1"/>
              <a:t>bucket</a:t>
            </a:r>
            <a:r>
              <a:rPr lang="pt-PT" dirty="0"/>
              <a:t>.</a:t>
            </a:r>
          </a:p>
          <a:p>
            <a:pPr marL="285750" indent="-285750">
              <a:buFont typeface="Arial" panose="020B0604020202020204" pitchFamily="34" charset="0"/>
              <a:buChar char="•"/>
            </a:pPr>
            <a:r>
              <a:rPr lang="pt-PT" dirty="0" err="1"/>
              <a:t>Databricks</a:t>
            </a:r>
            <a:r>
              <a:rPr lang="pt-PT" dirty="0"/>
              <a:t> </a:t>
            </a:r>
            <a:r>
              <a:rPr lang="pt-PT" dirty="0" err="1"/>
              <a:t>Autoloader</a:t>
            </a:r>
            <a:r>
              <a:rPr lang="pt-PT" dirty="0"/>
              <a:t> </a:t>
            </a:r>
            <a:r>
              <a:rPr lang="pt-PT" dirty="0" err="1"/>
              <a:t>was</a:t>
            </a:r>
            <a:r>
              <a:rPr lang="pt-PT" dirty="0"/>
              <a:t> </a:t>
            </a:r>
            <a:r>
              <a:rPr lang="pt-PT" dirty="0" err="1"/>
              <a:t>utilized</a:t>
            </a:r>
            <a:r>
              <a:rPr lang="pt-PT" dirty="0"/>
              <a:t> to </a:t>
            </a:r>
            <a:r>
              <a:rPr lang="pt-PT" dirty="0" err="1"/>
              <a:t>automatically</a:t>
            </a:r>
            <a:r>
              <a:rPr lang="pt-PT" dirty="0"/>
              <a:t> </a:t>
            </a:r>
            <a:r>
              <a:rPr lang="pt-PT" dirty="0" err="1"/>
              <a:t>catch</a:t>
            </a:r>
            <a:r>
              <a:rPr lang="pt-PT" dirty="0"/>
              <a:t> </a:t>
            </a:r>
            <a:r>
              <a:rPr lang="pt-PT" dirty="0" err="1"/>
              <a:t>any</a:t>
            </a:r>
            <a:r>
              <a:rPr lang="pt-PT" dirty="0"/>
              <a:t> </a:t>
            </a:r>
            <a:r>
              <a:rPr lang="pt-PT" dirty="0" err="1"/>
              <a:t>arriving</a:t>
            </a:r>
            <a:r>
              <a:rPr lang="pt-PT" dirty="0"/>
              <a:t> files (</a:t>
            </a:r>
            <a:r>
              <a:rPr lang="pt-PT" dirty="0" err="1"/>
              <a:t>using</a:t>
            </a:r>
            <a:r>
              <a:rPr lang="pt-PT" dirty="0"/>
              <a:t> </a:t>
            </a:r>
            <a:r>
              <a:rPr lang="pt-PT" dirty="0" err="1"/>
              <a:t>External</a:t>
            </a:r>
            <a:r>
              <a:rPr lang="pt-PT" dirty="0"/>
              <a:t> </a:t>
            </a:r>
            <a:r>
              <a:rPr lang="pt-PT" dirty="0" err="1"/>
              <a:t>Locations</a:t>
            </a:r>
            <a:r>
              <a:rPr lang="pt-PT" dirty="0"/>
              <a:t>) and to </a:t>
            </a:r>
            <a:r>
              <a:rPr lang="pt-PT" dirty="0" err="1"/>
              <a:t>generate</a:t>
            </a:r>
            <a:r>
              <a:rPr lang="pt-PT" dirty="0"/>
              <a:t> </a:t>
            </a:r>
            <a:r>
              <a:rPr lang="pt-PT" dirty="0" err="1"/>
              <a:t>the</a:t>
            </a:r>
            <a:r>
              <a:rPr lang="pt-PT" dirty="0"/>
              <a:t> </a:t>
            </a:r>
            <a:r>
              <a:rPr lang="pt-PT" dirty="0" err="1"/>
              <a:t>feed</a:t>
            </a:r>
            <a:r>
              <a:rPr lang="pt-PT" dirty="0"/>
              <a:t> (bronze) </a:t>
            </a:r>
            <a:r>
              <a:rPr lang="pt-PT" dirty="0" err="1"/>
              <a:t>layer</a:t>
            </a:r>
            <a:r>
              <a:rPr lang="pt-PT" dirty="0"/>
              <a:t>.</a:t>
            </a:r>
          </a:p>
          <a:p>
            <a:pPr marL="285750" indent="-285750">
              <a:buFont typeface="Arial" panose="020B0604020202020204" pitchFamily="34" charset="0"/>
              <a:buChar char="•"/>
            </a:pPr>
            <a:r>
              <a:rPr lang="pt-PT" dirty="0"/>
              <a:t>Delta Live </a:t>
            </a:r>
            <a:r>
              <a:rPr lang="pt-PT" dirty="0" err="1"/>
              <a:t>Tables</a:t>
            </a:r>
            <a:r>
              <a:rPr lang="pt-PT" dirty="0"/>
              <a:t> </a:t>
            </a:r>
            <a:r>
              <a:rPr lang="pt-PT" dirty="0" err="1"/>
              <a:t>were</a:t>
            </a:r>
            <a:r>
              <a:rPr lang="pt-PT" dirty="0"/>
              <a:t> </a:t>
            </a:r>
            <a:r>
              <a:rPr lang="pt-PT" dirty="0" err="1"/>
              <a:t>utilized</a:t>
            </a:r>
            <a:r>
              <a:rPr lang="pt-PT" dirty="0"/>
              <a:t> to </a:t>
            </a:r>
            <a:r>
              <a:rPr lang="pt-PT" dirty="0" err="1"/>
              <a:t>perform</a:t>
            </a:r>
            <a:r>
              <a:rPr lang="pt-PT" dirty="0"/>
              <a:t> </a:t>
            </a:r>
            <a:r>
              <a:rPr lang="pt-PT" dirty="0" err="1"/>
              <a:t>the</a:t>
            </a:r>
            <a:r>
              <a:rPr lang="pt-PT" dirty="0"/>
              <a:t> </a:t>
            </a:r>
            <a:r>
              <a:rPr lang="pt-PT" dirty="0" err="1"/>
              <a:t>curation</a:t>
            </a:r>
            <a:r>
              <a:rPr lang="pt-PT" dirty="0"/>
              <a:t> of </a:t>
            </a:r>
            <a:r>
              <a:rPr lang="pt-PT" dirty="0" err="1"/>
              <a:t>the</a:t>
            </a:r>
            <a:r>
              <a:rPr lang="pt-PT" dirty="0"/>
              <a:t> data </a:t>
            </a:r>
            <a:r>
              <a:rPr lang="pt-PT" dirty="0" err="1"/>
              <a:t>including</a:t>
            </a:r>
            <a:r>
              <a:rPr lang="pt-PT" dirty="0"/>
              <a:t> data </a:t>
            </a:r>
            <a:r>
              <a:rPr lang="pt-PT" dirty="0" err="1"/>
              <a:t>quality</a:t>
            </a:r>
            <a:r>
              <a:rPr lang="pt-PT" dirty="0"/>
              <a:t> </a:t>
            </a:r>
            <a:r>
              <a:rPr lang="pt-PT" dirty="0" err="1"/>
              <a:t>constraints</a:t>
            </a:r>
            <a:r>
              <a:rPr lang="pt-PT" dirty="0"/>
              <a:t> and </a:t>
            </a:r>
            <a:r>
              <a:rPr lang="pt-PT" dirty="0" err="1"/>
              <a:t>observability</a:t>
            </a:r>
            <a:r>
              <a:rPr lang="pt-PT" dirty="0"/>
              <a:t> on top of </a:t>
            </a:r>
            <a:r>
              <a:rPr lang="pt-PT" dirty="0" err="1"/>
              <a:t>the</a:t>
            </a:r>
            <a:r>
              <a:rPr lang="pt-PT" dirty="0"/>
              <a:t> </a:t>
            </a:r>
            <a:r>
              <a:rPr lang="pt-PT" dirty="0" err="1"/>
              <a:t>whole</a:t>
            </a:r>
            <a:r>
              <a:rPr lang="pt-PT" dirty="0"/>
              <a:t> </a:t>
            </a:r>
            <a:r>
              <a:rPr lang="pt-PT" dirty="0" err="1"/>
              <a:t>process</a:t>
            </a:r>
            <a:r>
              <a:rPr lang="pt-PT" dirty="0"/>
              <a:t>.</a:t>
            </a:r>
          </a:p>
          <a:p>
            <a:pPr marL="285750" indent="-285750">
              <a:buFont typeface="Arial" panose="020B0604020202020204" pitchFamily="34" charset="0"/>
              <a:buChar char="•"/>
            </a:pPr>
            <a:r>
              <a:rPr lang="pt-PT" dirty="0" err="1"/>
              <a:t>The</a:t>
            </a:r>
            <a:r>
              <a:rPr lang="pt-PT" dirty="0"/>
              <a:t> </a:t>
            </a:r>
            <a:r>
              <a:rPr lang="pt-PT" dirty="0" err="1"/>
              <a:t>orchestration</a:t>
            </a:r>
            <a:r>
              <a:rPr lang="pt-PT" dirty="0"/>
              <a:t> </a:t>
            </a:r>
            <a:r>
              <a:rPr lang="pt-PT" dirty="0" err="1"/>
              <a:t>was</a:t>
            </a:r>
            <a:r>
              <a:rPr lang="pt-PT" dirty="0"/>
              <a:t> </a:t>
            </a:r>
            <a:r>
              <a:rPr lang="pt-PT" dirty="0" err="1"/>
              <a:t>performed</a:t>
            </a:r>
            <a:r>
              <a:rPr lang="pt-PT" dirty="0"/>
              <a:t> </a:t>
            </a:r>
            <a:r>
              <a:rPr lang="pt-PT" dirty="0" err="1"/>
              <a:t>using</a:t>
            </a:r>
            <a:r>
              <a:rPr lang="pt-PT" dirty="0"/>
              <a:t> </a:t>
            </a:r>
            <a:r>
              <a:rPr lang="pt-PT" dirty="0" err="1"/>
              <a:t>Azure</a:t>
            </a:r>
            <a:r>
              <a:rPr lang="pt-PT" dirty="0"/>
              <a:t> </a:t>
            </a:r>
            <a:r>
              <a:rPr lang="pt-PT" dirty="0" err="1"/>
              <a:t>DevOps</a:t>
            </a:r>
            <a:r>
              <a:rPr lang="pt-PT" dirty="0"/>
              <a:t> for </a:t>
            </a:r>
            <a:r>
              <a:rPr lang="pt-PT" dirty="0" err="1"/>
              <a:t>both</a:t>
            </a:r>
            <a:r>
              <a:rPr lang="pt-PT" dirty="0"/>
              <a:t> </a:t>
            </a:r>
            <a:r>
              <a:rPr lang="pt-PT" dirty="0" err="1"/>
              <a:t>the</a:t>
            </a:r>
            <a:r>
              <a:rPr lang="pt-PT" dirty="0"/>
              <a:t> Google Cloud </a:t>
            </a:r>
            <a:r>
              <a:rPr lang="pt-PT" dirty="0" err="1"/>
              <a:t>Functions</a:t>
            </a:r>
            <a:r>
              <a:rPr lang="pt-PT" dirty="0"/>
              <a:t> and </a:t>
            </a:r>
            <a:r>
              <a:rPr lang="pt-PT" dirty="0" err="1"/>
              <a:t>Databricks</a:t>
            </a:r>
            <a:r>
              <a:rPr lang="pt-PT" dirty="0"/>
              <a:t> </a:t>
            </a:r>
            <a:r>
              <a:rPr lang="pt-PT" dirty="0" err="1"/>
              <a:t>notebooks</a:t>
            </a:r>
            <a:r>
              <a:rPr lang="pt-PT" dirty="0"/>
              <a:t>, </a:t>
            </a:r>
            <a:r>
              <a:rPr lang="pt-PT" dirty="0" err="1"/>
              <a:t>also</a:t>
            </a:r>
            <a:r>
              <a:rPr lang="pt-PT" dirty="0"/>
              <a:t> </a:t>
            </a:r>
            <a:r>
              <a:rPr lang="pt-PT" dirty="0" err="1"/>
              <a:t>including</a:t>
            </a:r>
            <a:r>
              <a:rPr lang="pt-PT" dirty="0"/>
              <a:t> </a:t>
            </a:r>
            <a:r>
              <a:rPr lang="pt-PT" dirty="0" err="1"/>
              <a:t>Unit</a:t>
            </a:r>
            <a:r>
              <a:rPr lang="pt-PT" dirty="0"/>
              <a:t> </a:t>
            </a:r>
            <a:r>
              <a:rPr lang="pt-PT" dirty="0" err="1"/>
              <a:t>Tests</a:t>
            </a:r>
            <a:r>
              <a:rPr lang="pt-PT" dirty="0"/>
              <a:t> (</a:t>
            </a:r>
            <a:r>
              <a:rPr lang="pt-PT" dirty="0" err="1"/>
              <a:t>Tox</a:t>
            </a:r>
            <a:r>
              <a:rPr lang="pt-PT" dirty="0"/>
              <a:t>, </a:t>
            </a:r>
            <a:r>
              <a:rPr lang="pt-PT" dirty="0" err="1"/>
              <a:t>Ruff</a:t>
            </a:r>
            <a:r>
              <a:rPr lang="pt-PT" dirty="0"/>
              <a:t>, </a:t>
            </a:r>
            <a:r>
              <a:rPr lang="pt-PT" dirty="0" err="1"/>
              <a:t>MyPy</a:t>
            </a:r>
            <a:r>
              <a:rPr lang="pt-PT" dirty="0"/>
              <a:t>, </a:t>
            </a:r>
            <a:r>
              <a:rPr lang="pt-PT" dirty="0" err="1"/>
              <a:t>PyTest</a:t>
            </a:r>
            <a:r>
              <a:rPr lang="pt-PT" dirty="0"/>
              <a:t>) and </a:t>
            </a:r>
            <a:r>
              <a:rPr lang="pt-PT" dirty="0" err="1"/>
              <a:t>integration</a:t>
            </a:r>
            <a:r>
              <a:rPr lang="pt-PT" dirty="0"/>
              <a:t> </a:t>
            </a:r>
            <a:r>
              <a:rPr lang="pt-PT" dirty="0" err="1"/>
              <a:t>tests</a:t>
            </a:r>
            <a:endParaRPr lang="pt-PT" dirty="0"/>
          </a:p>
        </p:txBody>
      </p:sp>
    </p:spTree>
    <p:extLst>
      <p:ext uri="{BB962C8B-B14F-4D97-AF65-F5344CB8AC3E}">
        <p14:creationId xmlns:p14="http://schemas.microsoft.com/office/powerpoint/2010/main" val="4105860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A7E88-20E0-0F28-8EEC-8D7FFF6838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CAA74-6997-391A-4F03-E11513DF1027}"/>
              </a:ext>
            </a:extLst>
          </p:cNvPr>
          <p:cNvSpPr>
            <a:spLocks noGrp="1"/>
          </p:cNvSpPr>
          <p:nvPr>
            <p:ph type="title"/>
          </p:nvPr>
        </p:nvSpPr>
        <p:spPr>
          <a:xfrm>
            <a:off x="661445" y="2921168"/>
            <a:ext cx="10869110" cy="1015663"/>
          </a:xfrm>
        </p:spPr>
        <p:txBody>
          <a:bodyPr/>
          <a:lstStyle/>
          <a:p>
            <a:r>
              <a:rPr lang="en-US" dirty="0">
                <a:gradFill>
                  <a:gsLst>
                    <a:gs pos="0">
                      <a:schemeClr val="accent4"/>
                    </a:gs>
                    <a:gs pos="73000">
                      <a:schemeClr val="accent5"/>
                    </a:gs>
                    <a:gs pos="100000">
                      <a:schemeClr val="accent3"/>
                    </a:gs>
                  </a:gsLst>
                  <a:lin ang="1200000" scaled="0"/>
                </a:gradFill>
                <a:latin typeface="Calibri" panose="020F0502020204030204" pitchFamily="34" charset="0"/>
                <a:cs typeface="Calibri" panose="020F0502020204030204" pitchFamily="34" charset="0"/>
              </a:rPr>
              <a:t>ASML</a:t>
            </a:r>
          </a:p>
        </p:txBody>
      </p:sp>
      <p:sp>
        <p:nvSpPr>
          <p:cNvPr id="3" name="Text Placeholder 2">
            <a:extLst>
              <a:ext uri="{FF2B5EF4-FFF2-40B4-BE49-F238E27FC236}">
                <a16:creationId xmlns:a16="http://schemas.microsoft.com/office/drawing/2014/main" id="{DC372418-1D96-FB1A-9FCA-6004956D1DF9}"/>
              </a:ext>
            </a:extLst>
          </p:cNvPr>
          <p:cNvSpPr>
            <a:spLocks noGrp="1"/>
          </p:cNvSpPr>
          <p:nvPr>
            <p:ph type="body" sz="quarter" idx="16"/>
          </p:nvPr>
        </p:nvSpPr>
        <p:spPr>
          <a:xfrm>
            <a:off x="643460" y="4784228"/>
            <a:ext cx="5659017" cy="492443"/>
          </a:xfrm>
        </p:spPr>
        <p:txBody>
          <a:bodyPr/>
          <a:lstStyle/>
          <a:p>
            <a:pPr algn="just"/>
            <a:r>
              <a:rPr lang="en-US" dirty="0"/>
              <a:t>A Dutch multinational company and a world leader in the supply of photolithography machines to the semiconductor industry</a:t>
            </a:r>
          </a:p>
        </p:txBody>
      </p:sp>
      <p:sp>
        <p:nvSpPr>
          <p:cNvPr id="6" name="Text Placeholder 5">
            <a:extLst>
              <a:ext uri="{FF2B5EF4-FFF2-40B4-BE49-F238E27FC236}">
                <a16:creationId xmlns:a16="http://schemas.microsoft.com/office/drawing/2014/main" id="{E668AB68-6C02-99BA-35BA-FB984C8936F2}"/>
              </a:ext>
            </a:extLst>
          </p:cNvPr>
          <p:cNvSpPr>
            <a:spLocks noGrp="1"/>
          </p:cNvSpPr>
          <p:nvPr>
            <p:ph type="body" sz="quarter" idx="10"/>
          </p:nvPr>
        </p:nvSpPr>
        <p:spPr/>
        <p:txBody>
          <a:bodyPr/>
          <a:lstStyle/>
          <a:p>
            <a:r>
              <a:rPr lang="en-US" dirty="0"/>
              <a:t>02/3</a:t>
            </a:r>
          </a:p>
        </p:txBody>
      </p:sp>
      <p:sp>
        <p:nvSpPr>
          <p:cNvPr id="7" name="Text Placeholder 6">
            <a:extLst>
              <a:ext uri="{FF2B5EF4-FFF2-40B4-BE49-F238E27FC236}">
                <a16:creationId xmlns:a16="http://schemas.microsoft.com/office/drawing/2014/main" id="{79332004-8931-0957-34BE-162158141D2D}"/>
              </a:ext>
            </a:extLst>
          </p:cNvPr>
          <p:cNvSpPr>
            <a:spLocks noGrp="1"/>
          </p:cNvSpPr>
          <p:nvPr>
            <p:ph type="body" sz="quarter" idx="11"/>
          </p:nvPr>
        </p:nvSpPr>
        <p:spPr>
          <a:xfrm>
            <a:off x="643460" y="1563803"/>
            <a:ext cx="3732914" cy="153888"/>
          </a:xfrm>
        </p:spPr>
        <p:txBody>
          <a:bodyPr/>
          <a:lstStyle/>
          <a:p>
            <a:r>
              <a:rPr lang="en-US" dirty="0"/>
              <a:t>PREVIOUS PROJECTS</a:t>
            </a:r>
          </a:p>
        </p:txBody>
      </p:sp>
      <p:pic>
        <p:nvPicPr>
          <p:cNvPr id="4" name="Picture 6" descr="Databricks | NRI">
            <a:extLst>
              <a:ext uri="{FF2B5EF4-FFF2-40B4-BE49-F238E27FC236}">
                <a16:creationId xmlns:a16="http://schemas.microsoft.com/office/drawing/2014/main" id="{A3793543-7B07-FB40-2CD5-593468AF6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5" name="Plus Sign 4">
            <a:extLst>
              <a:ext uri="{FF2B5EF4-FFF2-40B4-BE49-F238E27FC236}">
                <a16:creationId xmlns:a16="http://schemas.microsoft.com/office/drawing/2014/main" id="{B80E41A9-566B-7591-DC5F-C15F19E4EEB8}"/>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3830122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AB1B3-51DF-CC58-2B2A-0E6DCE280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D2BCB-7B31-E833-EB01-C38B2D84D83C}"/>
              </a:ext>
            </a:extLst>
          </p:cNvPr>
          <p:cNvSpPr>
            <a:spLocks noGrp="1"/>
          </p:cNvSpPr>
          <p:nvPr>
            <p:ph type="title"/>
          </p:nvPr>
        </p:nvSpPr>
        <p:spPr>
          <a:xfrm>
            <a:off x="647699" y="2505670"/>
            <a:ext cx="4016756" cy="1846659"/>
          </a:xfrm>
        </p:spPr>
        <p:txBody>
          <a:bodyPr/>
          <a:lstStyle/>
          <a:p>
            <a:r>
              <a:rPr lang="en-US" dirty="0"/>
              <a:t>The</a:t>
            </a:r>
            <a:br>
              <a:rPr lang="en-US" dirty="0"/>
            </a:br>
            <a:r>
              <a:rPr lang="en-US" dirty="0">
                <a:gradFill>
                  <a:gsLst>
                    <a:gs pos="0">
                      <a:srgbClr val="00FFF0"/>
                    </a:gs>
                    <a:gs pos="72000">
                      <a:srgbClr val="00F6FF"/>
                    </a:gs>
                    <a:gs pos="100000">
                      <a:srgbClr val="B896FF"/>
                    </a:gs>
                  </a:gsLst>
                  <a:lin ang="1200000" scaled="0"/>
                </a:gradFill>
                <a:latin typeface="Calibri" panose="020F0502020204030204" pitchFamily="34" charset="0"/>
                <a:cs typeface="Calibri" panose="020F0502020204030204" pitchFamily="34" charset="0"/>
              </a:rPr>
              <a:t>Problem</a:t>
            </a:r>
            <a:endParaRPr lang="en-US" sz="8000" dirty="0">
              <a:gradFill>
                <a:gsLst>
                  <a:gs pos="0">
                    <a:srgbClr val="00FFF0"/>
                  </a:gs>
                  <a:gs pos="72000">
                    <a:srgbClr val="00F6FF"/>
                  </a:gs>
                  <a:gs pos="100000">
                    <a:srgbClr val="B896FF"/>
                  </a:gs>
                </a:gsLst>
                <a:lin ang="1200000" scaled="0"/>
              </a:gra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0A074746-0A64-6724-107E-86D035EB8754}"/>
              </a:ext>
            </a:extLst>
          </p:cNvPr>
          <p:cNvSpPr>
            <a:spLocks noGrp="1"/>
          </p:cNvSpPr>
          <p:nvPr>
            <p:ph type="body" sz="quarter" idx="16"/>
          </p:nvPr>
        </p:nvSpPr>
        <p:spPr/>
        <p:txBody>
          <a:bodyPr/>
          <a:lstStyle/>
          <a:p>
            <a:r>
              <a:rPr lang="en-US" dirty="0"/>
              <a:t>With a lot of supporting details. 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sed diam </a:t>
            </a:r>
            <a:r>
              <a:rPr lang="en-US" dirty="0" err="1"/>
              <a:t>nonummy</a:t>
            </a:r>
            <a:r>
              <a:rPr lang="en-US" dirty="0"/>
              <a:t> </a:t>
            </a:r>
            <a:r>
              <a:rPr lang="en-US" dirty="0" err="1"/>
              <a:t>nibh</a:t>
            </a:r>
            <a:r>
              <a:rPr lang="en-US" dirty="0"/>
              <a:t> </a:t>
            </a:r>
            <a:r>
              <a:rPr lang="en-US" dirty="0" err="1"/>
              <a:t>euismod</a:t>
            </a:r>
            <a:r>
              <a:rPr lang="en-US" dirty="0"/>
              <a:t> </a:t>
            </a:r>
            <a:r>
              <a:rPr lang="en-US" dirty="0" err="1"/>
              <a:t>tincidunt</a:t>
            </a:r>
            <a:r>
              <a:rPr lang="en-US" dirty="0"/>
              <a:t> </a:t>
            </a:r>
            <a:r>
              <a:rPr lang="en-US" dirty="0" err="1"/>
              <a:t>ut</a:t>
            </a:r>
            <a:r>
              <a:rPr lang="en-US" dirty="0"/>
              <a:t> </a:t>
            </a:r>
            <a:r>
              <a:rPr lang="en-US" dirty="0" err="1"/>
              <a:t>laoreet</a:t>
            </a:r>
            <a:r>
              <a:rPr lang="en-US" dirty="0"/>
              <a:t> dolore magna </a:t>
            </a:r>
            <a:r>
              <a:rPr lang="en-US" dirty="0" err="1"/>
              <a:t>aliquam</a:t>
            </a:r>
            <a:r>
              <a:rPr lang="en-US" dirty="0"/>
              <a:t> </a:t>
            </a:r>
            <a:r>
              <a:rPr lang="en-US" dirty="0" err="1"/>
              <a:t>erat</a:t>
            </a:r>
            <a:r>
              <a:rPr lang="en-US" dirty="0"/>
              <a:t> </a:t>
            </a:r>
            <a:r>
              <a:rPr lang="en-US" dirty="0" err="1"/>
              <a:t>volutpat</a:t>
            </a:r>
            <a:r>
              <a:rPr lang="en-US" dirty="0"/>
              <a:t>. Ut </a:t>
            </a:r>
            <a:r>
              <a:rPr lang="en-US" dirty="0" err="1"/>
              <a:t>wisi</a:t>
            </a:r>
            <a:r>
              <a:rPr lang="en-US" dirty="0"/>
              <a:t> </a:t>
            </a:r>
            <a:r>
              <a:rPr lang="en-US" dirty="0" err="1"/>
              <a:t>enim</a:t>
            </a:r>
            <a:r>
              <a:rPr lang="en-US" dirty="0"/>
              <a:t> ad minim </a:t>
            </a:r>
            <a:r>
              <a:rPr lang="en-US" dirty="0" err="1"/>
              <a:t>veniam</a:t>
            </a:r>
            <a:r>
              <a:rPr lang="en-US" dirty="0"/>
              <a:t>.</a:t>
            </a:r>
          </a:p>
          <a:p>
            <a:endParaRPr lang="en-US" dirty="0"/>
          </a:p>
        </p:txBody>
      </p:sp>
      <p:pic>
        <p:nvPicPr>
          <p:cNvPr id="3" name="Picture 6" descr="Databricks | NRI">
            <a:extLst>
              <a:ext uri="{FF2B5EF4-FFF2-40B4-BE49-F238E27FC236}">
                <a16:creationId xmlns:a16="http://schemas.microsoft.com/office/drawing/2014/main" id="{3814C659-8A2A-805A-865A-6E43B08749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4" name="Plus Sign 3">
            <a:extLst>
              <a:ext uri="{FF2B5EF4-FFF2-40B4-BE49-F238E27FC236}">
                <a16:creationId xmlns:a16="http://schemas.microsoft.com/office/drawing/2014/main" id="{FB12AA55-2267-9A8F-6760-D5E1FB4C2F3F}"/>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
        <p:nvSpPr>
          <p:cNvPr id="6" name="Text Placeholder 5">
            <a:extLst>
              <a:ext uri="{FF2B5EF4-FFF2-40B4-BE49-F238E27FC236}">
                <a16:creationId xmlns:a16="http://schemas.microsoft.com/office/drawing/2014/main" id="{E865A5BD-7D5A-DF5D-933B-ABD7C3EF09EA}"/>
              </a:ext>
            </a:extLst>
          </p:cNvPr>
          <p:cNvSpPr>
            <a:spLocks noGrp="1"/>
          </p:cNvSpPr>
          <p:nvPr>
            <p:ph type="body" sz="quarter" idx="28"/>
          </p:nvPr>
        </p:nvSpPr>
        <p:spPr/>
        <p:txBody>
          <a:bodyPr/>
          <a:lstStyle/>
          <a:p>
            <a:r>
              <a:rPr lang="en-US" dirty="0"/>
              <a:t>PREVIOUS PROJECTS</a:t>
            </a:r>
          </a:p>
        </p:txBody>
      </p:sp>
      <p:sp>
        <p:nvSpPr>
          <p:cNvPr id="7" name="Rectangle 6">
            <a:extLst>
              <a:ext uri="{FF2B5EF4-FFF2-40B4-BE49-F238E27FC236}">
                <a16:creationId xmlns:a16="http://schemas.microsoft.com/office/drawing/2014/main" id="{CF0694B9-8BF0-1B38-2E0A-9F2D68BF06F6}"/>
              </a:ext>
            </a:extLst>
          </p:cNvPr>
          <p:cNvSpPr/>
          <p:nvPr/>
        </p:nvSpPr>
        <p:spPr bwMode="auto">
          <a:xfrm>
            <a:off x="566928" y="713232"/>
            <a:ext cx="2020824" cy="457200"/>
          </a:xfrm>
          <a:prstGeom prst="rect">
            <a:avLst/>
          </a:prstGeom>
          <a:solidFill>
            <a:srgbClr val="060606"/>
          </a:solidFill>
          <a:ln>
            <a:solidFill>
              <a:srgbClr val="060606"/>
            </a:solidFill>
          </a:ln>
          <a:effectLst/>
        </p:spPr>
        <p:txBody>
          <a:bodyPr wrap="none" rtlCol="0" anchor="ctr"/>
          <a:lstStyle/>
          <a:p>
            <a:pPr algn="ctr"/>
            <a:endParaRPr lang="en-US" sz="2400" dirty="0" err="1">
              <a:solidFill>
                <a:schemeClr val="bg1"/>
              </a:solidFill>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3977045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76A74-35CF-6DAA-30B6-327BF144B0F7}"/>
            </a:ext>
          </a:extLst>
        </p:cNvPr>
        <p:cNvGrpSpPr/>
        <p:nvPr/>
      </p:nvGrpSpPr>
      <p:grpSpPr>
        <a:xfrm>
          <a:off x="0" y="0"/>
          <a:ext cx="0" cy="0"/>
          <a:chOff x="0" y="0"/>
          <a:chExt cx="0" cy="0"/>
        </a:xfrm>
      </p:grpSpPr>
      <p:pic>
        <p:nvPicPr>
          <p:cNvPr id="2" name="Picture 6" descr="Databricks | NRI">
            <a:extLst>
              <a:ext uri="{FF2B5EF4-FFF2-40B4-BE49-F238E27FC236}">
                <a16:creationId xmlns:a16="http://schemas.microsoft.com/office/drawing/2014/main" id="{97C31C09-5AF1-CCED-66F0-6F764F84E5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1EC1D8F1-BEE0-3A1F-3D88-F5D1F0C0C4E8}"/>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
        <p:nvSpPr>
          <p:cNvPr id="5" name="Title 1">
            <a:extLst>
              <a:ext uri="{FF2B5EF4-FFF2-40B4-BE49-F238E27FC236}">
                <a16:creationId xmlns:a16="http://schemas.microsoft.com/office/drawing/2014/main" id="{95F5BF7D-C073-703E-DC86-96522A2EAE1F}"/>
              </a:ext>
            </a:extLst>
          </p:cNvPr>
          <p:cNvSpPr txBox="1">
            <a:spLocks/>
          </p:cNvSpPr>
          <p:nvPr/>
        </p:nvSpPr>
        <p:spPr>
          <a:xfrm>
            <a:off x="633632" y="2649931"/>
            <a:ext cx="3499456" cy="1763955"/>
          </a:xfrm>
          <a:prstGeom prst="rect">
            <a:avLst/>
          </a:prstGeom>
        </p:spPr>
        <p:txBody>
          <a:bodyPr lIns="0" tIns="0" rIns="0" bIns="0">
            <a:noAutofit/>
          </a:bodyPr>
          <a:lstStyle>
            <a:lvl1pPr algn="l" defTabSz="914400" rtl="0" eaLnBrk="1" latinLnBrk="0" hangingPunct="1">
              <a:lnSpc>
                <a:spcPct val="100000"/>
              </a:lnSpc>
              <a:spcBef>
                <a:spcPct val="0"/>
              </a:spcBef>
              <a:buNone/>
              <a:defRPr lang="en-US" sz="2200" b="1" i="0" kern="1200" spc="0" dirty="0">
                <a:solidFill>
                  <a:schemeClr val="bg1"/>
                </a:solidFill>
                <a:effectLst/>
                <a:latin typeface="+mj-lt"/>
                <a:ea typeface="Calibri" panose="020F0502020204030204" pitchFamily="34" charset="0"/>
                <a:cs typeface="Calibri" panose="020F0502020204030204" pitchFamily="34" charset="0"/>
              </a:defRPr>
            </a:lvl1pPr>
          </a:lstStyle>
          <a:p>
            <a:r>
              <a:rPr lang="en-US" sz="6000" dirty="0"/>
              <a:t>The </a:t>
            </a:r>
            <a:r>
              <a:rPr lang="en-US" sz="6000" dirty="0">
                <a:gradFill>
                  <a:gsLst>
                    <a:gs pos="0">
                      <a:srgbClr val="00FFF0"/>
                    </a:gs>
                    <a:gs pos="72000">
                      <a:srgbClr val="00F6FF"/>
                    </a:gs>
                    <a:gs pos="100000">
                      <a:srgbClr val="B896FF"/>
                    </a:gs>
                  </a:gsLst>
                  <a:lin ang="1200000" scaled="0"/>
                </a:gradFill>
                <a:latin typeface="Calibri" panose="020F0502020204030204" pitchFamily="34" charset="0"/>
              </a:rPr>
              <a:t>Solution</a:t>
            </a:r>
          </a:p>
        </p:txBody>
      </p:sp>
      <p:sp>
        <p:nvSpPr>
          <p:cNvPr id="11" name="Text Placeholder 10">
            <a:extLst>
              <a:ext uri="{FF2B5EF4-FFF2-40B4-BE49-F238E27FC236}">
                <a16:creationId xmlns:a16="http://schemas.microsoft.com/office/drawing/2014/main" id="{988C9CFA-188A-56D6-06E3-DCA67B7743D2}"/>
              </a:ext>
            </a:extLst>
          </p:cNvPr>
          <p:cNvSpPr>
            <a:spLocks noGrp="1"/>
          </p:cNvSpPr>
          <p:nvPr>
            <p:ph type="body" sz="quarter" idx="27"/>
          </p:nvPr>
        </p:nvSpPr>
        <p:spPr>
          <a:xfrm>
            <a:off x="3986784" y="1411224"/>
            <a:ext cx="7557516" cy="1136904"/>
          </a:xfrm>
        </p:spPr>
        <p:txBody>
          <a:bodyPr/>
          <a:lstStyle/>
          <a:p>
            <a:endParaRPr lang="en-US" dirty="0"/>
          </a:p>
        </p:txBody>
      </p:sp>
      <p:sp>
        <p:nvSpPr>
          <p:cNvPr id="12" name="Text Placeholder 5">
            <a:extLst>
              <a:ext uri="{FF2B5EF4-FFF2-40B4-BE49-F238E27FC236}">
                <a16:creationId xmlns:a16="http://schemas.microsoft.com/office/drawing/2014/main" id="{7B1EC36A-B8CB-E35C-EB26-4AF4E6CF6C6E}"/>
              </a:ext>
            </a:extLst>
          </p:cNvPr>
          <p:cNvSpPr txBox="1">
            <a:spLocks/>
          </p:cNvSpPr>
          <p:nvPr/>
        </p:nvSpPr>
        <p:spPr>
          <a:xfrm>
            <a:off x="633632" y="419100"/>
            <a:ext cx="3611880" cy="225706"/>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lang="en-US" sz="1000" b="0" i="0" kern="1200" cap="all" spc="300" baseline="0" dirty="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PREVIOUS PROJECTS</a:t>
            </a:r>
          </a:p>
        </p:txBody>
      </p:sp>
    </p:spTree>
    <p:extLst>
      <p:ext uri="{BB962C8B-B14F-4D97-AF65-F5344CB8AC3E}">
        <p14:creationId xmlns:p14="http://schemas.microsoft.com/office/powerpoint/2010/main" val="1237942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B5387-68AE-D216-4043-ED7E5F6F6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F9B64A-B725-D091-41F7-B07D5227E821}"/>
              </a:ext>
            </a:extLst>
          </p:cNvPr>
          <p:cNvSpPr>
            <a:spLocks noGrp="1"/>
          </p:cNvSpPr>
          <p:nvPr>
            <p:ph type="title"/>
          </p:nvPr>
        </p:nvSpPr>
        <p:spPr>
          <a:xfrm>
            <a:off x="647700" y="2967335"/>
            <a:ext cx="4070513" cy="923330"/>
          </a:xfrm>
        </p:spPr>
        <p:txBody>
          <a:bodyPr/>
          <a:lstStyle/>
          <a:p>
            <a:r>
              <a:rPr lang="en-US" dirty="0"/>
              <a:t>Q&amp;A</a:t>
            </a:r>
          </a:p>
        </p:txBody>
      </p:sp>
      <p:sp>
        <p:nvSpPr>
          <p:cNvPr id="3" name="Text Placeholder 2">
            <a:extLst>
              <a:ext uri="{FF2B5EF4-FFF2-40B4-BE49-F238E27FC236}">
                <a16:creationId xmlns:a16="http://schemas.microsoft.com/office/drawing/2014/main" id="{456FCBC3-FA41-8CAC-C912-AE17CDBF36BB}"/>
              </a:ext>
            </a:extLst>
          </p:cNvPr>
          <p:cNvSpPr>
            <a:spLocks noGrp="1"/>
          </p:cNvSpPr>
          <p:nvPr>
            <p:ph type="body" sz="quarter" idx="10"/>
          </p:nvPr>
        </p:nvSpPr>
        <p:spPr>
          <a:xfrm>
            <a:off x="647700" y="1314978"/>
            <a:ext cx="498928" cy="307777"/>
          </a:xfrm>
        </p:spPr>
        <p:txBody>
          <a:bodyPr/>
          <a:lstStyle/>
          <a:p>
            <a:r>
              <a:rPr lang="en-US" dirty="0"/>
              <a:t>03</a:t>
            </a:r>
          </a:p>
        </p:txBody>
      </p:sp>
      <p:pic>
        <p:nvPicPr>
          <p:cNvPr id="5" name="Picture 6" descr="Databricks | NRI">
            <a:extLst>
              <a:ext uri="{FF2B5EF4-FFF2-40B4-BE49-F238E27FC236}">
                <a16:creationId xmlns:a16="http://schemas.microsoft.com/office/drawing/2014/main" id="{0C33CCE3-3937-D986-1492-00AF14EB09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6" name="Plus Sign 5">
            <a:extLst>
              <a:ext uri="{FF2B5EF4-FFF2-40B4-BE49-F238E27FC236}">
                <a16:creationId xmlns:a16="http://schemas.microsoft.com/office/drawing/2014/main" id="{1A9EB287-4C53-5597-AB89-25B901B9030E}"/>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pic>
        <p:nvPicPr>
          <p:cNvPr id="10" name="Espaço Reservado para Imagem 9" descr="Os pontos de interrogação em uma linha e um ponto de interrogação estão acesos">
            <a:extLst>
              <a:ext uri="{FF2B5EF4-FFF2-40B4-BE49-F238E27FC236}">
                <a16:creationId xmlns:a16="http://schemas.microsoft.com/office/drawing/2014/main" id="{DEA70DDF-B461-61BB-DF15-C1A8DF03A160}"/>
              </a:ext>
            </a:extLst>
          </p:cNvPr>
          <p:cNvPicPr>
            <a:picLocks noGrp="1" noChangeAspect="1"/>
          </p:cNvPicPr>
          <p:nvPr>
            <p:ph type="pic" sz="quarter" idx="24"/>
          </p:nvPr>
        </p:nvPicPr>
        <p:blipFill>
          <a:blip r:embed="rId3">
            <a:extLst>
              <a:ext uri="{28A0092B-C50C-407E-A947-70E740481C1C}">
                <a14:useLocalDpi xmlns:a14="http://schemas.microsoft.com/office/drawing/2010/main" val="0"/>
              </a:ext>
            </a:extLst>
          </a:blip>
          <a:srcRect l="20370" r="20370"/>
          <a:stretch>
            <a:fillRect/>
          </a:stretch>
        </p:blipFill>
        <p:spPr/>
      </p:pic>
    </p:spTree>
    <p:extLst>
      <p:ext uri="{BB962C8B-B14F-4D97-AF65-F5344CB8AC3E}">
        <p14:creationId xmlns:p14="http://schemas.microsoft.com/office/powerpoint/2010/main" val="2080915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97C963-C45E-8DC3-066A-7BB2835441C4}"/>
              </a:ext>
            </a:extLst>
          </p:cNvPr>
          <p:cNvSpPr>
            <a:spLocks noGrp="1"/>
          </p:cNvSpPr>
          <p:nvPr>
            <p:ph type="body" sz="quarter" idx="12"/>
          </p:nvPr>
        </p:nvSpPr>
        <p:spPr/>
        <p:txBody>
          <a:bodyPr>
            <a:normAutofit/>
          </a:bodyPr>
          <a:lstStyle/>
          <a:p>
            <a:r>
              <a:rPr lang="en-US"/>
              <a:t>For more information, contact</a:t>
            </a:r>
          </a:p>
          <a:p>
            <a:endParaRPr lang="en-US"/>
          </a:p>
        </p:txBody>
      </p:sp>
      <p:sp>
        <p:nvSpPr>
          <p:cNvPr id="5" name="Text Placeholder 4">
            <a:extLst>
              <a:ext uri="{FF2B5EF4-FFF2-40B4-BE49-F238E27FC236}">
                <a16:creationId xmlns:a16="http://schemas.microsoft.com/office/drawing/2014/main" id="{CA11E54A-3D4E-4CEB-8677-FDEEA0851CF1}"/>
              </a:ext>
            </a:extLst>
          </p:cNvPr>
          <p:cNvSpPr>
            <a:spLocks noGrp="1"/>
          </p:cNvSpPr>
          <p:nvPr>
            <p:ph type="body" sz="quarter" idx="13"/>
          </p:nvPr>
        </p:nvSpPr>
        <p:spPr>
          <a:xfrm>
            <a:off x="6005905" y="2251483"/>
            <a:ext cx="3827462" cy="289438"/>
          </a:xfrm>
        </p:spPr>
        <p:txBody>
          <a:bodyPr>
            <a:normAutofit/>
          </a:bodyPr>
          <a:lstStyle/>
          <a:p>
            <a:r>
              <a:rPr lang="en-US" dirty="0"/>
              <a:t>Italo Barros</a:t>
            </a:r>
          </a:p>
        </p:txBody>
      </p:sp>
      <p:sp>
        <p:nvSpPr>
          <p:cNvPr id="6" name="Text Placeholder 5">
            <a:extLst>
              <a:ext uri="{FF2B5EF4-FFF2-40B4-BE49-F238E27FC236}">
                <a16:creationId xmlns:a16="http://schemas.microsoft.com/office/drawing/2014/main" id="{42FD2460-84DE-8FFB-A283-3FC73C6AA53F}"/>
              </a:ext>
            </a:extLst>
          </p:cNvPr>
          <p:cNvSpPr>
            <a:spLocks noGrp="1"/>
          </p:cNvSpPr>
          <p:nvPr>
            <p:ph type="body" sz="quarter" idx="14"/>
          </p:nvPr>
        </p:nvSpPr>
        <p:spPr>
          <a:xfrm>
            <a:off x="6008594" y="2659706"/>
            <a:ext cx="3827462" cy="225126"/>
          </a:xfrm>
        </p:spPr>
        <p:txBody>
          <a:bodyPr>
            <a:normAutofit/>
          </a:bodyPr>
          <a:lstStyle/>
          <a:p>
            <a:r>
              <a:rPr lang="en-US" dirty="0"/>
              <a:t>Lead Data Engineer / Data Architect</a:t>
            </a:r>
          </a:p>
        </p:txBody>
      </p:sp>
      <p:sp>
        <p:nvSpPr>
          <p:cNvPr id="7" name="Text Placeholder 6">
            <a:extLst>
              <a:ext uri="{FF2B5EF4-FFF2-40B4-BE49-F238E27FC236}">
                <a16:creationId xmlns:a16="http://schemas.microsoft.com/office/drawing/2014/main" id="{815146A9-8D16-8589-E054-8910EE149574}"/>
              </a:ext>
            </a:extLst>
          </p:cNvPr>
          <p:cNvSpPr>
            <a:spLocks noGrp="1"/>
          </p:cNvSpPr>
          <p:nvPr>
            <p:ph type="body" sz="quarter" idx="15"/>
          </p:nvPr>
        </p:nvSpPr>
        <p:spPr>
          <a:xfrm>
            <a:off x="6008594" y="3188791"/>
            <a:ext cx="3827462" cy="225126"/>
          </a:xfrm>
        </p:spPr>
        <p:txBody>
          <a:bodyPr>
            <a:normAutofit/>
          </a:bodyPr>
          <a:lstStyle/>
          <a:p>
            <a:r>
              <a:rPr lang="en-US" dirty="0"/>
              <a:t>Email: italo_barros@epam.com</a:t>
            </a:r>
          </a:p>
          <a:p>
            <a:endParaRPr lang="en-US" dirty="0"/>
          </a:p>
        </p:txBody>
      </p:sp>
      <p:sp>
        <p:nvSpPr>
          <p:cNvPr id="8" name="Text Placeholder 7">
            <a:extLst>
              <a:ext uri="{FF2B5EF4-FFF2-40B4-BE49-F238E27FC236}">
                <a16:creationId xmlns:a16="http://schemas.microsoft.com/office/drawing/2014/main" id="{881D76A3-CD10-636D-E61F-EB95BB6A1232}"/>
              </a:ext>
            </a:extLst>
          </p:cNvPr>
          <p:cNvSpPr>
            <a:spLocks noGrp="1"/>
          </p:cNvSpPr>
          <p:nvPr>
            <p:ph type="body" sz="quarter" idx="16"/>
          </p:nvPr>
        </p:nvSpPr>
        <p:spPr>
          <a:xfrm>
            <a:off x="6008594" y="3475721"/>
            <a:ext cx="3827462" cy="225126"/>
          </a:xfrm>
        </p:spPr>
        <p:txBody>
          <a:bodyPr>
            <a:normAutofit/>
          </a:bodyPr>
          <a:lstStyle/>
          <a:p>
            <a:r>
              <a:rPr lang="en-US" dirty="0"/>
              <a:t>+351 934 697 264</a:t>
            </a:r>
          </a:p>
        </p:txBody>
      </p:sp>
      <p:sp>
        <p:nvSpPr>
          <p:cNvPr id="9" name="Text Placeholder 8">
            <a:extLst>
              <a:ext uri="{FF2B5EF4-FFF2-40B4-BE49-F238E27FC236}">
                <a16:creationId xmlns:a16="http://schemas.microsoft.com/office/drawing/2014/main" id="{CAE960C2-547D-B73A-72DA-198582EED71D}"/>
              </a:ext>
            </a:extLst>
          </p:cNvPr>
          <p:cNvSpPr>
            <a:spLocks noGrp="1"/>
          </p:cNvSpPr>
          <p:nvPr>
            <p:ph type="body" sz="quarter" idx="17"/>
          </p:nvPr>
        </p:nvSpPr>
        <p:spPr>
          <a:xfrm>
            <a:off x="6008594" y="4032482"/>
            <a:ext cx="3827462" cy="1173078"/>
          </a:xfrm>
        </p:spPr>
        <p:txBody>
          <a:bodyPr/>
          <a:lstStyle/>
          <a:p>
            <a:r>
              <a:rPr lang="en-US" dirty="0"/>
              <a:t>Av. Pontes Pereira de Melo 32 5B</a:t>
            </a:r>
            <a:br>
              <a:rPr lang="en-US" dirty="0"/>
            </a:br>
            <a:r>
              <a:rPr lang="en-US" dirty="0" err="1"/>
              <a:t>Picoas</a:t>
            </a:r>
            <a:r>
              <a:rPr lang="en-US" dirty="0"/>
              <a:t> - Lisboa</a:t>
            </a:r>
            <a:br>
              <a:rPr lang="en-US" dirty="0"/>
            </a:br>
            <a:br>
              <a:rPr lang="en-US" dirty="0"/>
            </a:br>
            <a:r>
              <a:rPr lang="en-US" dirty="0"/>
              <a:t>1050-122</a:t>
            </a:r>
            <a:br>
              <a:rPr lang="en-US" dirty="0"/>
            </a:br>
            <a:r>
              <a:rPr lang="en-US" dirty="0"/>
              <a:t>Portugal</a:t>
            </a:r>
          </a:p>
          <a:p>
            <a:endParaRPr lang="en-US" dirty="0"/>
          </a:p>
        </p:txBody>
      </p:sp>
      <p:sp>
        <p:nvSpPr>
          <p:cNvPr id="10" name="Title 9">
            <a:extLst>
              <a:ext uri="{FF2B5EF4-FFF2-40B4-BE49-F238E27FC236}">
                <a16:creationId xmlns:a16="http://schemas.microsoft.com/office/drawing/2014/main" id="{3E818F59-47CE-7E82-AC3D-602B35866685}"/>
              </a:ext>
            </a:extLst>
          </p:cNvPr>
          <p:cNvSpPr>
            <a:spLocks noGrp="1"/>
          </p:cNvSpPr>
          <p:nvPr>
            <p:ph type="title"/>
          </p:nvPr>
        </p:nvSpPr>
        <p:spPr>
          <a:xfrm>
            <a:off x="588706" y="2659706"/>
            <a:ext cx="4220135" cy="1107996"/>
          </a:xfrm>
        </p:spPr>
        <p:txBody>
          <a:bodyPr/>
          <a:lstStyle/>
          <a:p>
            <a:r>
              <a:rPr lang="en-US" dirty="0"/>
              <a:t>Thank you! </a:t>
            </a:r>
          </a:p>
        </p:txBody>
      </p:sp>
      <p:pic>
        <p:nvPicPr>
          <p:cNvPr id="2" name="Picture 6" descr="Databricks | NRI">
            <a:extLst>
              <a:ext uri="{FF2B5EF4-FFF2-40B4-BE49-F238E27FC236}">
                <a16:creationId xmlns:a16="http://schemas.microsoft.com/office/drawing/2014/main" id="{180A6065-41E1-D1C2-9AA3-23130F67BB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2BCA50C1-DFE6-A1F3-87C4-F2CAB94748C2}"/>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805463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D362AF3-634C-34C9-A26E-5ECEF604E9F4}"/>
              </a:ext>
            </a:extLst>
          </p:cNvPr>
          <p:cNvSpPr>
            <a:spLocks noGrp="1"/>
          </p:cNvSpPr>
          <p:nvPr>
            <p:ph type="body" sz="quarter" idx="29"/>
          </p:nvPr>
        </p:nvSpPr>
        <p:spPr/>
        <p:txBody>
          <a:bodyPr/>
          <a:lstStyle/>
          <a:p>
            <a:r>
              <a:rPr lang="en-US" dirty="0">
                <a:solidFill>
                  <a:schemeClr val="bg1"/>
                </a:solidFill>
              </a:rPr>
              <a:t>Case Study 1</a:t>
            </a:r>
          </a:p>
        </p:txBody>
      </p:sp>
      <p:sp>
        <p:nvSpPr>
          <p:cNvPr id="9" name="Text Placeholder 8">
            <a:extLst>
              <a:ext uri="{FF2B5EF4-FFF2-40B4-BE49-F238E27FC236}">
                <a16:creationId xmlns:a16="http://schemas.microsoft.com/office/drawing/2014/main" id="{6D582CAF-A3C6-665B-E897-02521849BD38}"/>
              </a:ext>
            </a:extLst>
          </p:cNvPr>
          <p:cNvSpPr>
            <a:spLocks noGrp="1"/>
          </p:cNvSpPr>
          <p:nvPr>
            <p:ph type="body" sz="quarter" idx="30"/>
          </p:nvPr>
        </p:nvSpPr>
        <p:spPr/>
        <p:txBody>
          <a:bodyPr/>
          <a:lstStyle/>
          <a:p>
            <a:r>
              <a:rPr lang="en-US"/>
              <a:t> Lorem ipsum explanation goes here</a:t>
            </a:r>
          </a:p>
        </p:txBody>
      </p:sp>
      <p:sp>
        <p:nvSpPr>
          <p:cNvPr id="5" name="Text Placeholder 4">
            <a:extLst>
              <a:ext uri="{FF2B5EF4-FFF2-40B4-BE49-F238E27FC236}">
                <a16:creationId xmlns:a16="http://schemas.microsoft.com/office/drawing/2014/main" id="{6C62BACD-6AED-745F-D2BB-6BCB3B86CEDA}"/>
              </a:ext>
            </a:extLst>
          </p:cNvPr>
          <p:cNvSpPr>
            <a:spLocks noGrp="1"/>
          </p:cNvSpPr>
          <p:nvPr>
            <p:ph type="body" sz="quarter" idx="32"/>
          </p:nvPr>
        </p:nvSpPr>
        <p:spPr/>
        <p:txBody>
          <a:bodyPr/>
          <a:lstStyle/>
          <a:p>
            <a:r>
              <a:rPr lang="en-US">
                <a:solidFill>
                  <a:schemeClr val="bg1"/>
                </a:solidFill>
              </a:rPr>
              <a:t>Case Study 2</a:t>
            </a:r>
          </a:p>
        </p:txBody>
      </p:sp>
      <p:sp>
        <p:nvSpPr>
          <p:cNvPr id="6" name="Text Placeholder 5">
            <a:extLst>
              <a:ext uri="{FF2B5EF4-FFF2-40B4-BE49-F238E27FC236}">
                <a16:creationId xmlns:a16="http://schemas.microsoft.com/office/drawing/2014/main" id="{812B2752-2032-3DA9-50A9-5A6639D7AC2D}"/>
              </a:ext>
            </a:extLst>
          </p:cNvPr>
          <p:cNvSpPr>
            <a:spLocks noGrp="1"/>
          </p:cNvSpPr>
          <p:nvPr>
            <p:ph type="body" sz="quarter" idx="33"/>
          </p:nvPr>
        </p:nvSpPr>
        <p:spPr/>
        <p:txBody>
          <a:bodyPr/>
          <a:lstStyle/>
          <a:p>
            <a:r>
              <a:rPr lang="en-US"/>
              <a:t> Lorem ipsum explanation goes here</a:t>
            </a:r>
          </a:p>
          <a:p>
            <a:endParaRPr lang="en-US"/>
          </a:p>
        </p:txBody>
      </p:sp>
      <p:sp>
        <p:nvSpPr>
          <p:cNvPr id="7" name="Text Placeholder 6">
            <a:extLst>
              <a:ext uri="{FF2B5EF4-FFF2-40B4-BE49-F238E27FC236}">
                <a16:creationId xmlns:a16="http://schemas.microsoft.com/office/drawing/2014/main" id="{2529FA6C-56FA-143C-2D62-D4D4BCB77B2A}"/>
              </a:ext>
            </a:extLst>
          </p:cNvPr>
          <p:cNvSpPr>
            <a:spLocks noGrp="1"/>
          </p:cNvSpPr>
          <p:nvPr>
            <p:ph type="body" sz="quarter" idx="36"/>
          </p:nvPr>
        </p:nvSpPr>
        <p:spPr/>
        <p:txBody>
          <a:bodyPr/>
          <a:lstStyle/>
          <a:p>
            <a:r>
              <a:rPr lang="en-US"/>
              <a:t>Case Study 3</a:t>
            </a:r>
          </a:p>
        </p:txBody>
      </p:sp>
      <p:sp>
        <p:nvSpPr>
          <p:cNvPr id="8" name="Text Placeholder 7">
            <a:extLst>
              <a:ext uri="{FF2B5EF4-FFF2-40B4-BE49-F238E27FC236}">
                <a16:creationId xmlns:a16="http://schemas.microsoft.com/office/drawing/2014/main" id="{C3176273-ED87-702D-A48F-DCF4B1CF423D}"/>
              </a:ext>
            </a:extLst>
          </p:cNvPr>
          <p:cNvSpPr>
            <a:spLocks noGrp="1"/>
          </p:cNvSpPr>
          <p:nvPr>
            <p:ph type="body" sz="quarter" idx="37"/>
          </p:nvPr>
        </p:nvSpPr>
        <p:spPr/>
        <p:txBody>
          <a:bodyPr/>
          <a:lstStyle/>
          <a:p>
            <a:r>
              <a:rPr lang="en-US"/>
              <a:t> Lorem ipsum explanation goes here</a:t>
            </a:r>
          </a:p>
          <a:p>
            <a:endParaRPr lang="en-US"/>
          </a:p>
          <a:p>
            <a:endParaRPr lang="en-US"/>
          </a:p>
        </p:txBody>
      </p:sp>
      <p:sp>
        <p:nvSpPr>
          <p:cNvPr id="10" name="Text Placeholder 9">
            <a:extLst>
              <a:ext uri="{FF2B5EF4-FFF2-40B4-BE49-F238E27FC236}">
                <a16:creationId xmlns:a16="http://schemas.microsoft.com/office/drawing/2014/main" id="{48942A7B-F2B6-AC7F-C6BA-C4B1D9CC5D4A}"/>
              </a:ext>
            </a:extLst>
          </p:cNvPr>
          <p:cNvSpPr>
            <a:spLocks noGrp="1"/>
          </p:cNvSpPr>
          <p:nvPr>
            <p:ph type="body" sz="quarter" idx="38"/>
          </p:nvPr>
        </p:nvSpPr>
        <p:spPr/>
        <p:txBody>
          <a:bodyPr/>
          <a:lstStyle/>
          <a:p>
            <a:r>
              <a:rPr lang="en-US"/>
              <a:t>Case Study 4</a:t>
            </a:r>
          </a:p>
        </p:txBody>
      </p:sp>
      <p:sp>
        <p:nvSpPr>
          <p:cNvPr id="12" name="Text Placeholder 11">
            <a:extLst>
              <a:ext uri="{FF2B5EF4-FFF2-40B4-BE49-F238E27FC236}">
                <a16:creationId xmlns:a16="http://schemas.microsoft.com/office/drawing/2014/main" id="{5918EC00-F896-7DAA-B1A8-61DECFB50B1F}"/>
              </a:ext>
            </a:extLst>
          </p:cNvPr>
          <p:cNvSpPr>
            <a:spLocks noGrp="1"/>
          </p:cNvSpPr>
          <p:nvPr>
            <p:ph type="body" sz="quarter" idx="39"/>
          </p:nvPr>
        </p:nvSpPr>
        <p:spPr/>
        <p:txBody>
          <a:bodyPr/>
          <a:lstStyle/>
          <a:p>
            <a:r>
              <a:rPr lang="en-US"/>
              <a:t> Lorem ipsum explanation goes here</a:t>
            </a:r>
          </a:p>
          <a:p>
            <a:endParaRPr lang="en-US"/>
          </a:p>
          <a:p>
            <a:endParaRPr lang="en-US"/>
          </a:p>
        </p:txBody>
      </p:sp>
      <p:pic>
        <p:nvPicPr>
          <p:cNvPr id="14" name="Picture Placeholder 22" descr="A picture containing indoor, person&#10;&#10;Description automatically generated">
            <a:extLst>
              <a:ext uri="{FF2B5EF4-FFF2-40B4-BE49-F238E27FC236}">
                <a16:creationId xmlns:a16="http://schemas.microsoft.com/office/drawing/2014/main" id="{54C380C6-EC5C-7038-25F2-A343CCDA5F9C}"/>
              </a:ext>
            </a:extLst>
          </p:cNvPr>
          <p:cNvPicPr>
            <a:picLocks noGrp="1" noChangeAspect="1"/>
          </p:cNvPicPr>
          <p:nvPr>
            <p:ph type="pic" sz="quarter" idx="13"/>
          </p:nvPr>
        </p:nvPicPr>
        <p:blipFill rotWithShape="1">
          <a:blip r:embed="rId3" cstate="email">
            <a:extLst>
              <a:ext uri="{28A0092B-C50C-407E-A947-70E740481C1C}">
                <a14:useLocalDpi xmlns:a14="http://schemas.microsoft.com/office/drawing/2010/main"/>
              </a:ext>
            </a:extLst>
          </a:blip>
          <a:srcRect l="102" r="102"/>
          <a:stretch/>
        </p:blipFill>
        <p:spPr/>
      </p:pic>
      <p:pic>
        <p:nvPicPr>
          <p:cNvPr id="19" name="Picture Placeholder 24" descr="A person wearing a vr headset&#10;&#10;Description automatically generated with low confidence">
            <a:extLst>
              <a:ext uri="{FF2B5EF4-FFF2-40B4-BE49-F238E27FC236}">
                <a16:creationId xmlns:a16="http://schemas.microsoft.com/office/drawing/2014/main" id="{96D406A4-4E13-B549-1280-31C933647432}"/>
              </a:ext>
            </a:extLst>
          </p:cNvPr>
          <p:cNvPicPr>
            <a:picLocks noGrp="1" noChangeAspect="1"/>
          </p:cNvPicPr>
          <p:nvPr>
            <p:ph type="pic" sz="quarter" idx="26"/>
          </p:nvPr>
        </p:nvPicPr>
        <p:blipFill>
          <a:blip r:embed="rId4" cstate="email">
            <a:extLst>
              <a:ext uri="{28A0092B-C50C-407E-A947-70E740481C1C}">
                <a14:useLocalDpi xmlns:a14="http://schemas.microsoft.com/office/drawing/2010/main"/>
              </a:ext>
            </a:extLst>
          </a:blip>
          <a:srcRect l="102" r="102"/>
          <a:stretch>
            <a:fillRect/>
          </a:stretch>
        </p:blipFill>
        <p:spPr/>
      </p:pic>
      <p:pic>
        <p:nvPicPr>
          <p:cNvPr id="22" name="Picture Placeholder 32" descr="A picture containing echinoderm&#10;&#10;Description automatically generated">
            <a:extLst>
              <a:ext uri="{FF2B5EF4-FFF2-40B4-BE49-F238E27FC236}">
                <a16:creationId xmlns:a16="http://schemas.microsoft.com/office/drawing/2014/main" id="{DDE95287-4112-2723-A391-C8D1909F9327}"/>
              </a:ext>
            </a:extLst>
          </p:cNvPr>
          <p:cNvPicPr>
            <a:picLocks noGrp="1" noChangeAspect="1"/>
          </p:cNvPicPr>
          <p:nvPr>
            <p:ph type="pic" sz="quarter" idx="34"/>
          </p:nvPr>
        </p:nvPicPr>
        <p:blipFill>
          <a:blip r:embed="rId5" cstate="email">
            <a:extLst>
              <a:ext uri="{28A0092B-C50C-407E-A947-70E740481C1C}">
                <a14:useLocalDpi xmlns:a14="http://schemas.microsoft.com/office/drawing/2010/main"/>
              </a:ext>
            </a:extLst>
          </a:blip>
          <a:srcRect t="106" b="106"/>
          <a:stretch>
            <a:fillRect/>
          </a:stretch>
        </p:blipFill>
        <p:spPr/>
      </p:pic>
      <p:pic>
        <p:nvPicPr>
          <p:cNvPr id="25" name="Picture Placeholder 28" descr="A picture containing outdoor, sky, person, person&#10;&#10;Description automatically generated">
            <a:extLst>
              <a:ext uri="{FF2B5EF4-FFF2-40B4-BE49-F238E27FC236}">
                <a16:creationId xmlns:a16="http://schemas.microsoft.com/office/drawing/2014/main" id="{3D200E34-4636-9BD1-91BA-4CC7555F9860}"/>
              </a:ext>
            </a:extLst>
          </p:cNvPr>
          <p:cNvPicPr>
            <a:picLocks noGrp="1" noChangeAspect="1"/>
          </p:cNvPicPr>
          <p:nvPr>
            <p:ph type="pic" sz="quarter" idx="35"/>
          </p:nvPr>
        </p:nvPicPr>
        <p:blipFill rotWithShape="1">
          <a:blip r:embed="rId6" cstate="email">
            <a:extLst>
              <a:ext uri="{28A0092B-C50C-407E-A947-70E740481C1C}">
                <a14:useLocalDpi xmlns:a14="http://schemas.microsoft.com/office/drawing/2010/main"/>
              </a:ext>
            </a:extLst>
          </a:blip>
          <a:srcRect l="102" r="102"/>
          <a:stretch/>
        </p:blipFill>
        <p:spPr/>
      </p:pic>
      <p:pic>
        <p:nvPicPr>
          <p:cNvPr id="2" name="Picture 6" descr="Databricks | NRI">
            <a:extLst>
              <a:ext uri="{FF2B5EF4-FFF2-40B4-BE49-F238E27FC236}">
                <a16:creationId xmlns:a16="http://schemas.microsoft.com/office/drawing/2014/main" id="{5BF0DF2A-6CE5-9B27-C693-2A4CA0BC28D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504A9BDC-9D8A-E83A-108D-1656CB1B73D7}"/>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4166730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8CE2F23-E9B3-02D2-7405-1ED6631C01CA}"/>
            </a:ext>
          </a:extLst>
        </p:cNvPr>
        <p:cNvGrpSpPr/>
        <p:nvPr/>
      </p:nvGrpSpPr>
      <p:grpSpPr>
        <a:xfrm>
          <a:off x="0" y="0"/>
          <a:ext cx="0" cy="0"/>
          <a:chOff x="0" y="0"/>
          <a:chExt cx="0" cy="0"/>
        </a:xfrm>
      </p:grpSpPr>
      <p:pic>
        <p:nvPicPr>
          <p:cNvPr id="18" name="Picture Placeholder 26" descr="A picture containing water, outdoor, tree, boat&#10;&#10;Description automatically generated">
            <a:extLst>
              <a:ext uri="{FF2B5EF4-FFF2-40B4-BE49-F238E27FC236}">
                <a16:creationId xmlns:a16="http://schemas.microsoft.com/office/drawing/2014/main" id="{2DF4E533-F625-24CD-B987-44E22F45C94F}"/>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l="669" r="669"/>
          <a:stretch>
            <a:fillRect/>
          </a:stretch>
        </p:blipFill>
        <p:spPr/>
      </p:pic>
      <p:pic>
        <p:nvPicPr>
          <p:cNvPr id="21" name="Picture Placeholder 28" descr="A picture containing person, food, fresh, vegetable&#10;&#10;Description automatically generated">
            <a:extLst>
              <a:ext uri="{FF2B5EF4-FFF2-40B4-BE49-F238E27FC236}">
                <a16:creationId xmlns:a16="http://schemas.microsoft.com/office/drawing/2014/main" id="{9B21846A-2B8D-6AD8-07D3-81A02E834A18}"/>
              </a:ext>
            </a:extLst>
          </p:cNvPr>
          <p:cNvPicPr>
            <a:picLocks noGrp="1" noChangeAspect="1"/>
          </p:cNvPicPr>
          <p:nvPr>
            <p:ph type="pic" sz="quarter" idx="26"/>
          </p:nvPr>
        </p:nvPicPr>
        <p:blipFill rotWithShape="1">
          <a:blip r:embed="rId4" cstate="email">
            <a:extLst>
              <a:ext uri="{28A0092B-C50C-407E-A947-70E740481C1C}">
                <a14:useLocalDpi xmlns:a14="http://schemas.microsoft.com/office/drawing/2010/main"/>
              </a:ext>
            </a:extLst>
          </a:blip>
          <a:srcRect t="156" b="156"/>
          <a:stretch/>
        </p:blipFill>
        <p:spPr/>
      </p:pic>
      <p:pic>
        <p:nvPicPr>
          <p:cNvPr id="24" name="Picture Placeholder 43" descr="A picture containing outdoor object&#10;&#10;Description automatically generated">
            <a:extLst>
              <a:ext uri="{FF2B5EF4-FFF2-40B4-BE49-F238E27FC236}">
                <a16:creationId xmlns:a16="http://schemas.microsoft.com/office/drawing/2014/main" id="{B55149E7-BD90-BD05-DDB7-57C2A36D5143}"/>
              </a:ext>
            </a:extLst>
          </p:cNvPr>
          <p:cNvPicPr>
            <a:picLocks noGrp="1" noChangeAspect="1"/>
          </p:cNvPicPr>
          <p:nvPr>
            <p:ph type="pic" sz="quarter" idx="34"/>
          </p:nvPr>
        </p:nvPicPr>
        <p:blipFill rotWithShape="1">
          <a:blip r:embed="rId5" cstate="email">
            <a:extLst>
              <a:ext uri="{28A0092B-C50C-407E-A947-70E740481C1C}">
                <a14:useLocalDpi xmlns:a14="http://schemas.microsoft.com/office/drawing/2010/main"/>
              </a:ext>
            </a:extLst>
          </a:blip>
          <a:srcRect l="851" r="851"/>
          <a:stretch/>
        </p:blipFill>
        <p:spPr/>
      </p:pic>
      <p:pic>
        <p:nvPicPr>
          <p:cNvPr id="27" name="Picture Placeholder 38" descr="A person sitting on a dock looking out at the water&#10;&#10;Description automatically generated with low confidence">
            <a:extLst>
              <a:ext uri="{FF2B5EF4-FFF2-40B4-BE49-F238E27FC236}">
                <a16:creationId xmlns:a16="http://schemas.microsoft.com/office/drawing/2014/main" id="{A7FEA67D-966C-00EB-77B6-4B40BB84F93E}"/>
              </a:ext>
            </a:extLst>
          </p:cNvPr>
          <p:cNvPicPr>
            <a:picLocks noGrp="1" noChangeAspect="1"/>
          </p:cNvPicPr>
          <p:nvPr>
            <p:ph type="pic" sz="quarter" idx="35"/>
          </p:nvPr>
        </p:nvPicPr>
        <p:blipFill rotWithShape="1">
          <a:blip r:embed="rId6" cstate="email">
            <a:extLst>
              <a:ext uri="{28A0092B-C50C-407E-A947-70E740481C1C}">
                <a14:useLocalDpi xmlns:a14="http://schemas.microsoft.com/office/drawing/2010/main"/>
              </a:ext>
            </a:extLst>
          </a:blip>
          <a:srcRect l="52" r="52"/>
          <a:stretch/>
        </p:blipFill>
        <p:spPr/>
      </p:pic>
      <p:sp>
        <p:nvSpPr>
          <p:cNvPr id="14" name="Rectangle 13">
            <a:extLst>
              <a:ext uri="{FF2B5EF4-FFF2-40B4-BE49-F238E27FC236}">
                <a16:creationId xmlns:a16="http://schemas.microsoft.com/office/drawing/2014/main" id="{36FE8973-BC7F-F22B-6EB2-2738A41C2ECA}"/>
              </a:ext>
            </a:extLst>
          </p:cNvPr>
          <p:cNvSpPr/>
          <p:nvPr/>
        </p:nvSpPr>
        <p:spPr bwMode="auto">
          <a:xfrm>
            <a:off x="0" y="0"/>
            <a:ext cx="12192000" cy="6857999"/>
          </a:xfrm>
          <a:prstGeom prst="rect">
            <a:avLst/>
          </a:prstGeom>
          <a:gradFill>
            <a:gsLst>
              <a:gs pos="0">
                <a:srgbClr val="161616">
                  <a:alpha val="4124"/>
                </a:srgbClr>
              </a:gs>
              <a:gs pos="80000">
                <a:srgbClr val="161616">
                  <a:alpha val="85399"/>
                </a:srgbClr>
              </a:gs>
            </a:gsLst>
            <a:lin ang="5400000" scaled="1"/>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 name="Text Placeholder 3">
            <a:extLst>
              <a:ext uri="{FF2B5EF4-FFF2-40B4-BE49-F238E27FC236}">
                <a16:creationId xmlns:a16="http://schemas.microsoft.com/office/drawing/2014/main" id="{85FC851F-D8DB-F388-6A31-0E5BA65021CC}"/>
              </a:ext>
            </a:extLst>
          </p:cNvPr>
          <p:cNvSpPr>
            <a:spLocks noGrp="1"/>
          </p:cNvSpPr>
          <p:nvPr>
            <p:ph type="body" sz="quarter" idx="29"/>
          </p:nvPr>
        </p:nvSpPr>
        <p:spPr/>
        <p:txBody>
          <a:bodyPr/>
          <a:lstStyle/>
          <a:p>
            <a:r>
              <a:rPr lang="en-US" dirty="0" err="1">
                <a:solidFill>
                  <a:schemeClr val="bg1"/>
                </a:solidFill>
              </a:rPr>
              <a:t>StackOverflow</a:t>
            </a:r>
            <a:endParaRPr lang="en-US" dirty="0">
              <a:solidFill>
                <a:schemeClr val="bg1"/>
              </a:solidFill>
            </a:endParaRPr>
          </a:p>
        </p:txBody>
      </p:sp>
      <p:sp>
        <p:nvSpPr>
          <p:cNvPr id="9" name="Text Placeholder 8">
            <a:extLst>
              <a:ext uri="{FF2B5EF4-FFF2-40B4-BE49-F238E27FC236}">
                <a16:creationId xmlns:a16="http://schemas.microsoft.com/office/drawing/2014/main" id="{D6CB4F02-F3ED-305E-B25A-4CB808CBACBB}"/>
              </a:ext>
            </a:extLst>
          </p:cNvPr>
          <p:cNvSpPr>
            <a:spLocks noGrp="1"/>
          </p:cNvSpPr>
          <p:nvPr>
            <p:ph type="body" sz="quarter" idx="30"/>
          </p:nvPr>
        </p:nvSpPr>
        <p:spPr/>
        <p:txBody>
          <a:bodyPr/>
          <a:lstStyle/>
          <a:p>
            <a:r>
              <a:rPr lang="en-US"/>
              <a:t> Lorem ipsum explanation goes here</a:t>
            </a:r>
          </a:p>
        </p:txBody>
      </p:sp>
      <p:sp>
        <p:nvSpPr>
          <p:cNvPr id="5" name="Text Placeholder 4">
            <a:extLst>
              <a:ext uri="{FF2B5EF4-FFF2-40B4-BE49-F238E27FC236}">
                <a16:creationId xmlns:a16="http://schemas.microsoft.com/office/drawing/2014/main" id="{07E5B000-616C-521D-BBD5-390A0FA73410}"/>
              </a:ext>
            </a:extLst>
          </p:cNvPr>
          <p:cNvSpPr>
            <a:spLocks noGrp="1"/>
          </p:cNvSpPr>
          <p:nvPr>
            <p:ph type="body" sz="quarter" idx="32"/>
          </p:nvPr>
        </p:nvSpPr>
        <p:spPr>
          <a:xfrm>
            <a:off x="3431287" y="5105054"/>
            <a:ext cx="2436876" cy="276999"/>
          </a:xfrm>
        </p:spPr>
        <p:txBody>
          <a:bodyPr/>
          <a:lstStyle/>
          <a:p>
            <a:r>
              <a:rPr lang="en-US" dirty="0">
                <a:solidFill>
                  <a:schemeClr val="bg1"/>
                </a:solidFill>
              </a:rPr>
              <a:t>Medium</a:t>
            </a:r>
          </a:p>
        </p:txBody>
      </p:sp>
      <p:sp>
        <p:nvSpPr>
          <p:cNvPr id="6" name="Text Placeholder 5">
            <a:extLst>
              <a:ext uri="{FF2B5EF4-FFF2-40B4-BE49-F238E27FC236}">
                <a16:creationId xmlns:a16="http://schemas.microsoft.com/office/drawing/2014/main" id="{9A6526D6-3674-9DC5-1894-237EB5D4948D}"/>
              </a:ext>
            </a:extLst>
          </p:cNvPr>
          <p:cNvSpPr>
            <a:spLocks noGrp="1"/>
          </p:cNvSpPr>
          <p:nvPr>
            <p:ph type="body" sz="quarter" idx="33"/>
          </p:nvPr>
        </p:nvSpPr>
        <p:spPr>
          <a:xfrm>
            <a:off x="3431287" y="5492353"/>
            <a:ext cx="2400300" cy="446276"/>
          </a:xfrm>
        </p:spPr>
        <p:txBody>
          <a:bodyPr/>
          <a:lstStyle/>
          <a:p>
            <a:r>
              <a:rPr lang="en-US"/>
              <a:t> Lorem ipsum explanation goes here</a:t>
            </a:r>
          </a:p>
          <a:p>
            <a:endParaRPr lang="en-US"/>
          </a:p>
        </p:txBody>
      </p:sp>
      <p:sp>
        <p:nvSpPr>
          <p:cNvPr id="10" name="Text Placeholder 9">
            <a:extLst>
              <a:ext uri="{FF2B5EF4-FFF2-40B4-BE49-F238E27FC236}">
                <a16:creationId xmlns:a16="http://schemas.microsoft.com/office/drawing/2014/main" id="{3CD0F820-FF12-2128-B257-4B42851A192D}"/>
              </a:ext>
            </a:extLst>
          </p:cNvPr>
          <p:cNvSpPr>
            <a:spLocks noGrp="1"/>
          </p:cNvSpPr>
          <p:nvPr>
            <p:ph type="body" sz="quarter" idx="38"/>
          </p:nvPr>
        </p:nvSpPr>
        <p:spPr/>
        <p:txBody>
          <a:bodyPr/>
          <a:lstStyle/>
          <a:p>
            <a:r>
              <a:rPr lang="en-US" dirty="0"/>
              <a:t>Case Study 4</a:t>
            </a:r>
          </a:p>
        </p:txBody>
      </p:sp>
      <p:sp>
        <p:nvSpPr>
          <p:cNvPr id="7" name="Text Placeholder 6">
            <a:extLst>
              <a:ext uri="{FF2B5EF4-FFF2-40B4-BE49-F238E27FC236}">
                <a16:creationId xmlns:a16="http://schemas.microsoft.com/office/drawing/2014/main" id="{827C46F6-5D1B-6484-D8A8-63AFE76BA911}"/>
              </a:ext>
            </a:extLst>
          </p:cNvPr>
          <p:cNvSpPr>
            <a:spLocks noGrp="1"/>
          </p:cNvSpPr>
          <p:nvPr>
            <p:ph type="body" sz="quarter" idx="36"/>
          </p:nvPr>
        </p:nvSpPr>
        <p:spPr/>
        <p:txBody>
          <a:bodyPr/>
          <a:lstStyle/>
          <a:p>
            <a:r>
              <a:rPr lang="en-US" dirty="0"/>
              <a:t>Teaching</a:t>
            </a:r>
          </a:p>
        </p:txBody>
      </p:sp>
      <p:sp>
        <p:nvSpPr>
          <p:cNvPr id="8" name="Text Placeholder 7">
            <a:extLst>
              <a:ext uri="{FF2B5EF4-FFF2-40B4-BE49-F238E27FC236}">
                <a16:creationId xmlns:a16="http://schemas.microsoft.com/office/drawing/2014/main" id="{76CD7CD2-D737-3657-7597-4626280AA910}"/>
              </a:ext>
            </a:extLst>
          </p:cNvPr>
          <p:cNvSpPr>
            <a:spLocks noGrp="1"/>
          </p:cNvSpPr>
          <p:nvPr>
            <p:ph type="body" sz="quarter" idx="37"/>
          </p:nvPr>
        </p:nvSpPr>
        <p:spPr>
          <a:xfrm>
            <a:off x="6515863" y="5492353"/>
            <a:ext cx="2400300" cy="707886"/>
          </a:xfrm>
        </p:spPr>
        <p:txBody>
          <a:bodyPr/>
          <a:lstStyle/>
          <a:p>
            <a:r>
              <a:rPr lang="en-US"/>
              <a:t> Lorem ipsum explanation goes here</a:t>
            </a:r>
          </a:p>
          <a:p>
            <a:endParaRPr lang="en-US"/>
          </a:p>
          <a:p>
            <a:endParaRPr lang="en-US"/>
          </a:p>
        </p:txBody>
      </p:sp>
      <p:sp>
        <p:nvSpPr>
          <p:cNvPr id="12" name="Text Placeholder 11">
            <a:extLst>
              <a:ext uri="{FF2B5EF4-FFF2-40B4-BE49-F238E27FC236}">
                <a16:creationId xmlns:a16="http://schemas.microsoft.com/office/drawing/2014/main" id="{73F65F5C-E433-CB38-44A5-224BC45B01D0}"/>
              </a:ext>
            </a:extLst>
          </p:cNvPr>
          <p:cNvSpPr>
            <a:spLocks noGrp="1"/>
          </p:cNvSpPr>
          <p:nvPr>
            <p:ph type="body" sz="quarter" idx="39"/>
          </p:nvPr>
        </p:nvSpPr>
        <p:spPr>
          <a:xfrm>
            <a:off x="9603488" y="5492353"/>
            <a:ext cx="2400300" cy="707886"/>
          </a:xfrm>
        </p:spPr>
        <p:txBody>
          <a:bodyPr/>
          <a:lstStyle/>
          <a:p>
            <a:r>
              <a:rPr lang="en-US"/>
              <a:t> Lorem ipsum explanation goes here</a:t>
            </a:r>
          </a:p>
          <a:p>
            <a:endParaRPr lang="en-US"/>
          </a:p>
          <a:p>
            <a:endParaRPr lang="en-US"/>
          </a:p>
        </p:txBody>
      </p:sp>
      <p:pic>
        <p:nvPicPr>
          <p:cNvPr id="16" name="Picture 15">
            <a:extLst>
              <a:ext uri="{FF2B5EF4-FFF2-40B4-BE49-F238E27FC236}">
                <a16:creationId xmlns:a16="http://schemas.microsoft.com/office/drawing/2014/main" id="{28454D78-7409-D535-78BA-2268226CFD11}"/>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47699" y="6416865"/>
            <a:ext cx="488145" cy="179465"/>
          </a:xfrm>
          <a:prstGeom prst="rect">
            <a:avLst/>
          </a:prstGeom>
        </p:spPr>
      </p:pic>
      <p:pic>
        <p:nvPicPr>
          <p:cNvPr id="2" name="Picture 6" descr="Databricks | NRI">
            <a:extLst>
              <a:ext uri="{FF2B5EF4-FFF2-40B4-BE49-F238E27FC236}">
                <a16:creationId xmlns:a16="http://schemas.microsoft.com/office/drawing/2014/main" id="{894BE286-6C3B-7E44-BBA2-E993753EC04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2FB3B145-B8E7-FF58-A93D-1034E0D972AF}"/>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4236237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0048EB4-7C7F-B188-BE59-205B8C78A14B}"/>
              </a:ext>
            </a:extLst>
          </p:cNvPr>
          <p:cNvSpPr>
            <a:spLocks noGrp="1"/>
          </p:cNvSpPr>
          <p:nvPr>
            <p:ph type="title"/>
          </p:nvPr>
        </p:nvSpPr>
        <p:spPr/>
        <p:txBody>
          <a:bodyPr/>
          <a:lstStyle/>
          <a:p>
            <a:r>
              <a:rPr lang="en-US"/>
              <a:t>Primary Color Palette</a:t>
            </a:r>
          </a:p>
        </p:txBody>
      </p:sp>
      <p:sp>
        <p:nvSpPr>
          <p:cNvPr id="4" name="Text Placeholder 3">
            <a:extLst>
              <a:ext uri="{FF2B5EF4-FFF2-40B4-BE49-F238E27FC236}">
                <a16:creationId xmlns:a16="http://schemas.microsoft.com/office/drawing/2014/main" id="{961379D0-FFC7-6F1F-316E-839C4D0291D9}"/>
              </a:ext>
            </a:extLst>
          </p:cNvPr>
          <p:cNvSpPr>
            <a:spLocks noGrp="1"/>
          </p:cNvSpPr>
          <p:nvPr>
            <p:ph type="body" sz="quarter" idx="28"/>
          </p:nvPr>
        </p:nvSpPr>
        <p:spPr/>
        <p:txBody>
          <a:bodyPr>
            <a:normAutofit/>
          </a:bodyPr>
          <a:lstStyle/>
          <a:p>
            <a:r>
              <a:rPr lang="en-US"/>
              <a:t>Dark mode only</a:t>
            </a:r>
          </a:p>
        </p:txBody>
      </p:sp>
      <p:sp>
        <p:nvSpPr>
          <p:cNvPr id="14" name="Text Placeholder 13">
            <a:extLst>
              <a:ext uri="{FF2B5EF4-FFF2-40B4-BE49-F238E27FC236}">
                <a16:creationId xmlns:a16="http://schemas.microsoft.com/office/drawing/2014/main" id="{DE628692-6F34-46BE-4D94-C57A10687F35}"/>
              </a:ext>
            </a:extLst>
          </p:cNvPr>
          <p:cNvSpPr>
            <a:spLocks noGrp="1"/>
          </p:cNvSpPr>
          <p:nvPr>
            <p:ph type="body" sz="quarter" idx="11"/>
          </p:nvPr>
        </p:nvSpPr>
        <p:spPr/>
        <p:txBody>
          <a:bodyPr/>
          <a:lstStyle/>
          <a:p>
            <a:r>
              <a:rPr lang="en-US"/>
              <a:t>DARK MODE</a:t>
            </a:r>
          </a:p>
        </p:txBody>
      </p:sp>
      <p:sp>
        <p:nvSpPr>
          <p:cNvPr id="30" name="TextBox 29">
            <a:extLst>
              <a:ext uri="{FF2B5EF4-FFF2-40B4-BE49-F238E27FC236}">
                <a16:creationId xmlns:a16="http://schemas.microsoft.com/office/drawing/2014/main" id="{0D09618E-5074-3F42-0461-7968F3EDECDC}"/>
              </a:ext>
            </a:extLst>
          </p:cNvPr>
          <p:cNvSpPr txBox="1"/>
          <p:nvPr/>
        </p:nvSpPr>
        <p:spPr>
          <a:xfrm>
            <a:off x="1576076" y="4350029"/>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#00F6FF</a:t>
            </a:r>
          </a:p>
        </p:txBody>
      </p:sp>
      <p:sp>
        <p:nvSpPr>
          <p:cNvPr id="31" name="TextBox 30">
            <a:extLst>
              <a:ext uri="{FF2B5EF4-FFF2-40B4-BE49-F238E27FC236}">
                <a16:creationId xmlns:a16="http://schemas.microsoft.com/office/drawing/2014/main" id="{49E2F324-0219-90E4-B301-596444411601}"/>
              </a:ext>
            </a:extLst>
          </p:cNvPr>
          <p:cNvSpPr txBox="1"/>
          <p:nvPr/>
        </p:nvSpPr>
        <p:spPr>
          <a:xfrm>
            <a:off x="3404876" y="4350029"/>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#B896FF</a:t>
            </a:r>
          </a:p>
        </p:txBody>
      </p:sp>
      <p:sp>
        <p:nvSpPr>
          <p:cNvPr id="32" name="TextBox 31">
            <a:extLst>
              <a:ext uri="{FF2B5EF4-FFF2-40B4-BE49-F238E27FC236}">
                <a16:creationId xmlns:a16="http://schemas.microsoft.com/office/drawing/2014/main" id="{199E1541-47D4-8C48-BD04-BE3B15B4617B}"/>
              </a:ext>
            </a:extLst>
          </p:cNvPr>
          <p:cNvSpPr txBox="1"/>
          <p:nvPr/>
        </p:nvSpPr>
        <p:spPr>
          <a:xfrm>
            <a:off x="5265034" y="4350029"/>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#7BA8FF</a:t>
            </a:r>
          </a:p>
        </p:txBody>
      </p:sp>
      <p:sp>
        <p:nvSpPr>
          <p:cNvPr id="34" name="TextBox 33">
            <a:extLst>
              <a:ext uri="{FF2B5EF4-FFF2-40B4-BE49-F238E27FC236}">
                <a16:creationId xmlns:a16="http://schemas.microsoft.com/office/drawing/2014/main" id="{B3FD1494-CE59-DE70-9767-15EBC915528A}"/>
              </a:ext>
            </a:extLst>
          </p:cNvPr>
          <p:cNvSpPr txBox="1"/>
          <p:nvPr/>
        </p:nvSpPr>
        <p:spPr>
          <a:xfrm>
            <a:off x="7106346" y="4350029"/>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#428DFF</a:t>
            </a:r>
          </a:p>
        </p:txBody>
      </p:sp>
      <p:sp>
        <p:nvSpPr>
          <p:cNvPr id="5" name="Rectangle 4">
            <a:extLst>
              <a:ext uri="{FF2B5EF4-FFF2-40B4-BE49-F238E27FC236}">
                <a16:creationId xmlns:a16="http://schemas.microsoft.com/office/drawing/2014/main" id="{CCBA1C2F-EEA3-B0FC-39BB-1FA81EAA3CC6}"/>
              </a:ext>
            </a:extLst>
          </p:cNvPr>
          <p:cNvSpPr/>
          <p:nvPr/>
        </p:nvSpPr>
        <p:spPr bwMode="auto">
          <a:xfrm>
            <a:off x="1557338" y="1986197"/>
            <a:ext cx="1652392" cy="2241029"/>
          </a:xfrm>
          <a:prstGeom prst="rect">
            <a:avLst/>
          </a:prstGeom>
          <a:solidFill>
            <a:schemeClr val="accent2"/>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6" name="Rectangle 5">
            <a:extLst>
              <a:ext uri="{FF2B5EF4-FFF2-40B4-BE49-F238E27FC236}">
                <a16:creationId xmlns:a16="http://schemas.microsoft.com/office/drawing/2014/main" id="{2C21BD3F-C5C5-F133-27A2-6C2231EDF74B}"/>
              </a:ext>
            </a:extLst>
          </p:cNvPr>
          <p:cNvSpPr/>
          <p:nvPr/>
        </p:nvSpPr>
        <p:spPr bwMode="auto">
          <a:xfrm>
            <a:off x="3407791" y="1986197"/>
            <a:ext cx="1652392" cy="2241029"/>
          </a:xfrm>
          <a:prstGeom prst="rect">
            <a:avLst/>
          </a:prstGeom>
          <a:solidFill>
            <a:schemeClr val="accent3"/>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Rectangle 6">
            <a:extLst>
              <a:ext uri="{FF2B5EF4-FFF2-40B4-BE49-F238E27FC236}">
                <a16:creationId xmlns:a16="http://schemas.microsoft.com/office/drawing/2014/main" id="{84E74A12-25AE-1073-E4A5-DC36FA6D1B83}"/>
              </a:ext>
            </a:extLst>
          </p:cNvPr>
          <p:cNvSpPr/>
          <p:nvPr/>
        </p:nvSpPr>
        <p:spPr bwMode="auto">
          <a:xfrm>
            <a:off x="5258244" y="1986197"/>
            <a:ext cx="1652392" cy="2241029"/>
          </a:xfrm>
          <a:prstGeom prst="rect">
            <a:avLst/>
          </a:prstGeom>
          <a:solidFill>
            <a:schemeClr val="accent4"/>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Rectangle 7">
            <a:extLst>
              <a:ext uri="{FF2B5EF4-FFF2-40B4-BE49-F238E27FC236}">
                <a16:creationId xmlns:a16="http://schemas.microsoft.com/office/drawing/2014/main" id="{0A9CF6DC-0561-3D4D-C25D-872C12BCA705}"/>
              </a:ext>
            </a:extLst>
          </p:cNvPr>
          <p:cNvSpPr/>
          <p:nvPr/>
        </p:nvSpPr>
        <p:spPr bwMode="auto">
          <a:xfrm>
            <a:off x="7108696" y="1986197"/>
            <a:ext cx="1652392" cy="2241029"/>
          </a:xfrm>
          <a:prstGeom prst="rect">
            <a:avLst/>
          </a:prstGeom>
          <a:solidFill>
            <a:schemeClr val="accent5"/>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2" name="TextBox 21">
            <a:extLst>
              <a:ext uri="{FF2B5EF4-FFF2-40B4-BE49-F238E27FC236}">
                <a16:creationId xmlns:a16="http://schemas.microsoft.com/office/drawing/2014/main" id="{35B82E01-7F97-D0B5-6A04-D197C477E9A1}"/>
              </a:ext>
            </a:extLst>
          </p:cNvPr>
          <p:cNvSpPr txBox="1"/>
          <p:nvPr/>
        </p:nvSpPr>
        <p:spPr>
          <a:xfrm>
            <a:off x="9027801" y="4350029"/>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#00F4AB</a:t>
            </a:r>
          </a:p>
        </p:txBody>
      </p:sp>
      <p:sp>
        <p:nvSpPr>
          <p:cNvPr id="23" name="Rectangle 22">
            <a:extLst>
              <a:ext uri="{FF2B5EF4-FFF2-40B4-BE49-F238E27FC236}">
                <a16:creationId xmlns:a16="http://schemas.microsoft.com/office/drawing/2014/main" id="{6A25E7A2-A596-3A64-BBB0-68242ECEA0BC}"/>
              </a:ext>
            </a:extLst>
          </p:cNvPr>
          <p:cNvSpPr/>
          <p:nvPr/>
        </p:nvSpPr>
        <p:spPr bwMode="auto">
          <a:xfrm>
            <a:off x="9027801" y="1986197"/>
            <a:ext cx="1652392" cy="2241029"/>
          </a:xfrm>
          <a:prstGeom prst="rect">
            <a:avLst/>
          </a:prstGeom>
          <a:solidFill>
            <a:schemeClr val="accent6"/>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2" name="Picture 6" descr="Databricks | NRI">
            <a:extLst>
              <a:ext uri="{FF2B5EF4-FFF2-40B4-BE49-F238E27FC236}">
                <a16:creationId xmlns:a16="http://schemas.microsoft.com/office/drawing/2014/main" id="{019EFA8F-F77F-75FB-2EC6-43F71B8AEC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286FCF20-ED47-9F7A-CFAD-860497F6F66D}"/>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7828499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060606"/>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61ACD4-F938-1560-EE16-0E744E0B0745}"/>
              </a:ext>
            </a:extLst>
          </p:cNvPr>
          <p:cNvSpPr>
            <a:spLocks noGrp="1"/>
          </p:cNvSpPr>
          <p:nvPr>
            <p:ph type="title"/>
          </p:nvPr>
        </p:nvSpPr>
        <p:spPr/>
        <p:txBody>
          <a:bodyPr/>
          <a:lstStyle/>
          <a:p>
            <a:r>
              <a:rPr lang="en-US"/>
              <a:t>Extended Color Palette </a:t>
            </a:r>
            <a:br>
              <a:rPr lang="en-US"/>
            </a:br>
            <a:endParaRPr lang="en-US"/>
          </a:p>
        </p:txBody>
      </p:sp>
      <p:sp>
        <p:nvSpPr>
          <p:cNvPr id="4" name="Text Placeholder 3">
            <a:extLst>
              <a:ext uri="{FF2B5EF4-FFF2-40B4-BE49-F238E27FC236}">
                <a16:creationId xmlns:a16="http://schemas.microsoft.com/office/drawing/2014/main" id="{961379D0-FFC7-6F1F-316E-839C4D0291D9}"/>
              </a:ext>
            </a:extLst>
          </p:cNvPr>
          <p:cNvSpPr>
            <a:spLocks noGrp="1"/>
          </p:cNvSpPr>
          <p:nvPr>
            <p:ph type="body" sz="quarter" idx="28"/>
          </p:nvPr>
        </p:nvSpPr>
        <p:spPr/>
        <p:txBody>
          <a:bodyPr>
            <a:normAutofit/>
          </a:bodyPr>
          <a:lstStyle/>
          <a:p>
            <a:r>
              <a:rPr lang="en-US"/>
              <a:t>DARK MODE</a:t>
            </a:r>
          </a:p>
        </p:txBody>
      </p:sp>
      <p:sp>
        <p:nvSpPr>
          <p:cNvPr id="14" name="Text Placeholder 13">
            <a:extLst>
              <a:ext uri="{FF2B5EF4-FFF2-40B4-BE49-F238E27FC236}">
                <a16:creationId xmlns:a16="http://schemas.microsoft.com/office/drawing/2014/main" id="{DE628692-6F34-46BE-4D94-C57A10687F35}"/>
              </a:ext>
            </a:extLst>
          </p:cNvPr>
          <p:cNvSpPr>
            <a:spLocks noGrp="1"/>
          </p:cNvSpPr>
          <p:nvPr>
            <p:ph type="body" sz="quarter" idx="11"/>
          </p:nvPr>
        </p:nvSpPr>
        <p:spPr/>
        <p:txBody>
          <a:bodyPr/>
          <a:lstStyle/>
          <a:p>
            <a:r>
              <a:rPr lang="en-US"/>
              <a:t>To be used for charts or when additional colors are required only.</a:t>
            </a:r>
            <a:br>
              <a:rPr lang="en-US"/>
            </a:br>
            <a:endParaRPr lang="en-US"/>
          </a:p>
        </p:txBody>
      </p:sp>
      <p:sp>
        <p:nvSpPr>
          <p:cNvPr id="2" name="Rectangle 1">
            <a:extLst>
              <a:ext uri="{FF2B5EF4-FFF2-40B4-BE49-F238E27FC236}">
                <a16:creationId xmlns:a16="http://schemas.microsoft.com/office/drawing/2014/main" id="{82B1F29A-E39C-A742-441C-920E58F7321F}"/>
              </a:ext>
            </a:extLst>
          </p:cNvPr>
          <p:cNvSpPr/>
          <p:nvPr/>
        </p:nvSpPr>
        <p:spPr bwMode="auto">
          <a:xfrm>
            <a:off x="647699" y="1792303"/>
            <a:ext cx="1645920" cy="457200"/>
          </a:xfrm>
          <a:prstGeom prst="rect">
            <a:avLst/>
          </a:prstGeom>
          <a:solidFill>
            <a:srgbClr val="D5E662"/>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 name="Rectangle 2">
            <a:extLst>
              <a:ext uri="{FF2B5EF4-FFF2-40B4-BE49-F238E27FC236}">
                <a16:creationId xmlns:a16="http://schemas.microsoft.com/office/drawing/2014/main" id="{01592BCD-5E18-E795-99F1-CC6C84A5E9AC}"/>
              </a:ext>
            </a:extLst>
          </p:cNvPr>
          <p:cNvSpPr/>
          <p:nvPr/>
        </p:nvSpPr>
        <p:spPr bwMode="auto">
          <a:xfrm>
            <a:off x="2511424" y="1792303"/>
            <a:ext cx="1645920" cy="457200"/>
          </a:xfrm>
          <a:prstGeom prst="rect">
            <a:avLst/>
          </a:prstGeom>
          <a:solidFill>
            <a:srgbClr val="55E66F"/>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Rectangle 6">
            <a:extLst>
              <a:ext uri="{FF2B5EF4-FFF2-40B4-BE49-F238E27FC236}">
                <a16:creationId xmlns:a16="http://schemas.microsoft.com/office/drawing/2014/main" id="{89A5F0D9-251E-4B07-3156-58A1AADFD26A}"/>
              </a:ext>
            </a:extLst>
          </p:cNvPr>
          <p:cNvSpPr/>
          <p:nvPr/>
        </p:nvSpPr>
        <p:spPr bwMode="auto">
          <a:xfrm>
            <a:off x="4375149" y="1792303"/>
            <a:ext cx="1645920" cy="457200"/>
          </a:xfrm>
          <a:prstGeom prst="rect">
            <a:avLst/>
          </a:prstGeom>
          <a:solidFill>
            <a:srgbClr val="00F4AB"/>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Rectangle 7">
            <a:extLst>
              <a:ext uri="{FF2B5EF4-FFF2-40B4-BE49-F238E27FC236}">
                <a16:creationId xmlns:a16="http://schemas.microsoft.com/office/drawing/2014/main" id="{68D7CAE5-08F4-2D8C-0E10-B6F6C26F4C6C}"/>
              </a:ext>
            </a:extLst>
          </p:cNvPr>
          <p:cNvSpPr/>
          <p:nvPr/>
        </p:nvSpPr>
        <p:spPr bwMode="auto">
          <a:xfrm>
            <a:off x="6238874" y="1792303"/>
            <a:ext cx="1645920" cy="457200"/>
          </a:xfrm>
          <a:prstGeom prst="rect">
            <a:avLst/>
          </a:prstGeom>
          <a:solidFill>
            <a:srgbClr val="00F6FF"/>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Rectangle 8">
            <a:extLst>
              <a:ext uri="{FF2B5EF4-FFF2-40B4-BE49-F238E27FC236}">
                <a16:creationId xmlns:a16="http://schemas.microsoft.com/office/drawing/2014/main" id="{036B94C5-8540-0B2E-5E5F-2355785F6EF6}"/>
              </a:ext>
            </a:extLst>
          </p:cNvPr>
          <p:cNvSpPr/>
          <p:nvPr/>
        </p:nvSpPr>
        <p:spPr bwMode="auto">
          <a:xfrm>
            <a:off x="8102599" y="1792303"/>
            <a:ext cx="1645920" cy="457200"/>
          </a:xfrm>
          <a:prstGeom prst="rect">
            <a:avLst/>
          </a:prstGeom>
          <a:solidFill>
            <a:srgbClr val="89F0F0"/>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0" name="Rectangle 9">
            <a:extLst>
              <a:ext uri="{FF2B5EF4-FFF2-40B4-BE49-F238E27FC236}">
                <a16:creationId xmlns:a16="http://schemas.microsoft.com/office/drawing/2014/main" id="{CCEDFB5F-F897-D607-7257-32AADE5C49F5}"/>
              </a:ext>
            </a:extLst>
          </p:cNvPr>
          <p:cNvSpPr/>
          <p:nvPr/>
        </p:nvSpPr>
        <p:spPr bwMode="auto">
          <a:xfrm>
            <a:off x="9966325" y="1792303"/>
            <a:ext cx="1645920" cy="457200"/>
          </a:xfrm>
          <a:prstGeom prst="rect">
            <a:avLst/>
          </a:prstGeom>
          <a:solidFill>
            <a:srgbClr val="428EFF"/>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Rectangle 10">
            <a:extLst>
              <a:ext uri="{FF2B5EF4-FFF2-40B4-BE49-F238E27FC236}">
                <a16:creationId xmlns:a16="http://schemas.microsoft.com/office/drawing/2014/main" id="{CEF1D736-60D0-4EF7-48CF-526A299A3E23}"/>
              </a:ext>
            </a:extLst>
          </p:cNvPr>
          <p:cNvSpPr/>
          <p:nvPr/>
        </p:nvSpPr>
        <p:spPr bwMode="auto">
          <a:xfrm>
            <a:off x="647699" y="2949745"/>
            <a:ext cx="1645920" cy="457200"/>
          </a:xfrm>
          <a:prstGeom prst="rect">
            <a:avLst/>
          </a:prstGeom>
          <a:solidFill>
            <a:srgbClr val="0047FF"/>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2" name="Rectangle 11">
            <a:extLst>
              <a:ext uri="{FF2B5EF4-FFF2-40B4-BE49-F238E27FC236}">
                <a16:creationId xmlns:a16="http://schemas.microsoft.com/office/drawing/2014/main" id="{06DDCC10-3CF7-AFB7-84A4-7BAC34218B70}"/>
              </a:ext>
            </a:extLst>
          </p:cNvPr>
          <p:cNvSpPr/>
          <p:nvPr/>
        </p:nvSpPr>
        <p:spPr bwMode="auto">
          <a:xfrm>
            <a:off x="2511424" y="2949745"/>
            <a:ext cx="1645920" cy="457200"/>
          </a:xfrm>
          <a:prstGeom prst="rect">
            <a:avLst/>
          </a:prstGeom>
          <a:solidFill>
            <a:srgbClr val="0078C2"/>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3" name="Rectangle 12">
            <a:extLst>
              <a:ext uri="{FF2B5EF4-FFF2-40B4-BE49-F238E27FC236}">
                <a16:creationId xmlns:a16="http://schemas.microsoft.com/office/drawing/2014/main" id="{83240285-A2FC-586E-4FC3-51538F942511}"/>
              </a:ext>
            </a:extLst>
          </p:cNvPr>
          <p:cNvSpPr/>
          <p:nvPr/>
        </p:nvSpPr>
        <p:spPr bwMode="auto">
          <a:xfrm>
            <a:off x="4375149" y="2949745"/>
            <a:ext cx="1645920" cy="457200"/>
          </a:xfrm>
          <a:prstGeom prst="rect">
            <a:avLst/>
          </a:prstGeom>
          <a:solidFill>
            <a:srgbClr val="7BA8FF"/>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4" name="Rectangle 23">
            <a:extLst>
              <a:ext uri="{FF2B5EF4-FFF2-40B4-BE49-F238E27FC236}">
                <a16:creationId xmlns:a16="http://schemas.microsoft.com/office/drawing/2014/main" id="{CF54C8CC-8D53-F058-426E-D22B6AF9342C}"/>
              </a:ext>
            </a:extLst>
          </p:cNvPr>
          <p:cNvSpPr/>
          <p:nvPr/>
        </p:nvSpPr>
        <p:spPr bwMode="auto">
          <a:xfrm>
            <a:off x="6238874" y="2949745"/>
            <a:ext cx="1645920" cy="457200"/>
          </a:xfrm>
          <a:prstGeom prst="rect">
            <a:avLst/>
          </a:prstGeom>
          <a:solidFill>
            <a:srgbClr val="9BA4F8"/>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3" name="Rectangle 32">
            <a:extLst>
              <a:ext uri="{FF2B5EF4-FFF2-40B4-BE49-F238E27FC236}">
                <a16:creationId xmlns:a16="http://schemas.microsoft.com/office/drawing/2014/main" id="{CD8F4A39-29AF-5CDF-664E-32A3F0E6CC16}"/>
              </a:ext>
            </a:extLst>
          </p:cNvPr>
          <p:cNvSpPr/>
          <p:nvPr/>
        </p:nvSpPr>
        <p:spPr bwMode="auto">
          <a:xfrm>
            <a:off x="8102599" y="2949745"/>
            <a:ext cx="1645920" cy="457200"/>
          </a:xfrm>
          <a:prstGeom prst="rect">
            <a:avLst/>
          </a:prstGeom>
          <a:solidFill>
            <a:srgbClr val="B99DF4"/>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7" name="Rectangle 36">
            <a:extLst>
              <a:ext uri="{FF2B5EF4-FFF2-40B4-BE49-F238E27FC236}">
                <a16:creationId xmlns:a16="http://schemas.microsoft.com/office/drawing/2014/main" id="{0C26FF9B-42B2-EEEB-3413-AE78BB4E1DEF}"/>
              </a:ext>
            </a:extLst>
          </p:cNvPr>
          <p:cNvSpPr/>
          <p:nvPr/>
        </p:nvSpPr>
        <p:spPr bwMode="auto">
          <a:xfrm>
            <a:off x="9966325" y="2949745"/>
            <a:ext cx="1645920" cy="457200"/>
          </a:xfrm>
          <a:prstGeom prst="rect">
            <a:avLst/>
          </a:prstGeom>
          <a:solidFill>
            <a:srgbClr val="8453D2"/>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8" name="Rectangle 37">
            <a:extLst>
              <a:ext uri="{FF2B5EF4-FFF2-40B4-BE49-F238E27FC236}">
                <a16:creationId xmlns:a16="http://schemas.microsoft.com/office/drawing/2014/main" id="{D4C3D8FC-D636-C6FE-C4E7-4014BF0D8598}"/>
              </a:ext>
            </a:extLst>
          </p:cNvPr>
          <p:cNvSpPr/>
          <p:nvPr/>
        </p:nvSpPr>
        <p:spPr bwMode="auto">
          <a:xfrm>
            <a:off x="647699" y="4154193"/>
            <a:ext cx="1645920" cy="457200"/>
          </a:xfrm>
          <a:prstGeom prst="rect">
            <a:avLst/>
          </a:prstGeom>
          <a:solidFill>
            <a:srgbClr val="FF4B9B"/>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9" name="Rectangle 38">
            <a:extLst>
              <a:ext uri="{FF2B5EF4-FFF2-40B4-BE49-F238E27FC236}">
                <a16:creationId xmlns:a16="http://schemas.microsoft.com/office/drawing/2014/main" id="{EF26756D-64FD-88F1-059E-61EBBFA5AE3B}"/>
              </a:ext>
            </a:extLst>
          </p:cNvPr>
          <p:cNvSpPr/>
          <p:nvPr/>
        </p:nvSpPr>
        <p:spPr bwMode="auto">
          <a:xfrm>
            <a:off x="2511424" y="4154193"/>
            <a:ext cx="1645920" cy="457200"/>
          </a:xfrm>
          <a:prstGeom prst="rect">
            <a:avLst/>
          </a:prstGeom>
          <a:solidFill>
            <a:srgbClr val="F6969C"/>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0" name="Rectangle 39">
            <a:extLst>
              <a:ext uri="{FF2B5EF4-FFF2-40B4-BE49-F238E27FC236}">
                <a16:creationId xmlns:a16="http://schemas.microsoft.com/office/drawing/2014/main" id="{CF5C47F1-93AC-4E7B-B992-A0F567409851}"/>
              </a:ext>
            </a:extLst>
          </p:cNvPr>
          <p:cNvSpPr/>
          <p:nvPr/>
        </p:nvSpPr>
        <p:spPr bwMode="auto">
          <a:xfrm>
            <a:off x="4375149" y="4154193"/>
            <a:ext cx="1645920" cy="457200"/>
          </a:xfrm>
          <a:prstGeom prst="rect">
            <a:avLst/>
          </a:prstGeom>
          <a:solidFill>
            <a:srgbClr val="FF1F47"/>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1" name="Rectangle 40">
            <a:extLst>
              <a:ext uri="{FF2B5EF4-FFF2-40B4-BE49-F238E27FC236}">
                <a16:creationId xmlns:a16="http://schemas.microsoft.com/office/drawing/2014/main" id="{0B0CE512-5CF0-BFCA-022A-2C434DB6D8AB}"/>
              </a:ext>
            </a:extLst>
          </p:cNvPr>
          <p:cNvSpPr/>
          <p:nvPr/>
        </p:nvSpPr>
        <p:spPr bwMode="auto">
          <a:xfrm>
            <a:off x="6238874" y="4154193"/>
            <a:ext cx="1645920" cy="457200"/>
          </a:xfrm>
          <a:prstGeom prst="rect">
            <a:avLst/>
          </a:prstGeom>
          <a:solidFill>
            <a:srgbClr val="FF4D3F"/>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2" name="Rectangle 41">
            <a:extLst>
              <a:ext uri="{FF2B5EF4-FFF2-40B4-BE49-F238E27FC236}">
                <a16:creationId xmlns:a16="http://schemas.microsoft.com/office/drawing/2014/main" id="{CB933579-3E19-A799-CE8A-1789F43E54E3}"/>
              </a:ext>
            </a:extLst>
          </p:cNvPr>
          <p:cNvSpPr/>
          <p:nvPr/>
        </p:nvSpPr>
        <p:spPr bwMode="auto">
          <a:xfrm>
            <a:off x="8102599" y="4154193"/>
            <a:ext cx="1645920" cy="457200"/>
          </a:xfrm>
          <a:prstGeom prst="rect">
            <a:avLst/>
          </a:prstGeom>
          <a:solidFill>
            <a:srgbClr val="FF7802"/>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3" name="Rectangle 42">
            <a:extLst>
              <a:ext uri="{FF2B5EF4-FFF2-40B4-BE49-F238E27FC236}">
                <a16:creationId xmlns:a16="http://schemas.microsoft.com/office/drawing/2014/main" id="{DBC53113-46C2-6AA9-6B27-7394B02DF8FE}"/>
              </a:ext>
            </a:extLst>
          </p:cNvPr>
          <p:cNvSpPr/>
          <p:nvPr/>
        </p:nvSpPr>
        <p:spPr bwMode="auto">
          <a:xfrm>
            <a:off x="9966325" y="4154193"/>
            <a:ext cx="1645920" cy="457200"/>
          </a:xfrm>
          <a:prstGeom prst="rect">
            <a:avLst/>
          </a:prstGeom>
          <a:solidFill>
            <a:srgbClr val="8A8A8A"/>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4" name="Rectangle 43">
            <a:extLst>
              <a:ext uri="{FF2B5EF4-FFF2-40B4-BE49-F238E27FC236}">
                <a16:creationId xmlns:a16="http://schemas.microsoft.com/office/drawing/2014/main" id="{82CBADA1-3EF6-8105-4CD6-DCDF5F6A93F6}"/>
              </a:ext>
            </a:extLst>
          </p:cNvPr>
          <p:cNvSpPr/>
          <p:nvPr/>
        </p:nvSpPr>
        <p:spPr bwMode="auto">
          <a:xfrm>
            <a:off x="647699" y="5311635"/>
            <a:ext cx="1645920" cy="457200"/>
          </a:xfrm>
          <a:prstGeom prst="rect">
            <a:avLst/>
          </a:prstGeom>
          <a:solidFill>
            <a:srgbClr val="DEDEDE"/>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5" name="Rectangle 44">
            <a:extLst>
              <a:ext uri="{FF2B5EF4-FFF2-40B4-BE49-F238E27FC236}">
                <a16:creationId xmlns:a16="http://schemas.microsoft.com/office/drawing/2014/main" id="{7A3D624D-5FF9-D801-008E-2C721B3AFE79}"/>
              </a:ext>
            </a:extLst>
          </p:cNvPr>
          <p:cNvSpPr/>
          <p:nvPr/>
        </p:nvSpPr>
        <p:spPr bwMode="auto">
          <a:xfrm>
            <a:off x="2511424" y="5311635"/>
            <a:ext cx="1645920" cy="457200"/>
          </a:xfrm>
          <a:prstGeom prst="rect">
            <a:avLst/>
          </a:prstGeom>
          <a:solidFill>
            <a:srgbClr val="FBFAFA"/>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46" name="TextBox 45">
            <a:extLst>
              <a:ext uri="{FF2B5EF4-FFF2-40B4-BE49-F238E27FC236}">
                <a16:creationId xmlns:a16="http://schemas.microsoft.com/office/drawing/2014/main" id="{7098F730-C41C-2AE2-9EAE-90757B6F1548}"/>
              </a:ext>
            </a:extLst>
          </p:cNvPr>
          <p:cNvSpPr txBox="1"/>
          <p:nvPr/>
        </p:nvSpPr>
        <p:spPr>
          <a:xfrm>
            <a:off x="679622" y="2405015"/>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#D5E662</a:t>
            </a:r>
          </a:p>
        </p:txBody>
      </p:sp>
      <p:sp>
        <p:nvSpPr>
          <p:cNvPr id="47" name="TextBox 46">
            <a:extLst>
              <a:ext uri="{FF2B5EF4-FFF2-40B4-BE49-F238E27FC236}">
                <a16:creationId xmlns:a16="http://schemas.microsoft.com/office/drawing/2014/main" id="{6D734F56-FED7-64DF-3276-38C914238598}"/>
              </a:ext>
            </a:extLst>
          </p:cNvPr>
          <p:cNvSpPr txBox="1"/>
          <p:nvPr/>
        </p:nvSpPr>
        <p:spPr>
          <a:xfrm>
            <a:off x="2520934" y="2405015"/>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#55E66F</a:t>
            </a:r>
          </a:p>
        </p:txBody>
      </p:sp>
      <p:sp>
        <p:nvSpPr>
          <p:cNvPr id="48" name="TextBox 47">
            <a:extLst>
              <a:ext uri="{FF2B5EF4-FFF2-40B4-BE49-F238E27FC236}">
                <a16:creationId xmlns:a16="http://schemas.microsoft.com/office/drawing/2014/main" id="{29BE760D-2B3F-BDB1-72CA-6FC309AAB43F}"/>
              </a:ext>
            </a:extLst>
          </p:cNvPr>
          <p:cNvSpPr txBox="1"/>
          <p:nvPr/>
        </p:nvSpPr>
        <p:spPr>
          <a:xfrm>
            <a:off x="4362246" y="2405015"/>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#00F4AB</a:t>
            </a:r>
          </a:p>
        </p:txBody>
      </p:sp>
      <p:sp>
        <p:nvSpPr>
          <p:cNvPr id="49" name="TextBox 48">
            <a:extLst>
              <a:ext uri="{FF2B5EF4-FFF2-40B4-BE49-F238E27FC236}">
                <a16:creationId xmlns:a16="http://schemas.microsoft.com/office/drawing/2014/main" id="{8AC74C7C-61A5-3D8B-FF0F-EA63348BA0BD}"/>
              </a:ext>
            </a:extLst>
          </p:cNvPr>
          <p:cNvSpPr txBox="1"/>
          <p:nvPr/>
        </p:nvSpPr>
        <p:spPr>
          <a:xfrm>
            <a:off x="6203558" y="2405015"/>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#00F6FF</a:t>
            </a:r>
          </a:p>
        </p:txBody>
      </p:sp>
      <p:sp>
        <p:nvSpPr>
          <p:cNvPr id="50" name="TextBox 49">
            <a:extLst>
              <a:ext uri="{FF2B5EF4-FFF2-40B4-BE49-F238E27FC236}">
                <a16:creationId xmlns:a16="http://schemas.microsoft.com/office/drawing/2014/main" id="{76392E39-8092-7864-AE3F-6362EC649ABB}"/>
              </a:ext>
            </a:extLst>
          </p:cNvPr>
          <p:cNvSpPr txBox="1"/>
          <p:nvPr/>
        </p:nvSpPr>
        <p:spPr>
          <a:xfrm>
            <a:off x="8044870" y="2405015"/>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#89F0F0</a:t>
            </a:r>
          </a:p>
        </p:txBody>
      </p:sp>
      <p:sp>
        <p:nvSpPr>
          <p:cNvPr id="51" name="TextBox 50">
            <a:extLst>
              <a:ext uri="{FF2B5EF4-FFF2-40B4-BE49-F238E27FC236}">
                <a16:creationId xmlns:a16="http://schemas.microsoft.com/office/drawing/2014/main" id="{09DD1590-A136-7EB5-A1D3-ACFDE6C62C48}"/>
              </a:ext>
            </a:extLst>
          </p:cNvPr>
          <p:cNvSpPr txBox="1"/>
          <p:nvPr/>
        </p:nvSpPr>
        <p:spPr>
          <a:xfrm>
            <a:off x="9886180" y="2405015"/>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#428EFF</a:t>
            </a:r>
          </a:p>
        </p:txBody>
      </p:sp>
      <p:sp>
        <p:nvSpPr>
          <p:cNvPr id="53" name="TextBox 52">
            <a:extLst>
              <a:ext uri="{FF2B5EF4-FFF2-40B4-BE49-F238E27FC236}">
                <a16:creationId xmlns:a16="http://schemas.microsoft.com/office/drawing/2014/main" id="{59E50E06-F5FD-493D-E4E4-D47405F33521}"/>
              </a:ext>
            </a:extLst>
          </p:cNvPr>
          <p:cNvSpPr txBox="1"/>
          <p:nvPr/>
        </p:nvSpPr>
        <p:spPr>
          <a:xfrm>
            <a:off x="679622" y="3515451"/>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#0047FF</a:t>
            </a:r>
          </a:p>
        </p:txBody>
      </p:sp>
      <p:sp>
        <p:nvSpPr>
          <p:cNvPr id="54" name="TextBox 53">
            <a:extLst>
              <a:ext uri="{FF2B5EF4-FFF2-40B4-BE49-F238E27FC236}">
                <a16:creationId xmlns:a16="http://schemas.microsoft.com/office/drawing/2014/main" id="{0F25CFFE-5D1E-C30C-8C6E-67EF0944FF5F}"/>
              </a:ext>
            </a:extLst>
          </p:cNvPr>
          <p:cNvSpPr txBox="1"/>
          <p:nvPr/>
        </p:nvSpPr>
        <p:spPr>
          <a:xfrm>
            <a:off x="679622" y="4672893"/>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#FF4B9B</a:t>
            </a:r>
          </a:p>
        </p:txBody>
      </p:sp>
      <p:sp>
        <p:nvSpPr>
          <p:cNvPr id="55" name="TextBox 54">
            <a:extLst>
              <a:ext uri="{FF2B5EF4-FFF2-40B4-BE49-F238E27FC236}">
                <a16:creationId xmlns:a16="http://schemas.microsoft.com/office/drawing/2014/main" id="{16391F03-2D21-44ED-668B-BCF8F8A9E03F}"/>
              </a:ext>
            </a:extLst>
          </p:cNvPr>
          <p:cNvSpPr txBox="1"/>
          <p:nvPr/>
        </p:nvSpPr>
        <p:spPr>
          <a:xfrm>
            <a:off x="679622" y="5866678"/>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#DEDEDE</a:t>
            </a:r>
          </a:p>
        </p:txBody>
      </p:sp>
      <p:sp>
        <p:nvSpPr>
          <p:cNvPr id="57" name="TextBox 56">
            <a:extLst>
              <a:ext uri="{FF2B5EF4-FFF2-40B4-BE49-F238E27FC236}">
                <a16:creationId xmlns:a16="http://schemas.microsoft.com/office/drawing/2014/main" id="{DB78517F-FCB2-D9AA-8DFB-F3A899928FD9}"/>
              </a:ext>
            </a:extLst>
          </p:cNvPr>
          <p:cNvSpPr txBox="1"/>
          <p:nvPr/>
        </p:nvSpPr>
        <p:spPr>
          <a:xfrm>
            <a:off x="2520934" y="3515451"/>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#0078C2</a:t>
            </a:r>
          </a:p>
        </p:txBody>
      </p:sp>
      <p:sp>
        <p:nvSpPr>
          <p:cNvPr id="58" name="TextBox 57">
            <a:extLst>
              <a:ext uri="{FF2B5EF4-FFF2-40B4-BE49-F238E27FC236}">
                <a16:creationId xmlns:a16="http://schemas.microsoft.com/office/drawing/2014/main" id="{6718675E-5EE9-4A2D-ACA3-FE2713190383}"/>
              </a:ext>
            </a:extLst>
          </p:cNvPr>
          <p:cNvSpPr txBox="1"/>
          <p:nvPr/>
        </p:nvSpPr>
        <p:spPr>
          <a:xfrm>
            <a:off x="4362246" y="3515451"/>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#7BA8FF</a:t>
            </a:r>
          </a:p>
        </p:txBody>
      </p:sp>
      <p:sp>
        <p:nvSpPr>
          <p:cNvPr id="59" name="TextBox 58">
            <a:extLst>
              <a:ext uri="{FF2B5EF4-FFF2-40B4-BE49-F238E27FC236}">
                <a16:creationId xmlns:a16="http://schemas.microsoft.com/office/drawing/2014/main" id="{C4F068B4-9A48-9161-CEAE-0F808FE12C0B}"/>
              </a:ext>
            </a:extLst>
          </p:cNvPr>
          <p:cNvSpPr txBox="1"/>
          <p:nvPr/>
        </p:nvSpPr>
        <p:spPr>
          <a:xfrm>
            <a:off x="6203558" y="3515451"/>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#9BA4F8</a:t>
            </a:r>
          </a:p>
        </p:txBody>
      </p:sp>
      <p:sp>
        <p:nvSpPr>
          <p:cNvPr id="60" name="TextBox 59">
            <a:extLst>
              <a:ext uri="{FF2B5EF4-FFF2-40B4-BE49-F238E27FC236}">
                <a16:creationId xmlns:a16="http://schemas.microsoft.com/office/drawing/2014/main" id="{5FEEFBB3-F99E-148F-6A6E-087092D13B4A}"/>
              </a:ext>
            </a:extLst>
          </p:cNvPr>
          <p:cNvSpPr txBox="1"/>
          <p:nvPr/>
        </p:nvSpPr>
        <p:spPr>
          <a:xfrm>
            <a:off x="8044870" y="3515451"/>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#A98AEB</a:t>
            </a:r>
          </a:p>
        </p:txBody>
      </p:sp>
      <p:sp>
        <p:nvSpPr>
          <p:cNvPr id="61" name="TextBox 60">
            <a:extLst>
              <a:ext uri="{FF2B5EF4-FFF2-40B4-BE49-F238E27FC236}">
                <a16:creationId xmlns:a16="http://schemas.microsoft.com/office/drawing/2014/main" id="{6A28BD66-2A49-6B32-1333-12C5A5F5CEF2}"/>
              </a:ext>
            </a:extLst>
          </p:cNvPr>
          <p:cNvSpPr txBox="1"/>
          <p:nvPr/>
        </p:nvSpPr>
        <p:spPr>
          <a:xfrm>
            <a:off x="9886180" y="3515451"/>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#8453D2</a:t>
            </a:r>
          </a:p>
        </p:txBody>
      </p:sp>
      <p:sp>
        <p:nvSpPr>
          <p:cNvPr id="62" name="TextBox 61">
            <a:extLst>
              <a:ext uri="{FF2B5EF4-FFF2-40B4-BE49-F238E27FC236}">
                <a16:creationId xmlns:a16="http://schemas.microsoft.com/office/drawing/2014/main" id="{6C3FBBF3-3529-EE0A-0AAA-FB0A4AAD8854}"/>
              </a:ext>
            </a:extLst>
          </p:cNvPr>
          <p:cNvSpPr txBox="1"/>
          <p:nvPr/>
        </p:nvSpPr>
        <p:spPr>
          <a:xfrm>
            <a:off x="2514600" y="4672893"/>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#F6969C</a:t>
            </a:r>
          </a:p>
        </p:txBody>
      </p:sp>
      <p:sp>
        <p:nvSpPr>
          <p:cNvPr id="63" name="TextBox 62">
            <a:extLst>
              <a:ext uri="{FF2B5EF4-FFF2-40B4-BE49-F238E27FC236}">
                <a16:creationId xmlns:a16="http://schemas.microsoft.com/office/drawing/2014/main" id="{7FF2684F-F3AB-FCEB-7E97-AFB5DE253669}"/>
              </a:ext>
            </a:extLst>
          </p:cNvPr>
          <p:cNvSpPr txBox="1"/>
          <p:nvPr/>
        </p:nvSpPr>
        <p:spPr>
          <a:xfrm>
            <a:off x="4343400" y="4672893"/>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#FF1F47</a:t>
            </a:r>
          </a:p>
        </p:txBody>
      </p:sp>
      <p:sp>
        <p:nvSpPr>
          <p:cNvPr id="64" name="TextBox 63">
            <a:extLst>
              <a:ext uri="{FF2B5EF4-FFF2-40B4-BE49-F238E27FC236}">
                <a16:creationId xmlns:a16="http://schemas.microsoft.com/office/drawing/2014/main" id="{63EBA0C0-534D-8B39-0DB4-CA86CE1658B5}"/>
              </a:ext>
            </a:extLst>
          </p:cNvPr>
          <p:cNvSpPr txBox="1"/>
          <p:nvPr/>
        </p:nvSpPr>
        <p:spPr>
          <a:xfrm>
            <a:off x="6203558" y="4672893"/>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#FF4D40</a:t>
            </a:r>
          </a:p>
        </p:txBody>
      </p:sp>
      <p:sp>
        <p:nvSpPr>
          <p:cNvPr id="65" name="TextBox 64">
            <a:extLst>
              <a:ext uri="{FF2B5EF4-FFF2-40B4-BE49-F238E27FC236}">
                <a16:creationId xmlns:a16="http://schemas.microsoft.com/office/drawing/2014/main" id="{9D198873-A9FD-587C-A1FA-F14DB5D14D2E}"/>
              </a:ext>
            </a:extLst>
          </p:cNvPr>
          <p:cNvSpPr txBox="1"/>
          <p:nvPr/>
        </p:nvSpPr>
        <p:spPr>
          <a:xfrm>
            <a:off x="8044870" y="4672893"/>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#FF7701</a:t>
            </a:r>
          </a:p>
        </p:txBody>
      </p:sp>
      <p:sp>
        <p:nvSpPr>
          <p:cNvPr id="66" name="TextBox 65">
            <a:extLst>
              <a:ext uri="{FF2B5EF4-FFF2-40B4-BE49-F238E27FC236}">
                <a16:creationId xmlns:a16="http://schemas.microsoft.com/office/drawing/2014/main" id="{1B1460F4-26EF-2D8A-4454-C2B67835E8CD}"/>
              </a:ext>
            </a:extLst>
          </p:cNvPr>
          <p:cNvSpPr txBox="1"/>
          <p:nvPr/>
        </p:nvSpPr>
        <p:spPr>
          <a:xfrm>
            <a:off x="9906000" y="4672893"/>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#8A8A8A</a:t>
            </a:r>
          </a:p>
        </p:txBody>
      </p:sp>
      <p:sp>
        <p:nvSpPr>
          <p:cNvPr id="67" name="TextBox 66">
            <a:extLst>
              <a:ext uri="{FF2B5EF4-FFF2-40B4-BE49-F238E27FC236}">
                <a16:creationId xmlns:a16="http://schemas.microsoft.com/office/drawing/2014/main" id="{4C41E0FE-8057-6F3B-F05F-DCDF52DCF629}"/>
              </a:ext>
            </a:extLst>
          </p:cNvPr>
          <p:cNvSpPr txBox="1"/>
          <p:nvPr/>
        </p:nvSpPr>
        <p:spPr>
          <a:xfrm>
            <a:off x="2514600" y="5866678"/>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#FBFAFA</a:t>
            </a:r>
          </a:p>
        </p:txBody>
      </p:sp>
      <p:sp>
        <p:nvSpPr>
          <p:cNvPr id="68" name="TextBox 67">
            <a:extLst>
              <a:ext uri="{FF2B5EF4-FFF2-40B4-BE49-F238E27FC236}">
                <a16:creationId xmlns:a16="http://schemas.microsoft.com/office/drawing/2014/main" id="{E1ED3001-1EE3-0F73-67B4-22BEC546E792}"/>
              </a:ext>
            </a:extLst>
          </p:cNvPr>
          <p:cNvSpPr txBox="1"/>
          <p:nvPr/>
        </p:nvSpPr>
        <p:spPr>
          <a:xfrm>
            <a:off x="9097701" y="3295542"/>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69" name="TextBox 68">
            <a:extLst>
              <a:ext uri="{FF2B5EF4-FFF2-40B4-BE49-F238E27FC236}">
                <a16:creationId xmlns:a16="http://schemas.microsoft.com/office/drawing/2014/main" id="{DF3252CA-7586-61D1-24F8-39FAF52C4FD9}"/>
              </a:ext>
            </a:extLst>
          </p:cNvPr>
          <p:cNvSpPr txBox="1"/>
          <p:nvPr/>
        </p:nvSpPr>
        <p:spPr>
          <a:xfrm>
            <a:off x="3206187" y="4408727"/>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70" name="TextBox 69">
            <a:extLst>
              <a:ext uri="{FF2B5EF4-FFF2-40B4-BE49-F238E27FC236}">
                <a16:creationId xmlns:a16="http://schemas.microsoft.com/office/drawing/2014/main" id="{B9D61286-6A5D-C3E0-2E37-274A2E7AA72A}"/>
              </a:ext>
            </a:extLst>
          </p:cNvPr>
          <p:cNvSpPr txBox="1"/>
          <p:nvPr/>
        </p:nvSpPr>
        <p:spPr>
          <a:xfrm>
            <a:off x="2098431" y="2152494"/>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6" name="Picture 6" descr="Databricks | NRI">
            <a:extLst>
              <a:ext uri="{FF2B5EF4-FFF2-40B4-BE49-F238E27FC236}">
                <a16:creationId xmlns:a16="http://schemas.microsoft.com/office/drawing/2014/main" id="{C977EC3F-952A-F07A-A94C-101B932B39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15" name="Plus Sign 14">
            <a:extLst>
              <a:ext uri="{FF2B5EF4-FFF2-40B4-BE49-F238E27FC236}">
                <a16:creationId xmlns:a16="http://schemas.microsoft.com/office/drawing/2014/main" id="{01B548F2-7F50-1502-1568-A8CB5E58838D}"/>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3042804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422EFB25-9931-3F0A-6896-37AA3BD79CCC}"/>
              </a:ext>
            </a:extLst>
          </p:cNvPr>
          <p:cNvSpPr/>
          <p:nvPr/>
        </p:nvSpPr>
        <p:spPr bwMode="auto">
          <a:xfrm>
            <a:off x="664425" y="1562100"/>
            <a:ext cx="3521886" cy="457200"/>
          </a:xfrm>
          <a:prstGeom prst="roundRect">
            <a:avLst>
              <a:gd name="adj" fmla="val 50000"/>
            </a:avLst>
          </a:prstGeom>
          <a:gradFill>
            <a:gsLst>
              <a:gs pos="100000">
                <a:schemeClr val="accent3"/>
              </a:gs>
              <a:gs pos="22000">
                <a:schemeClr val="accent5"/>
              </a:gs>
              <a:gs pos="0">
                <a:schemeClr val="accent4"/>
              </a:gs>
            </a:gsLst>
            <a:lin ang="0" scaled="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6" name="Rounded Rectangle 5">
            <a:extLst>
              <a:ext uri="{FF2B5EF4-FFF2-40B4-BE49-F238E27FC236}">
                <a16:creationId xmlns:a16="http://schemas.microsoft.com/office/drawing/2014/main" id="{B7021CAA-33F5-3974-3620-62D6E799C996}"/>
              </a:ext>
            </a:extLst>
          </p:cNvPr>
          <p:cNvSpPr/>
          <p:nvPr/>
        </p:nvSpPr>
        <p:spPr bwMode="auto">
          <a:xfrm>
            <a:off x="664425" y="2413977"/>
            <a:ext cx="3521886" cy="457200"/>
          </a:xfrm>
          <a:prstGeom prst="roundRect">
            <a:avLst>
              <a:gd name="adj" fmla="val 50000"/>
            </a:avLst>
          </a:prstGeom>
          <a:gradFill>
            <a:gsLst>
              <a:gs pos="100000">
                <a:srgbClr val="2AFFCC"/>
              </a:gs>
              <a:gs pos="57000">
                <a:srgbClr val="01F5FF"/>
              </a:gs>
              <a:gs pos="21000">
                <a:srgbClr val="D8E763"/>
              </a:gs>
            </a:gsLst>
            <a:lin ang="1200000" scaled="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7" name="Rounded Rectangle 6">
            <a:extLst>
              <a:ext uri="{FF2B5EF4-FFF2-40B4-BE49-F238E27FC236}">
                <a16:creationId xmlns:a16="http://schemas.microsoft.com/office/drawing/2014/main" id="{19BF173C-11BA-2466-1881-2C34121E05F8}"/>
              </a:ext>
            </a:extLst>
          </p:cNvPr>
          <p:cNvSpPr/>
          <p:nvPr/>
        </p:nvSpPr>
        <p:spPr bwMode="auto">
          <a:xfrm>
            <a:off x="664425" y="3265854"/>
            <a:ext cx="3521886" cy="457200"/>
          </a:xfrm>
          <a:prstGeom prst="roundRect">
            <a:avLst>
              <a:gd name="adj" fmla="val 50000"/>
            </a:avLst>
          </a:prstGeom>
          <a:gradFill>
            <a:gsLst>
              <a:gs pos="100000">
                <a:srgbClr val="FF4B9B"/>
              </a:gs>
              <a:gs pos="57000">
                <a:srgbClr val="DA0042"/>
              </a:gs>
              <a:gs pos="0">
                <a:srgbClr val="FF7802"/>
              </a:gs>
            </a:gsLst>
            <a:lin ang="0" scaled="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8" name="Rounded Rectangle 7">
            <a:extLst>
              <a:ext uri="{FF2B5EF4-FFF2-40B4-BE49-F238E27FC236}">
                <a16:creationId xmlns:a16="http://schemas.microsoft.com/office/drawing/2014/main" id="{EF278665-ED84-C237-051A-D86EFD327058}"/>
              </a:ext>
            </a:extLst>
          </p:cNvPr>
          <p:cNvSpPr/>
          <p:nvPr/>
        </p:nvSpPr>
        <p:spPr bwMode="auto">
          <a:xfrm>
            <a:off x="664425" y="4117731"/>
            <a:ext cx="3521886" cy="457200"/>
          </a:xfrm>
          <a:prstGeom prst="roundRect">
            <a:avLst>
              <a:gd name="adj" fmla="val 50000"/>
            </a:avLst>
          </a:prstGeom>
          <a:gradFill>
            <a:gsLst>
              <a:gs pos="100000">
                <a:schemeClr val="accent2"/>
              </a:gs>
              <a:gs pos="22000">
                <a:srgbClr val="B99DF4"/>
              </a:gs>
              <a:gs pos="0">
                <a:srgbClr val="B99DF4"/>
              </a:gs>
            </a:gsLst>
            <a:lin ang="0" scaled="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9" name="Rectangle 8">
            <a:extLst>
              <a:ext uri="{FF2B5EF4-FFF2-40B4-BE49-F238E27FC236}">
                <a16:creationId xmlns:a16="http://schemas.microsoft.com/office/drawing/2014/main" id="{7F54E522-C33E-912D-8722-1E1B3FFB0121}"/>
              </a:ext>
            </a:extLst>
          </p:cNvPr>
          <p:cNvSpPr>
            <a:spLocks noChangeAspect="1"/>
          </p:cNvSpPr>
          <p:nvPr/>
        </p:nvSpPr>
        <p:spPr bwMode="auto">
          <a:xfrm>
            <a:off x="5067300" y="1562100"/>
            <a:ext cx="1371600" cy="1371600"/>
          </a:xfrm>
          <a:prstGeom prst="rect">
            <a:avLst/>
          </a:prstGeom>
          <a:gradFill>
            <a:gsLst>
              <a:gs pos="100000">
                <a:schemeClr val="accent3"/>
              </a:gs>
              <a:gs pos="22000">
                <a:schemeClr val="accent5"/>
              </a:gs>
              <a:gs pos="0">
                <a:schemeClr val="accent4"/>
              </a:gs>
            </a:gsLst>
            <a:lin ang="2700000" scaled="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0" name="Rectangle 9">
            <a:extLst>
              <a:ext uri="{FF2B5EF4-FFF2-40B4-BE49-F238E27FC236}">
                <a16:creationId xmlns:a16="http://schemas.microsoft.com/office/drawing/2014/main" id="{3D80FB46-1EB7-A3AA-53BD-2992E20CAC2E}"/>
              </a:ext>
            </a:extLst>
          </p:cNvPr>
          <p:cNvSpPr>
            <a:spLocks noChangeAspect="1"/>
          </p:cNvSpPr>
          <p:nvPr/>
        </p:nvSpPr>
        <p:spPr bwMode="auto">
          <a:xfrm>
            <a:off x="6769100" y="1562100"/>
            <a:ext cx="1371600" cy="1371600"/>
          </a:xfrm>
          <a:prstGeom prst="rect">
            <a:avLst/>
          </a:prstGeom>
          <a:gradFill>
            <a:gsLst>
              <a:gs pos="100000">
                <a:srgbClr val="55E66F"/>
              </a:gs>
              <a:gs pos="22000">
                <a:srgbClr val="D5E662"/>
              </a:gs>
              <a:gs pos="0">
                <a:srgbClr val="D5E662"/>
              </a:gs>
            </a:gsLst>
            <a:lin ang="2700000" scaled="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11" name="Rectangle 10">
            <a:extLst>
              <a:ext uri="{FF2B5EF4-FFF2-40B4-BE49-F238E27FC236}">
                <a16:creationId xmlns:a16="http://schemas.microsoft.com/office/drawing/2014/main" id="{951AD6AF-ABEF-D347-C269-791F2FEEF587}"/>
              </a:ext>
            </a:extLst>
          </p:cNvPr>
          <p:cNvSpPr>
            <a:spLocks noChangeAspect="1"/>
          </p:cNvSpPr>
          <p:nvPr/>
        </p:nvSpPr>
        <p:spPr bwMode="auto">
          <a:xfrm>
            <a:off x="8470900" y="1562100"/>
            <a:ext cx="1371600" cy="1371600"/>
          </a:xfrm>
          <a:prstGeom prst="rect">
            <a:avLst/>
          </a:prstGeom>
          <a:gradFill>
            <a:gsLst>
              <a:gs pos="100000">
                <a:srgbClr val="FF4B9B"/>
              </a:gs>
              <a:gs pos="57000">
                <a:srgbClr val="DA0042"/>
              </a:gs>
              <a:gs pos="0">
                <a:srgbClr val="FF7802"/>
              </a:gs>
            </a:gsLst>
            <a:lin ang="1200000" scaled="0"/>
          </a:gradFill>
          <a:ln>
            <a:noFill/>
          </a:ln>
          <a:effectLst/>
        </p:spPr>
        <p:txBody>
          <a:bodyPr wrap="none" rtlCol="0" anchor="ctr"/>
          <a:lstStyle/>
          <a:p>
            <a:pPr algn="ctr"/>
            <a:endParaRPr lang="en-US" sz="2400" err="1">
              <a:solidFill>
                <a:schemeClr val="bg1"/>
              </a:solidFill>
              <a:latin typeface="Calibri Light" panose="020F0302020204030204" pitchFamily="34" charset="0"/>
            </a:endParaRPr>
          </a:p>
        </p:txBody>
      </p:sp>
      <p:sp>
        <p:nvSpPr>
          <p:cNvPr id="12" name="Rectangle 11">
            <a:extLst>
              <a:ext uri="{FF2B5EF4-FFF2-40B4-BE49-F238E27FC236}">
                <a16:creationId xmlns:a16="http://schemas.microsoft.com/office/drawing/2014/main" id="{3304C877-318E-83F3-C0E3-40095CDD1E7B}"/>
              </a:ext>
            </a:extLst>
          </p:cNvPr>
          <p:cNvSpPr>
            <a:spLocks noChangeAspect="1"/>
          </p:cNvSpPr>
          <p:nvPr/>
        </p:nvSpPr>
        <p:spPr bwMode="auto">
          <a:xfrm>
            <a:off x="10172700" y="1562100"/>
            <a:ext cx="1371600" cy="1371600"/>
          </a:xfrm>
          <a:prstGeom prst="rect">
            <a:avLst/>
          </a:prstGeom>
          <a:gradFill>
            <a:gsLst>
              <a:gs pos="100000">
                <a:schemeClr val="accent2"/>
              </a:gs>
              <a:gs pos="22000">
                <a:srgbClr val="B99DF4"/>
              </a:gs>
              <a:gs pos="0">
                <a:srgbClr val="B99DF4"/>
              </a:gs>
            </a:gsLst>
            <a:lin ang="2700000" scaled="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2" name="Oval 31">
            <a:extLst>
              <a:ext uri="{FF2B5EF4-FFF2-40B4-BE49-F238E27FC236}">
                <a16:creationId xmlns:a16="http://schemas.microsoft.com/office/drawing/2014/main" id="{809543FC-8D22-EFDD-B942-3396AD7D242F}"/>
              </a:ext>
            </a:extLst>
          </p:cNvPr>
          <p:cNvSpPr>
            <a:spLocks noChangeAspect="1"/>
          </p:cNvSpPr>
          <p:nvPr/>
        </p:nvSpPr>
        <p:spPr bwMode="auto">
          <a:xfrm>
            <a:off x="5067300" y="3265854"/>
            <a:ext cx="1371600" cy="1371600"/>
          </a:xfrm>
          <a:prstGeom prst="ellipse">
            <a:avLst/>
          </a:prstGeom>
          <a:gradFill>
            <a:gsLst>
              <a:gs pos="100000">
                <a:schemeClr val="accent3"/>
              </a:gs>
              <a:gs pos="22000">
                <a:schemeClr val="accent5"/>
              </a:gs>
              <a:gs pos="0">
                <a:schemeClr val="accent4"/>
              </a:gs>
            </a:gsLst>
            <a:lin ang="2700000" scaled="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3" name="Oval 32">
            <a:extLst>
              <a:ext uri="{FF2B5EF4-FFF2-40B4-BE49-F238E27FC236}">
                <a16:creationId xmlns:a16="http://schemas.microsoft.com/office/drawing/2014/main" id="{CBFF1092-F902-1E64-EF84-A64626A0DB22}"/>
              </a:ext>
            </a:extLst>
          </p:cNvPr>
          <p:cNvSpPr>
            <a:spLocks noChangeAspect="1"/>
          </p:cNvSpPr>
          <p:nvPr/>
        </p:nvSpPr>
        <p:spPr bwMode="auto">
          <a:xfrm>
            <a:off x="6769100" y="3265854"/>
            <a:ext cx="1371600" cy="1371600"/>
          </a:xfrm>
          <a:prstGeom prst="ellipse">
            <a:avLst/>
          </a:prstGeom>
          <a:gradFill>
            <a:gsLst>
              <a:gs pos="100000">
                <a:srgbClr val="55E66F"/>
              </a:gs>
              <a:gs pos="22000">
                <a:srgbClr val="D5E662"/>
              </a:gs>
              <a:gs pos="0">
                <a:srgbClr val="D5E662"/>
              </a:gs>
            </a:gsLst>
            <a:lin ang="2700000" scaled="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34" name="Oval 33">
            <a:extLst>
              <a:ext uri="{FF2B5EF4-FFF2-40B4-BE49-F238E27FC236}">
                <a16:creationId xmlns:a16="http://schemas.microsoft.com/office/drawing/2014/main" id="{544DB9F5-0AED-BD01-DF99-2940883232DD}"/>
              </a:ext>
            </a:extLst>
          </p:cNvPr>
          <p:cNvSpPr>
            <a:spLocks noChangeAspect="1"/>
          </p:cNvSpPr>
          <p:nvPr/>
        </p:nvSpPr>
        <p:spPr bwMode="auto">
          <a:xfrm>
            <a:off x="8470900" y="3265854"/>
            <a:ext cx="1371600" cy="1371600"/>
          </a:xfrm>
          <a:prstGeom prst="ellipse">
            <a:avLst/>
          </a:prstGeom>
          <a:gradFill>
            <a:gsLst>
              <a:gs pos="100000">
                <a:srgbClr val="FF4B9B"/>
              </a:gs>
              <a:gs pos="57000">
                <a:srgbClr val="DA0042"/>
              </a:gs>
              <a:gs pos="0">
                <a:srgbClr val="FF7802"/>
              </a:gs>
            </a:gsLst>
            <a:lin ang="2400000" scaled="0"/>
          </a:gradFill>
          <a:ln>
            <a:noFill/>
          </a:ln>
          <a:effectLst/>
        </p:spPr>
        <p:txBody>
          <a:bodyPr wrap="none" rtlCol="0" anchor="ctr"/>
          <a:lstStyle/>
          <a:p>
            <a:pPr algn="ctr"/>
            <a:endParaRPr lang="en-US" sz="2400" err="1">
              <a:solidFill>
                <a:schemeClr val="bg1"/>
              </a:solidFill>
              <a:latin typeface="Calibri Light" panose="020F0302020204030204" pitchFamily="34" charset="0"/>
            </a:endParaRPr>
          </a:p>
        </p:txBody>
      </p:sp>
      <p:sp>
        <p:nvSpPr>
          <p:cNvPr id="35" name="Oval 34">
            <a:extLst>
              <a:ext uri="{FF2B5EF4-FFF2-40B4-BE49-F238E27FC236}">
                <a16:creationId xmlns:a16="http://schemas.microsoft.com/office/drawing/2014/main" id="{2213CC4B-7AE7-6CFF-BC94-B634E857EE26}"/>
              </a:ext>
            </a:extLst>
          </p:cNvPr>
          <p:cNvSpPr>
            <a:spLocks noChangeAspect="1"/>
          </p:cNvSpPr>
          <p:nvPr/>
        </p:nvSpPr>
        <p:spPr bwMode="auto">
          <a:xfrm>
            <a:off x="10172700" y="3265854"/>
            <a:ext cx="1371600" cy="1371600"/>
          </a:xfrm>
          <a:prstGeom prst="ellipse">
            <a:avLst/>
          </a:prstGeom>
          <a:gradFill>
            <a:gsLst>
              <a:gs pos="100000">
                <a:schemeClr val="accent2"/>
              </a:gs>
              <a:gs pos="22000">
                <a:srgbClr val="B99DF4"/>
              </a:gs>
              <a:gs pos="0">
                <a:srgbClr val="B99DF4"/>
              </a:gs>
            </a:gsLst>
            <a:lin ang="2700000" scaled="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 name="Title 1">
            <a:extLst>
              <a:ext uri="{FF2B5EF4-FFF2-40B4-BE49-F238E27FC236}">
                <a16:creationId xmlns:a16="http://schemas.microsoft.com/office/drawing/2014/main" id="{EEA55D56-AC8D-710C-7F01-190765E79DF1}"/>
              </a:ext>
            </a:extLst>
          </p:cNvPr>
          <p:cNvSpPr>
            <a:spLocks noGrp="1"/>
          </p:cNvSpPr>
          <p:nvPr>
            <p:ph type="title"/>
          </p:nvPr>
        </p:nvSpPr>
        <p:spPr/>
        <p:txBody>
          <a:bodyPr/>
          <a:lstStyle/>
          <a:p>
            <a:r>
              <a:rPr lang="en-US"/>
              <a:t>Gradient</a:t>
            </a:r>
          </a:p>
        </p:txBody>
      </p:sp>
      <p:sp>
        <p:nvSpPr>
          <p:cNvPr id="3" name="Text Placeholder 2">
            <a:extLst>
              <a:ext uri="{FF2B5EF4-FFF2-40B4-BE49-F238E27FC236}">
                <a16:creationId xmlns:a16="http://schemas.microsoft.com/office/drawing/2014/main" id="{0D44D1F5-616A-6C07-6379-DDC27A2CF948}"/>
              </a:ext>
            </a:extLst>
          </p:cNvPr>
          <p:cNvSpPr>
            <a:spLocks noGrp="1"/>
          </p:cNvSpPr>
          <p:nvPr>
            <p:ph type="body" sz="quarter" idx="28"/>
          </p:nvPr>
        </p:nvSpPr>
        <p:spPr/>
        <p:txBody>
          <a:bodyPr/>
          <a:lstStyle/>
          <a:p>
            <a:endParaRPr lang="en-US"/>
          </a:p>
        </p:txBody>
      </p:sp>
      <p:sp>
        <p:nvSpPr>
          <p:cNvPr id="4" name="Rounded Rectangle 3">
            <a:extLst>
              <a:ext uri="{FF2B5EF4-FFF2-40B4-BE49-F238E27FC236}">
                <a16:creationId xmlns:a16="http://schemas.microsoft.com/office/drawing/2014/main" id="{B0BE29C3-59C0-05AA-2B67-6911AB2FCF65}"/>
              </a:ext>
            </a:extLst>
          </p:cNvPr>
          <p:cNvSpPr/>
          <p:nvPr/>
        </p:nvSpPr>
        <p:spPr bwMode="auto">
          <a:xfrm>
            <a:off x="664425" y="5046880"/>
            <a:ext cx="3521886" cy="457200"/>
          </a:xfrm>
          <a:prstGeom prst="roundRect">
            <a:avLst>
              <a:gd name="adj" fmla="val 50000"/>
            </a:avLst>
          </a:prstGeom>
          <a:gradFill>
            <a:gsLst>
              <a:gs pos="100000">
                <a:srgbClr val="B896FF"/>
              </a:gs>
              <a:gs pos="22000">
                <a:srgbClr val="00FFF0"/>
              </a:gs>
              <a:gs pos="0">
                <a:srgbClr val="00F6FF"/>
              </a:gs>
            </a:gsLst>
            <a:lin ang="0" scaled="0"/>
          </a:gra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13" name="Picture 6" descr="Databricks | NRI">
            <a:extLst>
              <a:ext uri="{FF2B5EF4-FFF2-40B4-BE49-F238E27FC236}">
                <a16:creationId xmlns:a16="http://schemas.microsoft.com/office/drawing/2014/main" id="{1248C957-BC5F-3971-A5A9-71B4C3235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14" name="Plus Sign 13">
            <a:extLst>
              <a:ext uri="{FF2B5EF4-FFF2-40B4-BE49-F238E27FC236}">
                <a16:creationId xmlns:a16="http://schemas.microsoft.com/office/drawing/2014/main" id="{B0BE35DF-FD46-AF6B-3E30-41B42C26C0EA}"/>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494238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55D56-AC8D-710C-7F01-190765E79DF1}"/>
              </a:ext>
            </a:extLst>
          </p:cNvPr>
          <p:cNvSpPr>
            <a:spLocks noGrp="1"/>
          </p:cNvSpPr>
          <p:nvPr>
            <p:ph type="title"/>
          </p:nvPr>
        </p:nvSpPr>
        <p:spPr/>
        <p:txBody>
          <a:bodyPr/>
          <a:lstStyle/>
          <a:p>
            <a:r>
              <a:rPr lang="en-US"/>
              <a:t>Text Gradient</a:t>
            </a:r>
          </a:p>
        </p:txBody>
      </p:sp>
      <p:sp>
        <p:nvSpPr>
          <p:cNvPr id="13" name="Text Placeholder 6">
            <a:extLst>
              <a:ext uri="{FF2B5EF4-FFF2-40B4-BE49-F238E27FC236}">
                <a16:creationId xmlns:a16="http://schemas.microsoft.com/office/drawing/2014/main" id="{5B8E6144-C645-5525-B14F-B979826FB98B}"/>
              </a:ext>
            </a:extLst>
          </p:cNvPr>
          <p:cNvSpPr txBox="1">
            <a:spLocks/>
          </p:cNvSpPr>
          <p:nvPr/>
        </p:nvSpPr>
        <p:spPr>
          <a:xfrm>
            <a:off x="635825" y="3314236"/>
            <a:ext cx="8060366" cy="2103140"/>
          </a:xfrm>
          <a:prstGeom prst="rect">
            <a:avLst/>
          </a:prstGeom>
        </p:spPr>
        <p:txBody>
          <a:bodyPr lIns="0" tIns="0" rIns="0" bIns="0"/>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dirty="0">
                <a:solidFill>
                  <a:schemeClr val="bg1"/>
                </a:solidFill>
                <a:latin typeface="Calibri"/>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200">
                <a:latin typeface="Calibri Light" panose="020F0302020204030204" pitchFamily="34" charset="0"/>
                <a:cs typeface="Calibri Light" panose="020F0302020204030204" pitchFamily="34" charset="0"/>
              </a:rPr>
              <a:t>Presentation Cover with </a:t>
            </a:r>
            <a:r>
              <a:rPr lang="en-US" sz="7200">
                <a:gradFill>
                  <a:gsLst>
                    <a:gs pos="0">
                      <a:srgbClr val="00FFF0"/>
                    </a:gs>
                    <a:gs pos="72000">
                      <a:srgbClr val="00F6FF"/>
                    </a:gs>
                    <a:gs pos="100000">
                      <a:srgbClr val="B896FF"/>
                    </a:gs>
                  </a:gsLst>
                  <a:lin ang="1200000" scaled="0"/>
                </a:gradFill>
                <a:latin typeface="+mj-lt"/>
                <a:cs typeface="Calibri Light" panose="020F0302020204030204" pitchFamily="34" charset="0"/>
              </a:rPr>
              <a:t>Longer Title</a:t>
            </a:r>
          </a:p>
        </p:txBody>
      </p:sp>
      <p:pic>
        <p:nvPicPr>
          <p:cNvPr id="15" name="Picture 14" descr="Graphical user interface, text, application&#10;&#10;Description automatically generated">
            <a:extLst>
              <a:ext uri="{FF2B5EF4-FFF2-40B4-BE49-F238E27FC236}">
                <a16:creationId xmlns:a16="http://schemas.microsoft.com/office/drawing/2014/main" id="{C747A644-90C9-BD8F-FEE8-9D321B9C1D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14920" y="287619"/>
            <a:ext cx="2675418" cy="5922681"/>
          </a:xfrm>
          <a:prstGeom prst="rect">
            <a:avLst/>
          </a:prstGeom>
        </p:spPr>
      </p:pic>
      <p:sp>
        <p:nvSpPr>
          <p:cNvPr id="16" name="Text Placeholder 6">
            <a:extLst>
              <a:ext uri="{FF2B5EF4-FFF2-40B4-BE49-F238E27FC236}">
                <a16:creationId xmlns:a16="http://schemas.microsoft.com/office/drawing/2014/main" id="{52BB5032-ABE2-F447-54EB-7544058B0212}"/>
              </a:ext>
            </a:extLst>
          </p:cNvPr>
          <p:cNvSpPr txBox="1">
            <a:spLocks/>
          </p:cNvSpPr>
          <p:nvPr/>
        </p:nvSpPr>
        <p:spPr>
          <a:xfrm>
            <a:off x="635825" y="5568449"/>
            <a:ext cx="2170875" cy="276999"/>
          </a:xfrm>
          <a:prstGeom prst="rect">
            <a:avLst/>
          </a:prstGeom>
        </p:spPr>
        <p:txBody>
          <a:bodyPr wrap="square" lIns="0" tIns="0" rIns="0" bIns="0">
            <a:sp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dirty="0">
                <a:solidFill>
                  <a:schemeClr val="bg1"/>
                </a:solidFill>
                <a:latin typeface="Calibri"/>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a:gradFill>
                  <a:gsLst>
                    <a:gs pos="0">
                      <a:srgbClr val="00FFF0"/>
                    </a:gs>
                    <a:gs pos="72000">
                      <a:srgbClr val="00F6FF"/>
                    </a:gs>
                    <a:gs pos="100000">
                      <a:srgbClr val="B896FF"/>
                    </a:gs>
                  </a:gsLst>
                  <a:lin ang="1200000" scaled="0"/>
                </a:gradFill>
                <a:latin typeface="+mj-lt"/>
              </a:rPr>
              <a:t>Short Title</a:t>
            </a:r>
          </a:p>
        </p:txBody>
      </p:sp>
      <p:sp>
        <p:nvSpPr>
          <p:cNvPr id="17" name="Text Placeholder 6">
            <a:extLst>
              <a:ext uri="{FF2B5EF4-FFF2-40B4-BE49-F238E27FC236}">
                <a16:creationId xmlns:a16="http://schemas.microsoft.com/office/drawing/2014/main" id="{421C4D79-5680-8E96-CE69-56B46FA3126A}"/>
              </a:ext>
            </a:extLst>
          </p:cNvPr>
          <p:cNvSpPr txBox="1">
            <a:spLocks/>
          </p:cNvSpPr>
          <p:nvPr/>
        </p:nvSpPr>
        <p:spPr>
          <a:xfrm>
            <a:off x="635825" y="1496621"/>
            <a:ext cx="8060366" cy="692497"/>
          </a:xfrm>
          <a:prstGeom prst="rect">
            <a:avLst/>
          </a:prstGeom>
        </p:spPr>
        <p:txBody>
          <a:bodyPr lIns="0" tIns="0" rIns="0" bIns="0">
            <a:sp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1400" b="0" i="0" kern="1200" dirty="0">
                <a:solidFill>
                  <a:schemeClr val="bg1"/>
                </a:solidFill>
                <a:latin typeface="Calibri"/>
                <a:ea typeface="Calibri" panose="020F0502020204030204" pitchFamily="34" charset="0"/>
                <a:cs typeface="Calibri" panose="020F0502020204030204" pitchFamily="34" charset="0"/>
              </a:defRPr>
            </a:lvl1pPr>
            <a:lvl2pPr marL="182880" indent="-182880" algn="l" defTabSz="914400" rtl="0" eaLnBrk="1" latinLnBrk="0" hangingPunct="1">
              <a:lnSpc>
                <a:spcPct val="100000"/>
              </a:lnSpc>
              <a:spcBef>
                <a:spcPts val="600"/>
              </a:spcBef>
              <a:spcAft>
                <a:spcPts val="0"/>
              </a:spcAft>
              <a:buClr>
                <a:schemeClr val="bg1"/>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365760" indent="-182880" algn="l" defTabSz="914400" rtl="0" eaLnBrk="1" latinLnBrk="0" hangingPunct="1">
              <a:lnSpc>
                <a:spcPct val="100000"/>
              </a:lnSpc>
              <a:spcBef>
                <a:spcPts val="600"/>
              </a:spcBef>
              <a:spcAft>
                <a:spcPts val="0"/>
              </a:spcAft>
              <a:buClr>
                <a:schemeClr val="bg1"/>
              </a:buClr>
              <a:buFont typeface="Courier New" panose="02070309020205020404" pitchFamily="49" charset="0"/>
              <a:buChar char="o"/>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r>
              <a:rPr lang="en-US" sz="2000">
                <a:latin typeface="+mj-lt"/>
              </a:rPr>
              <a:t>Make sure you are using 20% of purple at the end of the phrase </a:t>
            </a:r>
          </a:p>
          <a:p>
            <a:pPr marL="457200" indent="-457200">
              <a:buFont typeface="+mj-lt"/>
              <a:buAutoNum type="arabicPeriod"/>
            </a:pPr>
            <a:r>
              <a:rPr lang="en-US" sz="2000">
                <a:latin typeface="+mj-lt"/>
              </a:rPr>
              <a:t>Gradient color schema is the following:</a:t>
            </a:r>
          </a:p>
        </p:txBody>
      </p:sp>
      <p:sp>
        <p:nvSpPr>
          <p:cNvPr id="18" name="TextBox 17">
            <a:extLst>
              <a:ext uri="{FF2B5EF4-FFF2-40B4-BE49-F238E27FC236}">
                <a16:creationId xmlns:a16="http://schemas.microsoft.com/office/drawing/2014/main" id="{2150C8BD-8652-7191-BB00-3D951FBAACF2}"/>
              </a:ext>
            </a:extLst>
          </p:cNvPr>
          <p:cNvSpPr txBox="1"/>
          <p:nvPr/>
        </p:nvSpPr>
        <p:spPr>
          <a:xfrm>
            <a:off x="652370" y="2959981"/>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#00F6FF</a:t>
            </a:r>
          </a:p>
        </p:txBody>
      </p:sp>
      <p:sp>
        <p:nvSpPr>
          <p:cNvPr id="19" name="TextBox 18">
            <a:extLst>
              <a:ext uri="{FF2B5EF4-FFF2-40B4-BE49-F238E27FC236}">
                <a16:creationId xmlns:a16="http://schemas.microsoft.com/office/drawing/2014/main" id="{C519DCBC-F412-AF73-7476-5406CD849501}"/>
              </a:ext>
            </a:extLst>
          </p:cNvPr>
          <p:cNvSpPr txBox="1"/>
          <p:nvPr/>
        </p:nvSpPr>
        <p:spPr>
          <a:xfrm>
            <a:off x="2481170" y="2959981"/>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#00FFF0</a:t>
            </a:r>
          </a:p>
        </p:txBody>
      </p:sp>
      <p:sp>
        <p:nvSpPr>
          <p:cNvPr id="20" name="TextBox 19">
            <a:extLst>
              <a:ext uri="{FF2B5EF4-FFF2-40B4-BE49-F238E27FC236}">
                <a16:creationId xmlns:a16="http://schemas.microsoft.com/office/drawing/2014/main" id="{442B2211-63C1-4822-FB98-D2E4CDF44B19}"/>
              </a:ext>
            </a:extLst>
          </p:cNvPr>
          <p:cNvSpPr txBox="1"/>
          <p:nvPr/>
        </p:nvSpPr>
        <p:spPr>
          <a:xfrm>
            <a:off x="4341328" y="2959981"/>
            <a:ext cx="1099751" cy="185352"/>
          </a:xfrm>
          <a:prstGeom prst="rect">
            <a:avLst/>
          </a:prstGeom>
          <a:noFill/>
        </p:spPr>
        <p:txBody>
          <a:bodyPr wrap="square" lIns="0" tIns="0" rIns="0" bIns="0" rtlCol="0">
            <a:noAutofit/>
          </a:bodyPr>
          <a:lstStyle/>
          <a:p>
            <a:pPr>
              <a:lnSpc>
                <a:spcPct val="110000"/>
              </a:lnSpc>
              <a:spcBef>
                <a:spcPts val="600"/>
              </a:spcBef>
            </a:pPr>
            <a:r>
              <a:rPr lang="en-US" sz="1200" b="1">
                <a:solidFill>
                  <a:schemeClr val="bg1"/>
                </a:solidFill>
                <a:ea typeface="Human Sans" charset="0"/>
                <a:cs typeface="Human Sans" charset="0"/>
              </a:rPr>
              <a:t>HEX:</a:t>
            </a:r>
            <a:r>
              <a:rPr lang="en-US" sz="1200">
                <a:solidFill>
                  <a:schemeClr val="bg1"/>
                </a:solidFill>
                <a:ea typeface="Human Sans" charset="0"/>
                <a:cs typeface="Human Sans" charset="0"/>
              </a:rPr>
              <a:t> #B895FF</a:t>
            </a:r>
          </a:p>
        </p:txBody>
      </p:sp>
      <p:sp>
        <p:nvSpPr>
          <p:cNvPr id="21" name="Rectangle 20">
            <a:extLst>
              <a:ext uri="{FF2B5EF4-FFF2-40B4-BE49-F238E27FC236}">
                <a16:creationId xmlns:a16="http://schemas.microsoft.com/office/drawing/2014/main" id="{93433F85-D3A2-7D0B-FE36-FD81B5B1190E}"/>
              </a:ext>
            </a:extLst>
          </p:cNvPr>
          <p:cNvSpPr/>
          <p:nvPr/>
        </p:nvSpPr>
        <p:spPr bwMode="auto">
          <a:xfrm>
            <a:off x="633632" y="2327653"/>
            <a:ext cx="1652392" cy="463425"/>
          </a:xfrm>
          <a:prstGeom prst="rect">
            <a:avLst/>
          </a:prstGeom>
          <a:solidFill>
            <a:srgbClr val="00F6FF"/>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2" name="Rectangle 21">
            <a:extLst>
              <a:ext uri="{FF2B5EF4-FFF2-40B4-BE49-F238E27FC236}">
                <a16:creationId xmlns:a16="http://schemas.microsoft.com/office/drawing/2014/main" id="{043BEEA7-496A-310B-FFED-01CAD08BB457}"/>
              </a:ext>
            </a:extLst>
          </p:cNvPr>
          <p:cNvSpPr/>
          <p:nvPr/>
        </p:nvSpPr>
        <p:spPr bwMode="auto">
          <a:xfrm>
            <a:off x="2484085" y="2327653"/>
            <a:ext cx="1652392" cy="463425"/>
          </a:xfrm>
          <a:prstGeom prst="rect">
            <a:avLst/>
          </a:prstGeom>
          <a:solidFill>
            <a:srgbClr val="00FFF0"/>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sp>
        <p:nvSpPr>
          <p:cNvPr id="23" name="Rectangle 22">
            <a:extLst>
              <a:ext uri="{FF2B5EF4-FFF2-40B4-BE49-F238E27FC236}">
                <a16:creationId xmlns:a16="http://schemas.microsoft.com/office/drawing/2014/main" id="{9A487BD4-5736-14E5-50DF-5910D1B33A15}"/>
              </a:ext>
            </a:extLst>
          </p:cNvPr>
          <p:cNvSpPr/>
          <p:nvPr/>
        </p:nvSpPr>
        <p:spPr bwMode="auto">
          <a:xfrm>
            <a:off x="4334538" y="2327653"/>
            <a:ext cx="1652392" cy="463425"/>
          </a:xfrm>
          <a:prstGeom prst="rect">
            <a:avLst/>
          </a:prstGeom>
          <a:solidFill>
            <a:srgbClr val="B896FF"/>
          </a:solidFill>
          <a:ln>
            <a:noFill/>
          </a:ln>
          <a:effectLst/>
        </p:spPr>
        <p:txBody>
          <a:bodyPr wrap="none" rtlCol="0" anchor="ctr"/>
          <a:lstStyle/>
          <a:p>
            <a:pPr algn="ctr"/>
            <a:endParaRPr lang="en-US" sz="2400" err="1">
              <a:solidFill>
                <a:schemeClr val="bg1"/>
              </a:solidFill>
              <a:latin typeface="Calibri Light" panose="020F0302020204030204" pitchFamily="34" charset="0"/>
              <a:ea typeface="Human Sans ExtraLight" charset="0"/>
              <a:cs typeface="Human Sans ExtraLight" charset="0"/>
            </a:endParaRPr>
          </a:p>
        </p:txBody>
      </p:sp>
      <p:pic>
        <p:nvPicPr>
          <p:cNvPr id="3" name="Picture 6" descr="Databricks | NRI">
            <a:extLst>
              <a:ext uri="{FF2B5EF4-FFF2-40B4-BE49-F238E27FC236}">
                <a16:creationId xmlns:a16="http://schemas.microsoft.com/office/drawing/2014/main" id="{42BDA3BC-D129-6C09-7EA3-E9ABC502F1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4" name="Plus Sign 3">
            <a:extLst>
              <a:ext uri="{FF2B5EF4-FFF2-40B4-BE49-F238E27FC236}">
                <a16:creationId xmlns:a16="http://schemas.microsoft.com/office/drawing/2014/main" id="{493E1A94-758A-35E3-4F37-491A43D8219E}"/>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521222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49A738-EB27-F9E0-C805-9E5203FF6DA6}"/>
              </a:ext>
            </a:extLst>
          </p:cNvPr>
          <p:cNvSpPr>
            <a:spLocks noGrp="1"/>
          </p:cNvSpPr>
          <p:nvPr>
            <p:ph type="title"/>
          </p:nvPr>
        </p:nvSpPr>
        <p:spPr/>
        <p:txBody>
          <a:bodyPr/>
          <a:lstStyle/>
          <a:p>
            <a:r>
              <a:rPr lang="en-US"/>
              <a:t>Ring Charts</a:t>
            </a:r>
            <a:br>
              <a:rPr lang="en-US"/>
            </a:br>
            <a:endParaRPr lang="en-US"/>
          </a:p>
        </p:txBody>
      </p:sp>
      <p:sp>
        <p:nvSpPr>
          <p:cNvPr id="4" name="Text Placeholder 3">
            <a:extLst>
              <a:ext uri="{FF2B5EF4-FFF2-40B4-BE49-F238E27FC236}">
                <a16:creationId xmlns:a16="http://schemas.microsoft.com/office/drawing/2014/main" id="{961379D0-FFC7-6F1F-316E-839C4D0291D9}"/>
              </a:ext>
            </a:extLst>
          </p:cNvPr>
          <p:cNvSpPr>
            <a:spLocks noGrp="1"/>
          </p:cNvSpPr>
          <p:nvPr>
            <p:ph type="body" sz="quarter" idx="28"/>
          </p:nvPr>
        </p:nvSpPr>
        <p:spPr/>
        <p:txBody>
          <a:bodyPr>
            <a:normAutofit/>
          </a:bodyPr>
          <a:lstStyle/>
          <a:p>
            <a:r>
              <a:rPr lang="en-US"/>
              <a:t>Gradient version</a:t>
            </a:r>
          </a:p>
        </p:txBody>
      </p:sp>
      <p:sp>
        <p:nvSpPr>
          <p:cNvPr id="14" name="Text Placeholder 13">
            <a:extLst>
              <a:ext uri="{FF2B5EF4-FFF2-40B4-BE49-F238E27FC236}">
                <a16:creationId xmlns:a16="http://schemas.microsoft.com/office/drawing/2014/main" id="{DE628692-6F34-46BE-4D94-C57A10687F35}"/>
              </a:ext>
            </a:extLst>
          </p:cNvPr>
          <p:cNvSpPr>
            <a:spLocks noGrp="1"/>
          </p:cNvSpPr>
          <p:nvPr>
            <p:ph type="body" sz="quarter" idx="11"/>
          </p:nvPr>
        </p:nvSpPr>
        <p:spPr/>
        <p:txBody>
          <a:bodyPr/>
          <a:lstStyle/>
          <a:p>
            <a:r>
              <a:rPr lang="en-US"/>
              <a:t>DARK MODE</a:t>
            </a:r>
          </a:p>
        </p:txBody>
      </p:sp>
      <p:sp>
        <p:nvSpPr>
          <p:cNvPr id="51" name="TextBox 50">
            <a:extLst>
              <a:ext uri="{FF2B5EF4-FFF2-40B4-BE49-F238E27FC236}">
                <a16:creationId xmlns:a16="http://schemas.microsoft.com/office/drawing/2014/main" id="{9695AA35-EDFC-C85D-1739-0C20268F0851}"/>
              </a:ext>
            </a:extLst>
          </p:cNvPr>
          <p:cNvSpPr txBox="1"/>
          <p:nvPr/>
        </p:nvSpPr>
        <p:spPr>
          <a:xfrm>
            <a:off x="5445211" y="1466335"/>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graphicFrame>
        <p:nvGraphicFramePr>
          <p:cNvPr id="47" name="Chart 46">
            <a:extLst>
              <a:ext uri="{FF2B5EF4-FFF2-40B4-BE49-F238E27FC236}">
                <a16:creationId xmlns:a16="http://schemas.microsoft.com/office/drawing/2014/main" id="{F4C403E3-62AD-F8ED-A395-88AAD72C4016}"/>
              </a:ext>
            </a:extLst>
          </p:cNvPr>
          <p:cNvGraphicFramePr/>
          <p:nvPr>
            <p:extLst>
              <p:ext uri="{D42A27DB-BD31-4B8C-83A1-F6EECF244321}">
                <p14:modId xmlns:p14="http://schemas.microsoft.com/office/powerpoint/2010/main" val="2509310300"/>
              </p:ext>
            </p:extLst>
          </p:nvPr>
        </p:nvGraphicFramePr>
        <p:xfrm>
          <a:off x="2111474" y="3110580"/>
          <a:ext cx="1938530" cy="1940747"/>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19D3B40D-FA67-84CF-93C6-4CB80DA5C1D7}"/>
              </a:ext>
            </a:extLst>
          </p:cNvPr>
          <p:cNvSpPr txBox="1"/>
          <p:nvPr/>
        </p:nvSpPr>
        <p:spPr>
          <a:xfrm>
            <a:off x="578712" y="4705300"/>
            <a:ext cx="733021" cy="246221"/>
          </a:xfrm>
          <a:prstGeom prst="rect">
            <a:avLst/>
          </a:prstGeom>
          <a:noFill/>
        </p:spPr>
        <p:txBody>
          <a:bodyPr wrap="none" rtlCol="0">
            <a:spAutoFit/>
          </a:bodyPr>
          <a:lstStyle/>
          <a:p>
            <a:pPr defTabSz="685783">
              <a:defRPr/>
            </a:pPr>
            <a:r>
              <a:rPr lang="en-US" sz="1000" b="1" kern="800" spc="50">
                <a:solidFill>
                  <a:schemeClr val="accent5"/>
                </a:solidFill>
                <a:latin typeface="Calibri" panose="020F0502020204030204"/>
                <a:cs typeface="Arial Black"/>
              </a:rPr>
              <a:t>Emerging</a:t>
            </a:r>
          </a:p>
        </p:txBody>
      </p:sp>
      <p:sp>
        <p:nvSpPr>
          <p:cNvPr id="13" name="TextBox 12">
            <a:extLst>
              <a:ext uri="{FF2B5EF4-FFF2-40B4-BE49-F238E27FC236}">
                <a16:creationId xmlns:a16="http://schemas.microsoft.com/office/drawing/2014/main" id="{C4B06B46-A036-3FC3-BE62-798856E422DC}"/>
              </a:ext>
            </a:extLst>
          </p:cNvPr>
          <p:cNvSpPr txBox="1"/>
          <p:nvPr/>
        </p:nvSpPr>
        <p:spPr>
          <a:xfrm>
            <a:off x="4049310" y="4705300"/>
            <a:ext cx="1790778" cy="246221"/>
          </a:xfrm>
          <a:prstGeom prst="rect">
            <a:avLst/>
          </a:prstGeom>
          <a:noFill/>
        </p:spPr>
        <p:txBody>
          <a:bodyPr wrap="square" rtlCol="0">
            <a:spAutoFit/>
          </a:bodyPr>
          <a:lstStyle/>
          <a:p>
            <a:pPr algn="r" defTabSz="685783">
              <a:defRPr/>
            </a:pPr>
            <a:r>
              <a:rPr lang="en-US" sz="1000" b="1" kern="800">
                <a:solidFill>
                  <a:schemeClr val="accent5"/>
                </a:solidFill>
                <a:latin typeface="Calibri" panose="020F0502020204030204"/>
              </a:rPr>
              <a:t>Software &amp; Hi-tech</a:t>
            </a:r>
          </a:p>
        </p:txBody>
      </p:sp>
      <p:sp>
        <p:nvSpPr>
          <p:cNvPr id="15" name="TextBox 14">
            <a:extLst>
              <a:ext uri="{FF2B5EF4-FFF2-40B4-BE49-F238E27FC236}">
                <a16:creationId xmlns:a16="http://schemas.microsoft.com/office/drawing/2014/main" id="{F5B0E992-AABD-BEFF-AF5D-E69296B74A09}"/>
              </a:ext>
            </a:extLst>
          </p:cNvPr>
          <p:cNvSpPr txBox="1"/>
          <p:nvPr/>
        </p:nvSpPr>
        <p:spPr>
          <a:xfrm>
            <a:off x="1236468" y="5013117"/>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latin typeface="Calibri" panose="020F0502020204030204"/>
              </a:rPr>
              <a:t>26.6%</a:t>
            </a:r>
          </a:p>
        </p:txBody>
      </p:sp>
      <p:sp>
        <p:nvSpPr>
          <p:cNvPr id="17" name="TextBox 16">
            <a:extLst>
              <a:ext uri="{FF2B5EF4-FFF2-40B4-BE49-F238E27FC236}">
                <a16:creationId xmlns:a16="http://schemas.microsoft.com/office/drawing/2014/main" id="{6CAF8880-3942-24DA-25FB-4D6A13445D72}"/>
              </a:ext>
            </a:extLst>
          </p:cNvPr>
          <p:cNvSpPr txBox="1"/>
          <p:nvPr/>
        </p:nvSpPr>
        <p:spPr>
          <a:xfrm>
            <a:off x="5265251" y="5006554"/>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latin typeface="Calibri" panose="020F0502020204030204"/>
              </a:rPr>
              <a:t>17.8%</a:t>
            </a:r>
          </a:p>
        </p:txBody>
      </p:sp>
      <p:sp>
        <p:nvSpPr>
          <p:cNvPr id="18" name="TextBox 17">
            <a:extLst>
              <a:ext uri="{FF2B5EF4-FFF2-40B4-BE49-F238E27FC236}">
                <a16:creationId xmlns:a16="http://schemas.microsoft.com/office/drawing/2014/main" id="{7BF00A45-7432-4AA2-F63A-4D1302047723}"/>
              </a:ext>
            </a:extLst>
          </p:cNvPr>
          <p:cNvSpPr txBox="1"/>
          <p:nvPr/>
        </p:nvSpPr>
        <p:spPr>
          <a:xfrm>
            <a:off x="4787041" y="5009780"/>
            <a:ext cx="445322" cy="265613"/>
          </a:xfrm>
          <a:prstGeom prst="rect">
            <a:avLst/>
          </a:prstGeom>
          <a:noFill/>
        </p:spPr>
        <p:txBody>
          <a:bodyPr wrap="none" lIns="0" tIns="0" rIns="0" bIns="0" rtlCol="0">
            <a:noAutofit/>
          </a:bodyPr>
          <a:lstStyle/>
          <a:p>
            <a:pPr>
              <a:lnSpc>
                <a:spcPct val="110000"/>
              </a:lnSpc>
              <a:spcBef>
                <a:spcPts val="600"/>
              </a:spcBef>
            </a:pPr>
            <a:r>
              <a:rPr lang="en-US" sz="1000" b="1" kern="800">
                <a:solidFill>
                  <a:schemeClr val="bg1"/>
                </a:solidFill>
              </a:rPr>
              <a:t>$205</a:t>
            </a:r>
            <a:r>
              <a:rPr lang="en-US" sz="1000" b="1" kern="800">
                <a:solidFill>
                  <a:schemeClr val="bg1"/>
                </a:solidFill>
                <a:latin typeface="Calibri" panose="020F0502020204030204"/>
              </a:rPr>
              <a:t>M</a:t>
            </a:r>
            <a:endParaRPr lang="en-US" sz="1000" b="1" kern="800">
              <a:solidFill>
                <a:schemeClr val="bg1"/>
              </a:solidFill>
            </a:endParaRPr>
          </a:p>
        </p:txBody>
      </p:sp>
      <p:sp>
        <p:nvSpPr>
          <p:cNvPr id="19" name="Rectangle 18">
            <a:extLst>
              <a:ext uri="{FF2B5EF4-FFF2-40B4-BE49-F238E27FC236}">
                <a16:creationId xmlns:a16="http://schemas.microsoft.com/office/drawing/2014/main" id="{BD7EDB37-6447-1A05-A7D4-7DEC54D1C0AB}"/>
              </a:ext>
            </a:extLst>
          </p:cNvPr>
          <p:cNvSpPr/>
          <p:nvPr/>
        </p:nvSpPr>
        <p:spPr>
          <a:xfrm>
            <a:off x="570413" y="4971113"/>
            <a:ext cx="852059" cy="246220"/>
          </a:xfrm>
          <a:prstGeom prst="rect">
            <a:avLst/>
          </a:prstGeom>
        </p:spPr>
        <p:txBody>
          <a:bodyPr wrap="square">
            <a:spAutoFit/>
          </a:bodyPr>
          <a:lstStyle/>
          <a:p>
            <a:pPr defTabSz="685783">
              <a:defRPr/>
            </a:pPr>
            <a:r>
              <a:rPr lang="en-US" sz="1000" b="1" kern="800" spc="50">
                <a:solidFill>
                  <a:schemeClr val="bg1"/>
                </a:solidFill>
                <a:cs typeface="Arial Black"/>
              </a:rPr>
              <a:t>$148M</a:t>
            </a:r>
          </a:p>
        </p:txBody>
      </p:sp>
      <p:grpSp>
        <p:nvGrpSpPr>
          <p:cNvPr id="20" name="Group 19">
            <a:extLst>
              <a:ext uri="{FF2B5EF4-FFF2-40B4-BE49-F238E27FC236}">
                <a16:creationId xmlns:a16="http://schemas.microsoft.com/office/drawing/2014/main" id="{BF10AA57-EE1D-FA2B-46D1-A2110FB46AFA}"/>
              </a:ext>
            </a:extLst>
          </p:cNvPr>
          <p:cNvGrpSpPr/>
          <p:nvPr/>
        </p:nvGrpSpPr>
        <p:grpSpPr>
          <a:xfrm>
            <a:off x="3526435" y="4866078"/>
            <a:ext cx="2226428" cy="88888"/>
            <a:chOff x="9606445" y="5941936"/>
            <a:chExt cx="2226428" cy="88888"/>
          </a:xfrm>
        </p:grpSpPr>
        <p:cxnSp>
          <p:nvCxnSpPr>
            <p:cNvPr id="45" name="Straight Connector 44">
              <a:extLst>
                <a:ext uri="{FF2B5EF4-FFF2-40B4-BE49-F238E27FC236}">
                  <a16:creationId xmlns:a16="http://schemas.microsoft.com/office/drawing/2014/main" id="{B9BCBF5B-4D26-E38F-4FB8-9742246B63A8}"/>
                </a:ext>
              </a:extLst>
            </p:cNvPr>
            <p:cNvCxnSpPr>
              <a:cxnSpLocks/>
            </p:cNvCxnSpPr>
            <p:nvPr/>
          </p:nvCxnSpPr>
          <p:spPr>
            <a:xfrm>
              <a:off x="9606445" y="6030824"/>
              <a:ext cx="2226428" cy="0"/>
            </a:xfrm>
            <a:prstGeom prst="line">
              <a:avLst/>
            </a:prstGeom>
            <a:ln w="9525">
              <a:solidFill>
                <a:schemeClr val="bg1"/>
              </a:solidFill>
            </a:ln>
          </p:spPr>
          <p:style>
            <a:lnRef idx="1">
              <a:schemeClr val="accent3"/>
            </a:lnRef>
            <a:fillRef idx="0">
              <a:schemeClr val="accent3"/>
            </a:fillRef>
            <a:effectRef idx="0">
              <a:schemeClr val="accent3"/>
            </a:effectRef>
            <a:fontRef idx="minor">
              <a:schemeClr val="tx1"/>
            </a:fontRef>
          </p:style>
        </p:cxnSp>
        <p:cxnSp>
          <p:nvCxnSpPr>
            <p:cNvPr id="46" name="Straight Connector 45">
              <a:extLst>
                <a:ext uri="{FF2B5EF4-FFF2-40B4-BE49-F238E27FC236}">
                  <a16:creationId xmlns:a16="http://schemas.microsoft.com/office/drawing/2014/main" id="{15282FD6-BC8D-86A8-0BCB-5417B052F53D}"/>
                </a:ext>
              </a:extLst>
            </p:cNvPr>
            <p:cNvCxnSpPr>
              <a:cxnSpLocks/>
            </p:cNvCxnSpPr>
            <p:nvPr/>
          </p:nvCxnSpPr>
          <p:spPr>
            <a:xfrm flipV="1">
              <a:off x="9606445" y="5941936"/>
              <a:ext cx="0" cy="88888"/>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AC766860-8387-F159-A8C9-7ECDCE95B1F5}"/>
              </a:ext>
            </a:extLst>
          </p:cNvPr>
          <p:cNvSpPr txBox="1"/>
          <p:nvPr/>
        </p:nvSpPr>
        <p:spPr>
          <a:xfrm>
            <a:off x="575050" y="4003199"/>
            <a:ext cx="1665414" cy="246221"/>
          </a:xfrm>
          <a:prstGeom prst="rect">
            <a:avLst/>
          </a:prstGeom>
          <a:noFill/>
        </p:spPr>
        <p:txBody>
          <a:bodyPr wrap="square" rtlCol="0">
            <a:spAutoFit/>
          </a:bodyPr>
          <a:lstStyle/>
          <a:p>
            <a:pPr defTabSz="685783">
              <a:defRPr/>
            </a:pPr>
            <a:r>
              <a:rPr lang="en-US" sz="1000" b="1" kern="800">
                <a:solidFill>
                  <a:schemeClr val="accent5"/>
                </a:solidFill>
                <a:latin typeface="Calibri" panose="020F0502020204030204"/>
              </a:rPr>
              <a:t>Life Sciences &amp; Healthcare</a:t>
            </a:r>
            <a:endParaRPr lang="en-US" sz="1000" b="1" kern="800" spc="50">
              <a:solidFill>
                <a:schemeClr val="accent5"/>
              </a:solidFill>
              <a:latin typeface="Calibri"/>
              <a:cs typeface="Arial Black"/>
            </a:endParaRPr>
          </a:p>
        </p:txBody>
      </p:sp>
      <p:cxnSp>
        <p:nvCxnSpPr>
          <p:cNvPr id="22" name="Straight Connector 21">
            <a:extLst>
              <a:ext uri="{FF2B5EF4-FFF2-40B4-BE49-F238E27FC236}">
                <a16:creationId xmlns:a16="http://schemas.microsoft.com/office/drawing/2014/main" id="{1039CBEC-46C3-F865-DF7A-506B0C06CDF4}"/>
              </a:ext>
            </a:extLst>
          </p:cNvPr>
          <p:cNvCxnSpPr>
            <a:cxnSpLocks/>
          </p:cNvCxnSpPr>
          <p:nvPr/>
        </p:nvCxnSpPr>
        <p:spPr>
          <a:xfrm>
            <a:off x="658191" y="4267397"/>
            <a:ext cx="1500547"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C7E71F5-492C-FCA2-CC32-5C87639D61E7}"/>
              </a:ext>
            </a:extLst>
          </p:cNvPr>
          <p:cNvSpPr txBox="1"/>
          <p:nvPr/>
        </p:nvSpPr>
        <p:spPr>
          <a:xfrm>
            <a:off x="1236468" y="4306364"/>
            <a:ext cx="323807" cy="160813"/>
          </a:xfrm>
          <a:prstGeom prst="rect">
            <a:avLst/>
          </a:prstGeom>
          <a:noFill/>
        </p:spPr>
        <p:txBody>
          <a:bodyPr wrap="none" lIns="0" tIns="0" rIns="0" bIns="0" rtlCol="0" anchor="t">
            <a:spAutoFit/>
          </a:bodyPr>
          <a:lstStyle/>
          <a:p>
            <a:pPr>
              <a:lnSpc>
                <a:spcPct val="110000"/>
              </a:lnSpc>
              <a:spcBef>
                <a:spcPts val="600"/>
              </a:spcBef>
            </a:pPr>
            <a:r>
              <a:rPr lang="en-US" sz="1000" b="1">
                <a:solidFill>
                  <a:schemeClr val="bg1"/>
                </a:solidFill>
                <a:latin typeface="Calibri" panose="020F0502020204030204"/>
              </a:rPr>
              <a:t>35.0%</a:t>
            </a:r>
          </a:p>
        </p:txBody>
      </p:sp>
      <p:sp>
        <p:nvSpPr>
          <p:cNvPr id="25" name="Rectangle 24">
            <a:extLst>
              <a:ext uri="{FF2B5EF4-FFF2-40B4-BE49-F238E27FC236}">
                <a16:creationId xmlns:a16="http://schemas.microsoft.com/office/drawing/2014/main" id="{EF598552-CF9E-DBE5-DD9F-1FAC20A59972}"/>
              </a:ext>
            </a:extLst>
          </p:cNvPr>
          <p:cNvSpPr/>
          <p:nvPr/>
        </p:nvSpPr>
        <p:spPr>
          <a:xfrm>
            <a:off x="584800" y="4265393"/>
            <a:ext cx="559769" cy="246221"/>
          </a:xfrm>
          <a:prstGeom prst="rect">
            <a:avLst/>
          </a:prstGeom>
        </p:spPr>
        <p:txBody>
          <a:bodyPr wrap="none">
            <a:spAutoFit/>
          </a:bodyPr>
          <a:lstStyle/>
          <a:p>
            <a:pPr defTabSz="685783">
              <a:defRPr/>
            </a:pPr>
            <a:r>
              <a:rPr lang="en-US" sz="1000" b="1" kern="800">
                <a:solidFill>
                  <a:schemeClr val="bg1"/>
                </a:solidFill>
              </a:rPr>
              <a:t>$130M</a:t>
            </a:r>
          </a:p>
        </p:txBody>
      </p:sp>
      <p:cxnSp>
        <p:nvCxnSpPr>
          <p:cNvPr id="26" name="Straight Connector 25">
            <a:extLst>
              <a:ext uri="{FF2B5EF4-FFF2-40B4-BE49-F238E27FC236}">
                <a16:creationId xmlns:a16="http://schemas.microsoft.com/office/drawing/2014/main" id="{0AE9EED2-7F96-EECE-B96E-DBF155A67C40}"/>
              </a:ext>
            </a:extLst>
          </p:cNvPr>
          <p:cNvCxnSpPr>
            <a:cxnSpLocks/>
          </p:cNvCxnSpPr>
          <p:nvPr/>
        </p:nvCxnSpPr>
        <p:spPr>
          <a:xfrm>
            <a:off x="3859965" y="3530413"/>
            <a:ext cx="1900539"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319AFED-BFD9-0A38-0233-699BA6463B43}"/>
              </a:ext>
            </a:extLst>
          </p:cNvPr>
          <p:cNvSpPr txBox="1"/>
          <p:nvPr/>
        </p:nvSpPr>
        <p:spPr>
          <a:xfrm>
            <a:off x="4576822" y="3278826"/>
            <a:ext cx="1242000" cy="246221"/>
          </a:xfrm>
          <a:prstGeom prst="rect">
            <a:avLst/>
          </a:prstGeom>
          <a:noFill/>
        </p:spPr>
        <p:txBody>
          <a:bodyPr wrap="square" rtlCol="0">
            <a:spAutoFit/>
          </a:bodyPr>
          <a:lstStyle/>
          <a:p>
            <a:pPr algn="r" defTabSz="685783">
              <a:defRPr/>
            </a:pPr>
            <a:r>
              <a:rPr lang="en-US" sz="1000" b="1">
                <a:solidFill>
                  <a:schemeClr val="accent5"/>
                </a:solidFill>
                <a:latin typeface="Calibri" panose="020F0502020204030204"/>
              </a:rPr>
              <a:t>Financial Services</a:t>
            </a:r>
          </a:p>
        </p:txBody>
      </p:sp>
      <p:sp>
        <p:nvSpPr>
          <p:cNvPr id="28" name="TextBox 27">
            <a:extLst>
              <a:ext uri="{FF2B5EF4-FFF2-40B4-BE49-F238E27FC236}">
                <a16:creationId xmlns:a16="http://schemas.microsoft.com/office/drawing/2014/main" id="{FC422D21-FACA-1D09-9048-C1C2D7405F94}"/>
              </a:ext>
            </a:extLst>
          </p:cNvPr>
          <p:cNvSpPr txBox="1"/>
          <p:nvPr/>
        </p:nvSpPr>
        <p:spPr>
          <a:xfrm>
            <a:off x="5266393" y="3567510"/>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latin typeface="Calibri" panose="020F0502020204030204"/>
              </a:rPr>
              <a:t>10.4%</a:t>
            </a:r>
          </a:p>
        </p:txBody>
      </p:sp>
      <p:sp>
        <p:nvSpPr>
          <p:cNvPr id="29" name="TextBox 28">
            <a:extLst>
              <a:ext uri="{FF2B5EF4-FFF2-40B4-BE49-F238E27FC236}">
                <a16:creationId xmlns:a16="http://schemas.microsoft.com/office/drawing/2014/main" id="{55FD6480-EED4-A735-BA0B-339C1A7F473C}"/>
              </a:ext>
            </a:extLst>
          </p:cNvPr>
          <p:cNvSpPr txBox="1"/>
          <p:nvPr/>
        </p:nvSpPr>
        <p:spPr>
          <a:xfrm>
            <a:off x="4765556" y="3574412"/>
            <a:ext cx="392791" cy="265613"/>
          </a:xfrm>
          <a:prstGeom prst="rect">
            <a:avLst/>
          </a:prstGeom>
          <a:noFill/>
        </p:spPr>
        <p:txBody>
          <a:bodyPr wrap="none" lIns="0" tIns="0" rIns="0" bIns="0" rtlCol="0">
            <a:noAutofit/>
          </a:bodyPr>
          <a:lstStyle/>
          <a:p>
            <a:pPr algn="r" defTabSz="685783">
              <a:defRPr/>
            </a:pPr>
            <a:r>
              <a:rPr lang="en-US" sz="1000" b="1">
                <a:solidFill>
                  <a:schemeClr val="bg1"/>
                </a:solidFill>
              </a:rPr>
              <a:t>$255M</a:t>
            </a:r>
          </a:p>
        </p:txBody>
      </p:sp>
      <p:sp>
        <p:nvSpPr>
          <p:cNvPr id="30" name="TextBox 29">
            <a:extLst>
              <a:ext uri="{FF2B5EF4-FFF2-40B4-BE49-F238E27FC236}">
                <a16:creationId xmlns:a16="http://schemas.microsoft.com/office/drawing/2014/main" id="{BA047925-DBA9-A650-BFB5-67D3059E8543}"/>
              </a:ext>
            </a:extLst>
          </p:cNvPr>
          <p:cNvSpPr txBox="1"/>
          <p:nvPr/>
        </p:nvSpPr>
        <p:spPr>
          <a:xfrm>
            <a:off x="4073455" y="4003199"/>
            <a:ext cx="1790778" cy="246221"/>
          </a:xfrm>
          <a:prstGeom prst="rect">
            <a:avLst/>
          </a:prstGeom>
          <a:noFill/>
        </p:spPr>
        <p:txBody>
          <a:bodyPr wrap="square" rtlCol="0">
            <a:spAutoFit/>
          </a:bodyPr>
          <a:lstStyle/>
          <a:p>
            <a:pPr algn="r" defTabSz="685783">
              <a:defRPr/>
            </a:pPr>
            <a:r>
              <a:rPr lang="en-US" sz="1000" b="1" kern="800">
                <a:solidFill>
                  <a:schemeClr val="accent5"/>
                </a:solidFill>
                <a:latin typeface="Calibri" panose="020F0502020204030204"/>
              </a:rPr>
              <a:t>Business Information &amp; Media</a:t>
            </a:r>
          </a:p>
        </p:txBody>
      </p:sp>
      <p:sp>
        <p:nvSpPr>
          <p:cNvPr id="31" name="TextBox 30">
            <a:extLst>
              <a:ext uri="{FF2B5EF4-FFF2-40B4-BE49-F238E27FC236}">
                <a16:creationId xmlns:a16="http://schemas.microsoft.com/office/drawing/2014/main" id="{2E27C15C-D3C3-19D6-8222-AB95FE034780}"/>
              </a:ext>
            </a:extLst>
          </p:cNvPr>
          <p:cNvSpPr txBox="1"/>
          <p:nvPr/>
        </p:nvSpPr>
        <p:spPr>
          <a:xfrm>
            <a:off x="5266393" y="4318163"/>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latin typeface="Calibri" panose="020F0502020204030204"/>
              </a:rPr>
              <a:t>20.8%</a:t>
            </a:r>
          </a:p>
        </p:txBody>
      </p:sp>
      <p:sp>
        <p:nvSpPr>
          <p:cNvPr id="32" name="TextBox 31">
            <a:extLst>
              <a:ext uri="{FF2B5EF4-FFF2-40B4-BE49-F238E27FC236}">
                <a16:creationId xmlns:a16="http://schemas.microsoft.com/office/drawing/2014/main" id="{AE35E612-3300-46A8-D9D7-2ED31FBC570B}"/>
              </a:ext>
            </a:extLst>
          </p:cNvPr>
          <p:cNvSpPr txBox="1"/>
          <p:nvPr/>
        </p:nvSpPr>
        <p:spPr>
          <a:xfrm>
            <a:off x="4794131" y="4319733"/>
            <a:ext cx="375103" cy="160813"/>
          </a:xfrm>
          <a:prstGeom prst="rect">
            <a:avLst/>
          </a:prstGeom>
          <a:noFill/>
        </p:spPr>
        <p:txBody>
          <a:bodyPr wrap="none" lIns="0" tIns="0" rIns="0" bIns="0" rtlCol="0">
            <a:spAutoFit/>
          </a:bodyPr>
          <a:lstStyle/>
          <a:p>
            <a:pPr>
              <a:lnSpc>
                <a:spcPct val="110000"/>
              </a:lnSpc>
              <a:spcBef>
                <a:spcPts val="600"/>
              </a:spcBef>
            </a:pPr>
            <a:r>
              <a:rPr lang="en-US" sz="1000" b="1" kern="800">
                <a:solidFill>
                  <a:schemeClr val="bg1"/>
                </a:solidFill>
              </a:rPr>
              <a:t>$209</a:t>
            </a:r>
            <a:r>
              <a:rPr lang="en-US" sz="1000" b="1" kern="800">
                <a:solidFill>
                  <a:schemeClr val="bg1"/>
                </a:solidFill>
                <a:latin typeface="Calibri" panose="020F0502020204030204"/>
              </a:rPr>
              <a:t>M</a:t>
            </a:r>
            <a:endParaRPr lang="en-US" sz="1000" b="1" kern="800">
              <a:solidFill>
                <a:schemeClr val="bg1"/>
              </a:solidFill>
            </a:endParaRPr>
          </a:p>
        </p:txBody>
      </p:sp>
      <p:cxnSp>
        <p:nvCxnSpPr>
          <p:cNvPr id="43" name="Straight Connector 42">
            <a:extLst>
              <a:ext uri="{FF2B5EF4-FFF2-40B4-BE49-F238E27FC236}">
                <a16:creationId xmlns:a16="http://schemas.microsoft.com/office/drawing/2014/main" id="{1B7006A2-A62A-35D7-A10D-4701F0240F9D}"/>
              </a:ext>
            </a:extLst>
          </p:cNvPr>
          <p:cNvCxnSpPr>
            <a:cxnSpLocks/>
          </p:cNvCxnSpPr>
          <p:nvPr/>
        </p:nvCxnSpPr>
        <p:spPr>
          <a:xfrm>
            <a:off x="3974265" y="4267397"/>
            <a:ext cx="1809961" cy="0"/>
          </a:xfrm>
          <a:prstGeom prst="line">
            <a:avLst/>
          </a:prstGeom>
          <a:ln w="9525">
            <a:solidFill>
              <a:schemeClr val="bg1"/>
            </a:solidFill>
          </a:ln>
        </p:spPr>
        <p:style>
          <a:lnRef idx="1">
            <a:schemeClr val="accent3"/>
          </a:lnRef>
          <a:fillRef idx="0">
            <a:schemeClr val="accent3"/>
          </a:fillRef>
          <a:effectRef idx="0">
            <a:schemeClr val="accent3"/>
          </a:effectRef>
          <a:fontRef idx="minor">
            <a:schemeClr val="tx1"/>
          </a:fontRef>
        </p:style>
      </p:cxnSp>
      <p:grpSp>
        <p:nvGrpSpPr>
          <p:cNvPr id="35" name="Group 34">
            <a:extLst>
              <a:ext uri="{FF2B5EF4-FFF2-40B4-BE49-F238E27FC236}">
                <a16:creationId xmlns:a16="http://schemas.microsoft.com/office/drawing/2014/main" id="{8BD95153-743E-A911-0A69-DD45D116D2FA}"/>
              </a:ext>
            </a:extLst>
          </p:cNvPr>
          <p:cNvGrpSpPr/>
          <p:nvPr/>
        </p:nvGrpSpPr>
        <p:grpSpPr>
          <a:xfrm>
            <a:off x="648602" y="4848267"/>
            <a:ext cx="1907263" cy="109660"/>
            <a:chOff x="3684787" y="5810620"/>
            <a:chExt cx="1907263" cy="109660"/>
          </a:xfrm>
        </p:grpSpPr>
        <p:cxnSp>
          <p:nvCxnSpPr>
            <p:cNvPr id="41" name="Straight Connector 40">
              <a:extLst>
                <a:ext uri="{FF2B5EF4-FFF2-40B4-BE49-F238E27FC236}">
                  <a16:creationId xmlns:a16="http://schemas.microsoft.com/office/drawing/2014/main" id="{3E1B44F1-552F-BB5B-B167-E8E4CD7D1D61}"/>
                </a:ext>
              </a:extLst>
            </p:cNvPr>
            <p:cNvCxnSpPr>
              <a:cxnSpLocks/>
            </p:cNvCxnSpPr>
            <p:nvPr/>
          </p:nvCxnSpPr>
          <p:spPr>
            <a:xfrm>
              <a:off x="3684787" y="5920280"/>
              <a:ext cx="190726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AA7DFB8-72E9-0B9C-C9CE-D8A0F4FFA816}"/>
                </a:ext>
              </a:extLst>
            </p:cNvPr>
            <p:cNvCxnSpPr>
              <a:cxnSpLocks/>
            </p:cNvCxnSpPr>
            <p:nvPr/>
          </p:nvCxnSpPr>
          <p:spPr>
            <a:xfrm flipV="1">
              <a:off x="5592050" y="5810620"/>
              <a:ext cx="0" cy="10966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E2831705-E765-262B-159C-FD168EF952E3}"/>
              </a:ext>
            </a:extLst>
          </p:cNvPr>
          <p:cNvSpPr txBox="1"/>
          <p:nvPr/>
        </p:nvSpPr>
        <p:spPr>
          <a:xfrm>
            <a:off x="575050" y="3278826"/>
            <a:ext cx="1665414" cy="246221"/>
          </a:xfrm>
          <a:prstGeom prst="rect">
            <a:avLst/>
          </a:prstGeom>
          <a:noFill/>
        </p:spPr>
        <p:txBody>
          <a:bodyPr wrap="square" rtlCol="0">
            <a:spAutoFit/>
          </a:bodyPr>
          <a:lstStyle/>
          <a:p>
            <a:pPr defTabSz="685783">
              <a:defRPr/>
            </a:pPr>
            <a:r>
              <a:rPr lang="en-US" sz="1000" b="1">
                <a:solidFill>
                  <a:schemeClr val="accent5"/>
                </a:solidFill>
              </a:rPr>
              <a:t>Travel &amp; Consumer</a:t>
            </a:r>
          </a:p>
        </p:txBody>
      </p:sp>
      <p:cxnSp>
        <p:nvCxnSpPr>
          <p:cNvPr id="37" name="Straight Connector 36">
            <a:extLst>
              <a:ext uri="{FF2B5EF4-FFF2-40B4-BE49-F238E27FC236}">
                <a16:creationId xmlns:a16="http://schemas.microsoft.com/office/drawing/2014/main" id="{BDEB7BEB-4DD5-25A0-52E6-D3EDBAB34879}"/>
              </a:ext>
            </a:extLst>
          </p:cNvPr>
          <p:cNvCxnSpPr>
            <a:cxnSpLocks/>
          </p:cNvCxnSpPr>
          <p:nvPr/>
        </p:nvCxnSpPr>
        <p:spPr>
          <a:xfrm>
            <a:off x="658191" y="3532918"/>
            <a:ext cx="1651376"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3C9766B-0C04-0F6E-897E-D758DD11E8E7}"/>
              </a:ext>
            </a:extLst>
          </p:cNvPr>
          <p:cNvSpPr txBox="1"/>
          <p:nvPr/>
        </p:nvSpPr>
        <p:spPr>
          <a:xfrm>
            <a:off x="1218886" y="3567660"/>
            <a:ext cx="323807" cy="160813"/>
          </a:xfrm>
          <a:prstGeom prst="rect">
            <a:avLst/>
          </a:prstGeom>
          <a:noFill/>
        </p:spPr>
        <p:txBody>
          <a:bodyPr wrap="none" lIns="0" tIns="0" rIns="0" bIns="0" rtlCol="0" anchor="t">
            <a:spAutoFit/>
          </a:bodyPr>
          <a:lstStyle/>
          <a:p>
            <a:pPr>
              <a:lnSpc>
                <a:spcPct val="110000"/>
              </a:lnSpc>
              <a:spcBef>
                <a:spcPts val="600"/>
              </a:spcBef>
            </a:pPr>
            <a:r>
              <a:rPr lang="en-US" sz="1000" b="1">
                <a:solidFill>
                  <a:schemeClr val="bg1"/>
                </a:solidFill>
                <a:ea typeface="Human Sans" charset="0"/>
                <a:cs typeface="Human Sans" charset="0"/>
              </a:rPr>
              <a:t>41.9%</a:t>
            </a:r>
          </a:p>
        </p:txBody>
      </p:sp>
      <p:sp>
        <p:nvSpPr>
          <p:cNvPr id="39" name="Rectangle 38">
            <a:extLst>
              <a:ext uri="{FF2B5EF4-FFF2-40B4-BE49-F238E27FC236}">
                <a16:creationId xmlns:a16="http://schemas.microsoft.com/office/drawing/2014/main" id="{562BFB87-315D-825C-B3EB-E069F3887843}"/>
              </a:ext>
            </a:extLst>
          </p:cNvPr>
          <p:cNvSpPr/>
          <p:nvPr/>
        </p:nvSpPr>
        <p:spPr>
          <a:xfrm>
            <a:off x="587055" y="3527120"/>
            <a:ext cx="559769" cy="246221"/>
          </a:xfrm>
          <a:prstGeom prst="rect">
            <a:avLst/>
          </a:prstGeom>
        </p:spPr>
        <p:txBody>
          <a:bodyPr wrap="none">
            <a:spAutoFit/>
          </a:bodyPr>
          <a:lstStyle/>
          <a:p>
            <a:pPr algn="r" defTabSz="685783">
              <a:defRPr/>
            </a:pPr>
            <a:r>
              <a:rPr lang="en-US" sz="1000" b="1">
                <a:solidFill>
                  <a:schemeClr val="bg1"/>
                </a:solidFill>
              </a:rPr>
              <a:t>$280M</a:t>
            </a:r>
          </a:p>
        </p:txBody>
      </p:sp>
      <p:sp>
        <p:nvSpPr>
          <p:cNvPr id="77" name="TextBox 76">
            <a:extLst>
              <a:ext uri="{FF2B5EF4-FFF2-40B4-BE49-F238E27FC236}">
                <a16:creationId xmlns:a16="http://schemas.microsoft.com/office/drawing/2014/main" id="{2D7F5E01-82BD-FEA9-4784-A2BE57D5022F}"/>
              </a:ext>
            </a:extLst>
          </p:cNvPr>
          <p:cNvSpPr txBox="1"/>
          <p:nvPr/>
        </p:nvSpPr>
        <p:spPr>
          <a:xfrm>
            <a:off x="10335114" y="4936789"/>
            <a:ext cx="1058084" cy="264688"/>
          </a:xfrm>
          <a:prstGeom prst="rect">
            <a:avLst/>
          </a:prstGeom>
          <a:noFill/>
        </p:spPr>
        <p:txBody>
          <a:bodyPr wrap="square" rtlCol="0">
            <a:spAutoFit/>
          </a:bodyPr>
          <a:lstStyle/>
          <a:p>
            <a:pPr algn="r" defTabSz="685783">
              <a:lnSpc>
                <a:spcPct val="120000"/>
              </a:lnSpc>
              <a:defRPr/>
            </a:pPr>
            <a:r>
              <a:rPr lang="en-US" sz="1000" b="1">
                <a:solidFill>
                  <a:srgbClr val="FF4B9B"/>
                </a:solidFill>
                <a:latin typeface="Calibri" panose="020F0502020204030204"/>
              </a:rPr>
              <a:t>CEE*</a:t>
            </a:r>
          </a:p>
        </p:txBody>
      </p:sp>
      <p:sp>
        <p:nvSpPr>
          <p:cNvPr id="79" name="TextBox 78">
            <a:extLst>
              <a:ext uri="{FF2B5EF4-FFF2-40B4-BE49-F238E27FC236}">
                <a16:creationId xmlns:a16="http://schemas.microsoft.com/office/drawing/2014/main" id="{38F5E797-3A0B-1BA4-E84F-4737FF1EC398}"/>
              </a:ext>
            </a:extLst>
          </p:cNvPr>
          <p:cNvSpPr txBox="1"/>
          <p:nvPr/>
        </p:nvSpPr>
        <p:spPr>
          <a:xfrm>
            <a:off x="10439530" y="3351915"/>
            <a:ext cx="980445" cy="264688"/>
          </a:xfrm>
          <a:prstGeom prst="rect">
            <a:avLst/>
          </a:prstGeom>
          <a:noFill/>
        </p:spPr>
        <p:txBody>
          <a:bodyPr wrap="square" rtlCol="0">
            <a:spAutoFit/>
          </a:bodyPr>
          <a:lstStyle/>
          <a:p>
            <a:pPr algn="r" defTabSz="685783">
              <a:lnSpc>
                <a:spcPct val="120000"/>
              </a:lnSpc>
              <a:defRPr/>
            </a:pPr>
            <a:r>
              <a:rPr lang="en-US" sz="1000" b="1">
                <a:solidFill>
                  <a:srgbClr val="FF4B9B"/>
                </a:solidFill>
                <a:latin typeface="Calibri" panose="020F0502020204030204"/>
              </a:rPr>
              <a:t>EMEA</a:t>
            </a:r>
          </a:p>
        </p:txBody>
      </p:sp>
      <p:sp>
        <p:nvSpPr>
          <p:cNvPr id="80" name="TextBox 79">
            <a:extLst>
              <a:ext uri="{FF2B5EF4-FFF2-40B4-BE49-F238E27FC236}">
                <a16:creationId xmlns:a16="http://schemas.microsoft.com/office/drawing/2014/main" id="{8145CCD8-64E8-72C2-F85C-82C20569F0C0}"/>
              </a:ext>
            </a:extLst>
          </p:cNvPr>
          <p:cNvSpPr txBox="1"/>
          <p:nvPr/>
        </p:nvSpPr>
        <p:spPr>
          <a:xfrm>
            <a:off x="6879742" y="4016116"/>
            <a:ext cx="1058085" cy="264688"/>
          </a:xfrm>
          <a:prstGeom prst="rect">
            <a:avLst/>
          </a:prstGeom>
          <a:noFill/>
        </p:spPr>
        <p:txBody>
          <a:bodyPr wrap="square" rtlCol="0">
            <a:spAutoFit/>
          </a:bodyPr>
          <a:lstStyle/>
          <a:p>
            <a:pPr defTabSz="685783">
              <a:lnSpc>
                <a:spcPct val="120000"/>
              </a:lnSpc>
              <a:defRPr/>
            </a:pPr>
            <a:r>
              <a:rPr lang="en-US" sz="1000" b="1">
                <a:solidFill>
                  <a:srgbClr val="FF4B9B"/>
                </a:solidFill>
              </a:rPr>
              <a:t>AMERICAS</a:t>
            </a:r>
          </a:p>
        </p:txBody>
      </p:sp>
      <p:graphicFrame>
        <p:nvGraphicFramePr>
          <p:cNvPr id="81" name="Chart 80">
            <a:extLst>
              <a:ext uri="{FF2B5EF4-FFF2-40B4-BE49-F238E27FC236}">
                <a16:creationId xmlns:a16="http://schemas.microsoft.com/office/drawing/2014/main" id="{B0A70B4D-0ED8-3A96-2511-3FE5BB1147C1}"/>
              </a:ext>
            </a:extLst>
          </p:cNvPr>
          <p:cNvGraphicFramePr/>
          <p:nvPr>
            <p:extLst>
              <p:ext uri="{D42A27DB-BD31-4B8C-83A1-F6EECF244321}">
                <p14:modId xmlns:p14="http://schemas.microsoft.com/office/powerpoint/2010/main" val="719141485"/>
              </p:ext>
            </p:extLst>
          </p:nvPr>
        </p:nvGraphicFramePr>
        <p:xfrm>
          <a:off x="8147788" y="3155056"/>
          <a:ext cx="1939796" cy="1938528"/>
        </p:xfrm>
        <a:graphic>
          <a:graphicData uri="http://schemas.openxmlformats.org/drawingml/2006/chart">
            <c:chart xmlns:c="http://schemas.openxmlformats.org/drawingml/2006/chart" xmlns:r="http://schemas.openxmlformats.org/officeDocument/2006/relationships" r:id="rId3"/>
          </a:graphicData>
        </a:graphic>
      </p:graphicFrame>
      <p:cxnSp>
        <p:nvCxnSpPr>
          <p:cNvPr id="82" name="Straight Connector 81">
            <a:extLst>
              <a:ext uri="{FF2B5EF4-FFF2-40B4-BE49-F238E27FC236}">
                <a16:creationId xmlns:a16="http://schemas.microsoft.com/office/drawing/2014/main" id="{833A448C-37D2-A29D-EFE6-42E7B1A1486F}"/>
              </a:ext>
            </a:extLst>
          </p:cNvPr>
          <p:cNvCxnSpPr>
            <a:cxnSpLocks/>
          </p:cNvCxnSpPr>
          <p:nvPr/>
        </p:nvCxnSpPr>
        <p:spPr>
          <a:xfrm>
            <a:off x="9932432" y="4649626"/>
            <a:ext cx="1419937"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16C2B05-E7FB-8573-6B91-F47470B9D737}"/>
              </a:ext>
            </a:extLst>
          </p:cNvPr>
          <p:cNvCxnSpPr>
            <a:cxnSpLocks/>
          </p:cNvCxnSpPr>
          <p:nvPr/>
        </p:nvCxnSpPr>
        <p:spPr>
          <a:xfrm>
            <a:off x="9975746" y="3621705"/>
            <a:ext cx="1376623"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2A6C9F5-C3EC-153C-C5AA-D5C511957C90}"/>
              </a:ext>
            </a:extLst>
          </p:cNvPr>
          <p:cNvCxnSpPr>
            <a:cxnSpLocks/>
          </p:cNvCxnSpPr>
          <p:nvPr/>
        </p:nvCxnSpPr>
        <p:spPr>
          <a:xfrm>
            <a:off x="6962094" y="4282837"/>
            <a:ext cx="1235652"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35E1C947-5DB3-D670-2002-E1E01DAC1726}"/>
              </a:ext>
            </a:extLst>
          </p:cNvPr>
          <p:cNvSpPr txBox="1"/>
          <p:nvPr/>
        </p:nvSpPr>
        <p:spPr>
          <a:xfrm>
            <a:off x="10317053" y="5216546"/>
            <a:ext cx="531746" cy="264688"/>
          </a:xfrm>
          <a:prstGeom prst="rect">
            <a:avLst/>
          </a:prstGeom>
          <a:noFill/>
        </p:spPr>
        <p:txBody>
          <a:bodyPr wrap="square" rtlCol="0">
            <a:spAutoFit/>
          </a:bodyPr>
          <a:lstStyle/>
          <a:p>
            <a:pPr defTabSz="685783">
              <a:lnSpc>
                <a:spcPct val="120000"/>
              </a:lnSpc>
              <a:defRPr/>
            </a:pPr>
            <a:r>
              <a:rPr lang="en-US" sz="1000" b="1">
                <a:solidFill>
                  <a:schemeClr val="bg1"/>
                </a:solidFill>
                <a:latin typeface="Calibri" panose="020F0502020204030204"/>
              </a:rPr>
              <a:t>$10M</a:t>
            </a:r>
          </a:p>
        </p:txBody>
      </p:sp>
      <p:sp>
        <p:nvSpPr>
          <p:cNvPr id="64" name="TextBox 63">
            <a:extLst>
              <a:ext uri="{FF2B5EF4-FFF2-40B4-BE49-F238E27FC236}">
                <a16:creationId xmlns:a16="http://schemas.microsoft.com/office/drawing/2014/main" id="{D2B369A5-A68D-23BE-BE99-0261A89D6F2C}"/>
              </a:ext>
            </a:extLst>
          </p:cNvPr>
          <p:cNvSpPr txBox="1"/>
          <p:nvPr/>
        </p:nvSpPr>
        <p:spPr>
          <a:xfrm>
            <a:off x="10866167" y="4691617"/>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rPr>
              <a:t>10.5%</a:t>
            </a:r>
          </a:p>
        </p:txBody>
      </p:sp>
      <p:grpSp>
        <p:nvGrpSpPr>
          <p:cNvPr id="74" name="Group 73">
            <a:extLst>
              <a:ext uri="{FF2B5EF4-FFF2-40B4-BE49-F238E27FC236}">
                <a16:creationId xmlns:a16="http://schemas.microsoft.com/office/drawing/2014/main" id="{F86F98CD-0C92-D913-EB4F-993324D153A7}"/>
              </a:ext>
            </a:extLst>
          </p:cNvPr>
          <p:cNvGrpSpPr/>
          <p:nvPr/>
        </p:nvGrpSpPr>
        <p:grpSpPr>
          <a:xfrm>
            <a:off x="9677817" y="4906466"/>
            <a:ext cx="1674552" cy="312844"/>
            <a:chOff x="9677817" y="4833314"/>
            <a:chExt cx="1674552" cy="312844"/>
          </a:xfrm>
        </p:grpSpPr>
        <p:cxnSp>
          <p:nvCxnSpPr>
            <p:cNvPr id="83" name="Straight Connector 82">
              <a:extLst>
                <a:ext uri="{FF2B5EF4-FFF2-40B4-BE49-F238E27FC236}">
                  <a16:creationId xmlns:a16="http://schemas.microsoft.com/office/drawing/2014/main" id="{8FD0A8ED-B3B9-0417-C334-3C8A1878B6A9}"/>
                </a:ext>
              </a:extLst>
            </p:cNvPr>
            <p:cNvCxnSpPr>
              <a:cxnSpLocks/>
            </p:cNvCxnSpPr>
            <p:nvPr/>
          </p:nvCxnSpPr>
          <p:spPr>
            <a:xfrm flipV="1">
              <a:off x="9677817" y="5130026"/>
              <a:ext cx="1674552" cy="13849"/>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DF97960-75B9-0E01-531D-C177F18E869C}"/>
                </a:ext>
              </a:extLst>
            </p:cNvPr>
            <p:cNvCxnSpPr>
              <a:cxnSpLocks/>
            </p:cNvCxnSpPr>
            <p:nvPr/>
          </p:nvCxnSpPr>
          <p:spPr>
            <a:xfrm flipV="1">
              <a:off x="9677817" y="4833314"/>
              <a:ext cx="0" cy="312844"/>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6" name="TextBox 65">
            <a:extLst>
              <a:ext uri="{FF2B5EF4-FFF2-40B4-BE49-F238E27FC236}">
                <a16:creationId xmlns:a16="http://schemas.microsoft.com/office/drawing/2014/main" id="{2A71D016-308D-E916-B67A-BFC822761EE5}"/>
              </a:ext>
            </a:extLst>
          </p:cNvPr>
          <p:cNvSpPr txBox="1"/>
          <p:nvPr/>
        </p:nvSpPr>
        <p:spPr>
          <a:xfrm>
            <a:off x="10870617" y="3652369"/>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latin typeface="Calibri" panose="020F0502020204030204"/>
              </a:rPr>
              <a:t>35.3%</a:t>
            </a:r>
          </a:p>
        </p:txBody>
      </p:sp>
      <p:sp>
        <p:nvSpPr>
          <p:cNvPr id="67" name="TextBox 66">
            <a:extLst>
              <a:ext uri="{FF2B5EF4-FFF2-40B4-BE49-F238E27FC236}">
                <a16:creationId xmlns:a16="http://schemas.microsoft.com/office/drawing/2014/main" id="{18872CF2-6678-7C18-93F4-B89EDA4642B8}"/>
              </a:ext>
            </a:extLst>
          </p:cNvPr>
          <p:cNvSpPr txBox="1"/>
          <p:nvPr/>
        </p:nvSpPr>
        <p:spPr>
          <a:xfrm>
            <a:off x="7458832" y="4344366"/>
            <a:ext cx="249327" cy="270811"/>
          </a:xfrm>
          <a:prstGeom prst="rect">
            <a:avLst/>
          </a:prstGeom>
          <a:noFill/>
        </p:spPr>
        <p:txBody>
          <a:bodyPr wrap="none" lIns="0" tIns="0" rIns="0" bIns="0" rtlCol="0" anchor="t">
            <a:noAutofit/>
          </a:bodyPr>
          <a:lstStyle/>
          <a:p>
            <a:pPr>
              <a:lnSpc>
                <a:spcPct val="110000"/>
              </a:lnSpc>
              <a:spcBef>
                <a:spcPts val="600"/>
              </a:spcBef>
            </a:pPr>
            <a:r>
              <a:rPr lang="en-US" sz="1000" b="1">
                <a:solidFill>
                  <a:schemeClr val="bg1"/>
                </a:solidFill>
                <a:ea typeface="Human Sans" charset="0"/>
                <a:cs typeface="Human Sans" charset="0"/>
              </a:rPr>
              <a:t>26.3%</a:t>
            </a:r>
          </a:p>
        </p:txBody>
      </p:sp>
      <p:sp>
        <p:nvSpPr>
          <p:cNvPr id="68" name="TextBox 67">
            <a:extLst>
              <a:ext uri="{FF2B5EF4-FFF2-40B4-BE49-F238E27FC236}">
                <a16:creationId xmlns:a16="http://schemas.microsoft.com/office/drawing/2014/main" id="{7B479D44-6C59-3155-2218-255BAC3C0E22}"/>
              </a:ext>
            </a:extLst>
          </p:cNvPr>
          <p:cNvSpPr txBox="1"/>
          <p:nvPr/>
        </p:nvSpPr>
        <p:spPr>
          <a:xfrm>
            <a:off x="10836814" y="5274385"/>
            <a:ext cx="362279" cy="160813"/>
          </a:xfrm>
          <a:prstGeom prst="rect">
            <a:avLst/>
          </a:prstGeom>
          <a:noFill/>
        </p:spPr>
        <p:txBody>
          <a:bodyPr wrap="none" lIns="0" tIns="0" rIns="0" bIns="0" rtlCol="0" anchor="t">
            <a:spAutoFit/>
          </a:bodyPr>
          <a:lstStyle/>
          <a:p>
            <a:pPr>
              <a:lnSpc>
                <a:spcPct val="110000"/>
              </a:lnSpc>
              <a:spcBef>
                <a:spcPts val="600"/>
              </a:spcBef>
            </a:pPr>
            <a:r>
              <a:rPr lang="en-US" sz="1000" b="1">
                <a:solidFill>
                  <a:schemeClr val="bg1"/>
                </a:solidFill>
                <a:latin typeface="Calibri" panose="020F0502020204030204"/>
              </a:rPr>
              <a:t>-77.2%</a:t>
            </a:r>
          </a:p>
        </p:txBody>
      </p:sp>
      <p:sp>
        <p:nvSpPr>
          <p:cNvPr id="71" name="Rectangle 70">
            <a:extLst>
              <a:ext uri="{FF2B5EF4-FFF2-40B4-BE49-F238E27FC236}">
                <a16:creationId xmlns:a16="http://schemas.microsoft.com/office/drawing/2014/main" id="{2FF4C16F-550F-B622-56B7-A15A679D509F}"/>
              </a:ext>
            </a:extLst>
          </p:cNvPr>
          <p:cNvSpPr/>
          <p:nvPr/>
        </p:nvSpPr>
        <p:spPr>
          <a:xfrm>
            <a:off x="6865503" y="4307077"/>
            <a:ext cx="779235" cy="246221"/>
          </a:xfrm>
          <a:prstGeom prst="rect">
            <a:avLst/>
          </a:prstGeom>
        </p:spPr>
        <p:txBody>
          <a:bodyPr wrap="square">
            <a:spAutoFit/>
          </a:bodyPr>
          <a:lstStyle/>
          <a:p>
            <a:r>
              <a:rPr lang="en-US" sz="1000" b="1">
                <a:solidFill>
                  <a:schemeClr val="bg1"/>
                </a:solidFill>
              </a:rPr>
              <a:t>$747M</a:t>
            </a:r>
            <a:endParaRPr lang="en-US" sz="1000">
              <a:solidFill>
                <a:schemeClr val="bg1"/>
              </a:solidFill>
            </a:endParaRPr>
          </a:p>
        </p:txBody>
      </p:sp>
      <p:sp>
        <p:nvSpPr>
          <p:cNvPr id="72" name="Rectangle 71">
            <a:extLst>
              <a:ext uri="{FF2B5EF4-FFF2-40B4-BE49-F238E27FC236}">
                <a16:creationId xmlns:a16="http://schemas.microsoft.com/office/drawing/2014/main" id="{B57B989D-04F8-4375-38F0-B3BDA06543D8}"/>
              </a:ext>
            </a:extLst>
          </p:cNvPr>
          <p:cNvSpPr/>
          <p:nvPr/>
        </p:nvSpPr>
        <p:spPr>
          <a:xfrm>
            <a:off x="10289027" y="3613723"/>
            <a:ext cx="559769" cy="246221"/>
          </a:xfrm>
          <a:prstGeom prst="rect">
            <a:avLst/>
          </a:prstGeom>
        </p:spPr>
        <p:txBody>
          <a:bodyPr wrap="none">
            <a:spAutoFit/>
          </a:bodyPr>
          <a:lstStyle/>
          <a:p>
            <a:r>
              <a:rPr lang="en-US" sz="1000" b="1">
                <a:solidFill>
                  <a:schemeClr val="bg1"/>
                </a:solidFill>
              </a:rPr>
              <a:t>$438M</a:t>
            </a:r>
            <a:endParaRPr lang="en-US" sz="1000">
              <a:solidFill>
                <a:schemeClr val="bg1"/>
              </a:solidFill>
            </a:endParaRPr>
          </a:p>
        </p:txBody>
      </p:sp>
      <p:sp>
        <p:nvSpPr>
          <p:cNvPr id="73" name="Rectangle 72">
            <a:extLst>
              <a:ext uri="{FF2B5EF4-FFF2-40B4-BE49-F238E27FC236}">
                <a16:creationId xmlns:a16="http://schemas.microsoft.com/office/drawing/2014/main" id="{E980167B-042C-F06B-2591-DC735D1DD42C}"/>
              </a:ext>
            </a:extLst>
          </p:cNvPr>
          <p:cNvSpPr/>
          <p:nvPr/>
        </p:nvSpPr>
        <p:spPr>
          <a:xfrm>
            <a:off x="10329102" y="4648688"/>
            <a:ext cx="519694" cy="246221"/>
          </a:xfrm>
          <a:prstGeom prst="rect">
            <a:avLst/>
          </a:prstGeom>
        </p:spPr>
        <p:txBody>
          <a:bodyPr wrap="none">
            <a:spAutoFit/>
          </a:bodyPr>
          <a:lstStyle/>
          <a:p>
            <a:r>
              <a:rPr lang="en-US" sz="1000" b="1" kern="800" spc="50">
                <a:solidFill>
                  <a:schemeClr val="bg1"/>
                </a:solidFill>
                <a:cs typeface="Arial Black"/>
              </a:rPr>
              <a:t>$32M</a:t>
            </a:r>
            <a:endParaRPr lang="en-US" sz="1000">
              <a:solidFill>
                <a:schemeClr val="bg1"/>
              </a:solidFill>
            </a:endParaRPr>
          </a:p>
        </p:txBody>
      </p:sp>
      <p:cxnSp>
        <p:nvCxnSpPr>
          <p:cNvPr id="5" name="Straight Arrow Connector 4">
            <a:extLst>
              <a:ext uri="{FF2B5EF4-FFF2-40B4-BE49-F238E27FC236}">
                <a16:creationId xmlns:a16="http://schemas.microsoft.com/office/drawing/2014/main" id="{AB64CF21-01A3-2CFA-1972-4C66D683A810}"/>
              </a:ext>
            </a:extLst>
          </p:cNvPr>
          <p:cNvCxnSpPr>
            <a:cxnSpLocks/>
          </p:cNvCxnSpPr>
          <p:nvPr/>
        </p:nvCxnSpPr>
        <p:spPr>
          <a:xfrm>
            <a:off x="1663460" y="3592023"/>
            <a:ext cx="0" cy="99958"/>
          </a:xfrm>
          <a:prstGeom prst="straightConnector1">
            <a:avLst/>
          </a:prstGeom>
          <a:ln w="12700" cap="rnd" cmpd="sng">
            <a:solidFill>
              <a:schemeClr val="bg1"/>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FB5249C-DD14-0FA1-C2FE-882CBBFCF39D}"/>
              </a:ext>
            </a:extLst>
          </p:cNvPr>
          <p:cNvCxnSpPr>
            <a:cxnSpLocks/>
          </p:cNvCxnSpPr>
          <p:nvPr/>
        </p:nvCxnSpPr>
        <p:spPr>
          <a:xfrm>
            <a:off x="1663460" y="4332526"/>
            <a:ext cx="0" cy="99958"/>
          </a:xfrm>
          <a:prstGeom prst="straightConnector1">
            <a:avLst/>
          </a:prstGeom>
          <a:ln w="12700" cap="rnd" cmpd="sng">
            <a:solidFill>
              <a:schemeClr val="bg1"/>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D1436A1-4B28-727D-1A1D-C5B03C116EEC}"/>
              </a:ext>
            </a:extLst>
          </p:cNvPr>
          <p:cNvCxnSpPr>
            <a:cxnSpLocks/>
          </p:cNvCxnSpPr>
          <p:nvPr/>
        </p:nvCxnSpPr>
        <p:spPr>
          <a:xfrm>
            <a:off x="1663460" y="5029191"/>
            <a:ext cx="0" cy="99958"/>
          </a:xfrm>
          <a:prstGeom prst="straightConnector1">
            <a:avLst/>
          </a:prstGeom>
          <a:ln w="12700" cap="rnd" cmpd="sng">
            <a:solidFill>
              <a:schemeClr val="bg1"/>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1C2D860-44DA-FE86-F59C-E355F6FCE2A8}"/>
              </a:ext>
            </a:extLst>
          </p:cNvPr>
          <p:cNvCxnSpPr>
            <a:cxnSpLocks/>
          </p:cNvCxnSpPr>
          <p:nvPr/>
        </p:nvCxnSpPr>
        <p:spPr>
          <a:xfrm>
            <a:off x="5679056" y="5029191"/>
            <a:ext cx="0" cy="99958"/>
          </a:xfrm>
          <a:prstGeom prst="straightConnector1">
            <a:avLst/>
          </a:prstGeom>
          <a:ln w="12700" cap="rnd" cmpd="sng">
            <a:solidFill>
              <a:schemeClr val="bg1"/>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36202DF-30C4-03B1-A42C-8EE78B68E3B9}"/>
              </a:ext>
            </a:extLst>
          </p:cNvPr>
          <p:cNvCxnSpPr>
            <a:cxnSpLocks/>
          </p:cNvCxnSpPr>
          <p:nvPr/>
        </p:nvCxnSpPr>
        <p:spPr>
          <a:xfrm>
            <a:off x="5679056" y="4349779"/>
            <a:ext cx="0" cy="99958"/>
          </a:xfrm>
          <a:prstGeom prst="straightConnector1">
            <a:avLst/>
          </a:prstGeom>
          <a:ln w="12700" cap="rnd" cmpd="sng">
            <a:solidFill>
              <a:schemeClr val="bg1"/>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D5224BB-78B7-7EAF-0EC7-23F2BC8E63FF}"/>
              </a:ext>
            </a:extLst>
          </p:cNvPr>
          <p:cNvCxnSpPr>
            <a:cxnSpLocks/>
          </p:cNvCxnSpPr>
          <p:nvPr/>
        </p:nvCxnSpPr>
        <p:spPr>
          <a:xfrm>
            <a:off x="5679056" y="3592023"/>
            <a:ext cx="0" cy="99958"/>
          </a:xfrm>
          <a:prstGeom prst="straightConnector1">
            <a:avLst/>
          </a:prstGeom>
          <a:ln w="12700" cap="rnd" cmpd="sng">
            <a:solidFill>
              <a:schemeClr val="bg1"/>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0BD6773-58A2-EA81-5679-2CB1695EE6AF}"/>
              </a:ext>
            </a:extLst>
          </p:cNvPr>
          <p:cNvCxnSpPr>
            <a:cxnSpLocks/>
          </p:cNvCxnSpPr>
          <p:nvPr/>
        </p:nvCxnSpPr>
        <p:spPr>
          <a:xfrm>
            <a:off x="7908611" y="4370957"/>
            <a:ext cx="0" cy="99958"/>
          </a:xfrm>
          <a:prstGeom prst="straightConnector1">
            <a:avLst/>
          </a:prstGeom>
          <a:ln w="12700" cap="rnd" cmpd="sng">
            <a:solidFill>
              <a:schemeClr val="bg1"/>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1761DE7-0BC4-10C0-CA13-CCF986DA7991}"/>
              </a:ext>
            </a:extLst>
          </p:cNvPr>
          <p:cNvCxnSpPr>
            <a:cxnSpLocks/>
          </p:cNvCxnSpPr>
          <p:nvPr/>
        </p:nvCxnSpPr>
        <p:spPr>
          <a:xfrm>
            <a:off x="11301569" y="3675267"/>
            <a:ext cx="0" cy="99958"/>
          </a:xfrm>
          <a:prstGeom prst="straightConnector1">
            <a:avLst/>
          </a:prstGeom>
          <a:ln w="12700" cap="rnd" cmpd="sng">
            <a:solidFill>
              <a:schemeClr val="bg1"/>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36DB783D-7E26-8C9F-ABE4-9357E9D665D5}"/>
              </a:ext>
            </a:extLst>
          </p:cNvPr>
          <p:cNvCxnSpPr>
            <a:cxnSpLocks/>
          </p:cNvCxnSpPr>
          <p:nvPr/>
        </p:nvCxnSpPr>
        <p:spPr>
          <a:xfrm>
            <a:off x="11301569" y="4710064"/>
            <a:ext cx="0" cy="99958"/>
          </a:xfrm>
          <a:prstGeom prst="straightConnector1">
            <a:avLst/>
          </a:prstGeom>
          <a:ln w="12700" cap="rnd" cmpd="sng">
            <a:solidFill>
              <a:schemeClr val="bg1"/>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9C26D5A4-1F33-921E-FF05-A5A2AC2279A1}"/>
              </a:ext>
            </a:extLst>
          </p:cNvPr>
          <p:cNvCxnSpPr>
            <a:cxnSpLocks/>
          </p:cNvCxnSpPr>
          <p:nvPr/>
        </p:nvCxnSpPr>
        <p:spPr>
          <a:xfrm flipV="1">
            <a:off x="11301569" y="5300927"/>
            <a:ext cx="0" cy="99958"/>
          </a:xfrm>
          <a:prstGeom prst="straightConnector1">
            <a:avLst/>
          </a:prstGeom>
          <a:ln w="12700" cap="rnd" cmpd="sng">
            <a:solidFill>
              <a:schemeClr val="bg1"/>
            </a:solidFill>
            <a:round/>
            <a:headEnd type="arrow" w="med" len="sm"/>
            <a:tailEnd type="non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E26358A6-3ACE-8BE8-76CC-B14D71AAD988}"/>
              </a:ext>
            </a:extLst>
          </p:cNvPr>
          <p:cNvSpPr txBox="1"/>
          <p:nvPr/>
        </p:nvSpPr>
        <p:spPr>
          <a:xfrm>
            <a:off x="1233210" y="2373609"/>
            <a:ext cx="3670135" cy="553228"/>
          </a:xfrm>
          <a:prstGeom prst="rect">
            <a:avLst/>
          </a:prstGeom>
          <a:noFill/>
        </p:spPr>
        <p:txBody>
          <a:bodyPr wrap="square" rtlCol="0">
            <a:spAutoFit/>
          </a:bodyPr>
          <a:lstStyle/>
          <a:p>
            <a:pPr algn="ctr" defTabSz="914377">
              <a:lnSpc>
                <a:spcPct val="150000"/>
              </a:lnSpc>
              <a:defRPr/>
            </a:pPr>
            <a:r>
              <a:rPr lang="en-US" sz="1100" b="1" kern="800" spc="133">
                <a:solidFill>
                  <a:schemeClr val="bg1"/>
                </a:solidFill>
                <a:latin typeface="Calibri"/>
                <a:cs typeface="Arial Black"/>
              </a:rPr>
              <a:t>REVENUES BY INDUSTRY VERTICAL</a:t>
            </a:r>
          </a:p>
          <a:p>
            <a:pPr algn="ctr" defTabSz="914377">
              <a:lnSpc>
                <a:spcPct val="150000"/>
              </a:lnSpc>
              <a:defRPr/>
            </a:pPr>
            <a:r>
              <a:rPr lang="en-US" sz="1000" kern="800">
                <a:solidFill>
                  <a:schemeClr val="bg1"/>
                </a:solidFill>
                <a:latin typeface="Calibri"/>
                <a:cs typeface="Arial Black"/>
              </a:rPr>
              <a:t>(Reported $ &amp; YoY Growth)</a:t>
            </a:r>
          </a:p>
        </p:txBody>
      </p:sp>
      <p:sp>
        <p:nvSpPr>
          <p:cNvPr id="89" name="TextBox 88">
            <a:extLst>
              <a:ext uri="{FF2B5EF4-FFF2-40B4-BE49-F238E27FC236}">
                <a16:creationId xmlns:a16="http://schemas.microsoft.com/office/drawing/2014/main" id="{80DF3901-4318-0461-8DB5-31FEADCA600B}"/>
              </a:ext>
            </a:extLst>
          </p:cNvPr>
          <p:cNvSpPr txBox="1"/>
          <p:nvPr/>
        </p:nvSpPr>
        <p:spPr>
          <a:xfrm>
            <a:off x="7315200" y="2373609"/>
            <a:ext cx="3670135" cy="553228"/>
          </a:xfrm>
          <a:prstGeom prst="rect">
            <a:avLst/>
          </a:prstGeom>
          <a:noFill/>
        </p:spPr>
        <p:txBody>
          <a:bodyPr wrap="square" rtlCol="0">
            <a:spAutoFit/>
          </a:bodyPr>
          <a:lstStyle/>
          <a:p>
            <a:pPr algn="ctr" defTabSz="914377">
              <a:lnSpc>
                <a:spcPct val="150000"/>
              </a:lnSpc>
              <a:defRPr/>
            </a:pPr>
            <a:r>
              <a:rPr lang="en-US" sz="1100" b="1" kern="800" spc="133">
                <a:solidFill>
                  <a:schemeClr val="bg1"/>
                </a:solidFill>
                <a:latin typeface="Calibri"/>
                <a:cs typeface="Arial Black"/>
              </a:rPr>
              <a:t>REVENUES BY GEOGRAPHY</a:t>
            </a:r>
          </a:p>
          <a:p>
            <a:pPr algn="ctr" defTabSz="914377">
              <a:lnSpc>
                <a:spcPct val="150000"/>
              </a:lnSpc>
              <a:defRPr/>
            </a:pPr>
            <a:r>
              <a:rPr lang="en-US" sz="1000" kern="800">
                <a:solidFill>
                  <a:schemeClr val="bg1"/>
                </a:solidFill>
                <a:latin typeface="Calibri"/>
                <a:cs typeface="Arial Black"/>
              </a:rPr>
              <a:t>(Reported $ &amp; YoY Growth)</a:t>
            </a:r>
          </a:p>
        </p:txBody>
      </p:sp>
      <p:sp>
        <p:nvSpPr>
          <p:cNvPr id="7" name="TextBox 6">
            <a:extLst>
              <a:ext uri="{FF2B5EF4-FFF2-40B4-BE49-F238E27FC236}">
                <a16:creationId xmlns:a16="http://schemas.microsoft.com/office/drawing/2014/main" id="{3520EB5C-6429-B34E-3CF7-EF529D614775}"/>
              </a:ext>
            </a:extLst>
          </p:cNvPr>
          <p:cNvSpPr txBox="1"/>
          <p:nvPr/>
        </p:nvSpPr>
        <p:spPr>
          <a:xfrm>
            <a:off x="10439530" y="4362254"/>
            <a:ext cx="980445" cy="264688"/>
          </a:xfrm>
          <a:prstGeom prst="rect">
            <a:avLst/>
          </a:prstGeom>
          <a:noFill/>
        </p:spPr>
        <p:txBody>
          <a:bodyPr wrap="square" rtlCol="0">
            <a:spAutoFit/>
          </a:bodyPr>
          <a:lstStyle/>
          <a:p>
            <a:pPr algn="r" defTabSz="685783">
              <a:lnSpc>
                <a:spcPct val="120000"/>
              </a:lnSpc>
              <a:defRPr/>
            </a:pPr>
            <a:r>
              <a:rPr lang="en-US" sz="1000" b="1">
                <a:solidFill>
                  <a:srgbClr val="FF4B9B"/>
                </a:solidFill>
                <a:latin typeface="Calibri" panose="020F0502020204030204"/>
              </a:rPr>
              <a:t>APAC</a:t>
            </a:r>
          </a:p>
        </p:txBody>
      </p:sp>
      <p:pic>
        <p:nvPicPr>
          <p:cNvPr id="2" name="Picture 6" descr="Databricks | NRI">
            <a:extLst>
              <a:ext uri="{FF2B5EF4-FFF2-40B4-BE49-F238E27FC236}">
                <a16:creationId xmlns:a16="http://schemas.microsoft.com/office/drawing/2014/main" id="{42175EB8-408A-86B1-C3C2-B6BBC77272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4E60C1E4-18AD-FBBD-AE32-077EA4F4ACE1}"/>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4033816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 name="Title 53">
            <a:extLst>
              <a:ext uri="{FF2B5EF4-FFF2-40B4-BE49-F238E27FC236}">
                <a16:creationId xmlns:a16="http://schemas.microsoft.com/office/drawing/2014/main" id="{6891104C-BD71-B90E-90E1-C99E5E1AD174}"/>
              </a:ext>
            </a:extLst>
          </p:cNvPr>
          <p:cNvSpPr>
            <a:spLocks noGrp="1"/>
          </p:cNvSpPr>
          <p:nvPr>
            <p:ph type="title"/>
          </p:nvPr>
        </p:nvSpPr>
        <p:spPr/>
        <p:txBody>
          <a:bodyPr/>
          <a:lstStyle/>
          <a:p>
            <a:r>
              <a:rPr lang="en-US"/>
              <a:t>Ring Charts</a:t>
            </a:r>
          </a:p>
        </p:txBody>
      </p:sp>
      <p:sp>
        <p:nvSpPr>
          <p:cNvPr id="58" name="Text Placeholder 57">
            <a:extLst>
              <a:ext uri="{FF2B5EF4-FFF2-40B4-BE49-F238E27FC236}">
                <a16:creationId xmlns:a16="http://schemas.microsoft.com/office/drawing/2014/main" id="{8E063932-A296-1ED7-65A7-37A48DDEEE3E}"/>
              </a:ext>
            </a:extLst>
          </p:cNvPr>
          <p:cNvSpPr>
            <a:spLocks noGrp="1"/>
          </p:cNvSpPr>
          <p:nvPr>
            <p:ph type="body" sz="quarter" idx="28"/>
          </p:nvPr>
        </p:nvSpPr>
        <p:spPr/>
        <p:txBody>
          <a:bodyPr>
            <a:normAutofit/>
          </a:bodyPr>
          <a:lstStyle/>
          <a:p>
            <a:r>
              <a:rPr lang="en-US"/>
              <a:t>Solid version</a:t>
            </a:r>
          </a:p>
        </p:txBody>
      </p:sp>
      <p:sp>
        <p:nvSpPr>
          <p:cNvPr id="55" name="Text Placeholder 54">
            <a:extLst>
              <a:ext uri="{FF2B5EF4-FFF2-40B4-BE49-F238E27FC236}">
                <a16:creationId xmlns:a16="http://schemas.microsoft.com/office/drawing/2014/main" id="{1A0183AB-D826-4295-0DD4-42DBB7A63A6A}"/>
              </a:ext>
            </a:extLst>
          </p:cNvPr>
          <p:cNvSpPr>
            <a:spLocks noGrp="1"/>
          </p:cNvSpPr>
          <p:nvPr>
            <p:ph type="body" sz="quarter" idx="11"/>
          </p:nvPr>
        </p:nvSpPr>
        <p:spPr/>
        <p:txBody>
          <a:bodyPr/>
          <a:lstStyle/>
          <a:p>
            <a:r>
              <a:rPr lang="en-US"/>
              <a:t>DARK MODE</a:t>
            </a:r>
          </a:p>
        </p:txBody>
      </p:sp>
      <p:sp>
        <p:nvSpPr>
          <p:cNvPr id="51" name="TextBox 50">
            <a:extLst>
              <a:ext uri="{FF2B5EF4-FFF2-40B4-BE49-F238E27FC236}">
                <a16:creationId xmlns:a16="http://schemas.microsoft.com/office/drawing/2014/main" id="{9695AA35-EDFC-C85D-1739-0C20268F0851}"/>
              </a:ext>
            </a:extLst>
          </p:cNvPr>
          <p:cNvSpPr txBox="1"/>
          <p:nvPr/>
        </p:nvSpPr>
        <p:spPr>
          <a:xfrm>
            <a:off x="5445211" y="1466335"/>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graphicFrame>
        <p:nvGraphicFramePr>
          <p:cNvPr id="47" name="Chart 46">
            <a:extLst>
              <a:ext uri="{FF2B5EF4-FFF2-40B4-BE49-F238E27FC236}">
                <a16:creationId xmlns:a16="http://schemas.microsoft.com/office/drawing/2014/main" id="{F4C403E3-62AD-F8ED-A395-88AAD72C4016}"/>
              </a:ext>
            </a:extLst>
          </p:cNvPr>
          <p:cNvGraphicFramePr/>
          <p:nvPr>
            <p:extLst>
              <p:ext uri="{D42A27DB-BD31-4B8C-83A1-F6EECF244321}">
                <p14:modId xmlns:p14="http://schemas.microsoft.com/office/powerpoint/2010/main" val="3108781683"/>
              </p:ext>
            </p:extLst>
          </p:nvPr>
        </p:nvGraphicFramePr>
        <p:xfrm>
          <a:off x="2111474" y="3110580"/>
          <a:ext cx="1938530" cy="1940747"/>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19D3B40D-FA67-84CF-93C6-4CB80DA5C1D7}"/>
              </a:ext>
            </a:extLst>
          </p:cNvPr>
          <p:cNvSpPr txBox="1"/>
          <p:nvPr/>
        </p:nvSpPr>
        <p:spPr>
          <a:xfrm>
            <a:off x="578712" y="4705300"/>
            <a:ext cx="733021" cy="246221"/>
          </a:xfrm>
          <a:prstGeom prst="rect">
            <a:avLst/>
          </a:prstGeom>
          <a:noFill/>
        </p:spPr>
        <p:txBody>
          <a:bodyPr wrap="none" rtlCol="0">
            <a:spAutoFit/>
          </a:bodyPr>
          <a:lstStyle/>
          <a:p>
            <a:pPr defTabSz="685783">
              <a:defRPr/>
            </a:pPr>
            <a:r>
              <a:rPr lang="en-US" sz="1000" b="1" kern="800" spc="50">
                <a:solidFill>
                  <a:schemeClr val="bg1"/>
                </a:solidFill>
                <a:latin typeface="Calibri" panose="020F0502020204030204"/>
                <a:cs typeface="Arial Black"/>
              </a:rPr>
              <a:t>Emerging</a:t>
            </a:r>
          </a:p>
        </p:txBody>
      </p:sp>
      <p:sp>
        <p:nvSpPr>
          <p:cNvPr id="13" name="TextBox 12">
            <a:extLst>
              <a:ext uri="{FF2B5EF4-FFF2-40B4-BE49-F238E27FC236}">
                <a16:creationId xmlns:a16="http://schemas.microsoft.com/office/drawing/2014/main" id="{C4B06B46-A036-3FC3-BE62-798856E422DC}"/>
              </a:ext>
            </a:extLst>
          </p:cNvPr>
          <p:cNvSpPr txBox="1"/>
          <p:nvPr/>
        </p:nvSpPr>
        <p:spPr>
          <a:xfrm>
            <a:off x="4049310" y="4705300"/>
            <a:ext cx="1790778" cy="246221"/>
          </a:xfrm>
          <a:prstGeom prst="rect">
            <a:avLst/>
          </a:prstGeom>
          <a:noFill/>
        </p:spPr>
        <p:txBody>
          <a:bodyPr wrap="square" rtlCol="0">
            <a:spAutoFit/>
          </a:bodyPr>
          <a:lstStyle/>
          <a:p>
            <a:pPr algn="r" defTabSz="685783">
              <a:defRPr/>
            </a:pPr>
            <a:r>
              <a:rPr lang="en-US" sz="1000" b="1" kern="800">
                <a:solidFill>
                  <a:schemeClr val="bg1"/>
                </a:solidFill>
                <a:latin typeface="Calibri" panose="020F0502020204030204"/>
              </a:rPr>
              <a:t>Software &amp; Hi-tech</a:t>
            </a:r>
          </a:p>
        </p:txBody>
      </p:sp>
      <p:sp>
        <p:nvSpPr>
          <p:cNvPr id="15" name="TextBox 14">
            <a:extLst>
              <a:ext uri="{FF2B5EF4-FFF2-40B4-BE49-F238E27FC236}">
                <a16:creationId xmlns:a16="http://schemas.microsoft.com/office/drawing/2014/main" id="{F5B0E992-AABD-BEFF-AF5D-E69296B74A09}"/>
              </a:ext>
            </a:extLst>
          </p:cNvPr>
          <p:cNvSpPr txBox="1"/>
          <p:nvPr/>
        </p:nvSpPr>
        <p:spPr>
          <a:xfrm>
            <a:off x="1236468" y="5013117"/>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latin typeface="Calibri" panose="020F0502020204030204"/>
              </a:rPr>
              <a:t>26.6%</a:t>
            </a:r>
          </a:p>
        </p:txBody>
      </p:sp>
      <p:sp>
        <p:nvSpPr>
          <p:cNvPr id="17" name="TextBox 16">
            <a:extLst>
              <a:ext uri="{FF2B5EF4-FFF2-40B4-BE49-F238E27FC236}">
                <a16:creationId xmlns:a16="http://schemas.microsoft.com/office/drawing/2014/main" id="{6CAF8880-3942-24DA-25FB-4D6A13445D72}"/>
              </a:ext>
            </a:extLst>
          </p:cNvPr>
          <p:cNvSpPr txBox="1"/>
          <p:nvPr/>
        </p:nvSpPr>
        <p:spPr>
          <a:xfrm>
            <a:off x="5265251" y="5006554"/>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latin typeface="Calibri" panose="020F0502020204030204"/>
              </a:rPr>
              <a:t>17.8%</a:t>
            </a:r>
          </a:p>
        </p:txBody>
      </p:sp>
      <p:sp>
        <p:nvSpPr>
          <p:cNvPr id="18" name="TextBox 17">
            <a:extLst>
              <a:ext uri="{FF2B5EF4-FFF2-40B4-BE49-F238E27FC236}">
                <a16:creationId xmlns:a16="http://schemas.microsoft.com/office/drawing/2014/main" id="{7BF00A45-7432-4AA2-F63A-4D1302047723}"/>
              </a:ext>
            </a:extLst>
          </p:cNvPr>
          <p:cNvSpPr txBox="1"/>
          <p:nvPr/>
        </p:nvSpPr>
        <p:spPr>
          <a:xfrm>
            <a:off x="4787041" y="5009780"/>
            <a:ext cx="445322" cy="265613"/>
          </a:xfrm>
          <a:prstGeom prst="rect">
            <a:avLst/>
          </a:prstGeom>
          <a:noFill/>
        </p:spPr>
        <p:txBody>
          <a:bodyPr wrap="none" lIns="0" tIns="0" rIns="0" bIns="0" rtlCol="0">
            <a:noAutofit/>
          </a:bodyPr>
          <a:lstStyle/>
          <a:p>
            <a:pPr>
              <a:lnSpc>
                <a:spcPct val="110000"/>
              </a:lnSpc>
              <a:spcBef>
                <a:spcPts val="600"/>
              </a:spcBef>
            </a:pPr>
            <a:r>
              <a:rPr lang="en-US" sz="1000" b="1" kern="800">
                <a:solidFill>
                  <a:schemeClr val="bg1"/>
                </a:solidFill>
              </a:rPr>
              <a:t>$205</a:t>
            </a:r>
            <a:r>
              <a:rPr lang="en-US" sz="1000" b="1" kern="800">
                <a:solidFill>
                  <a:schemeClr val="bg1"/>
                </a:solidFill>
                <a:latin typeface="Calibri" panose="020F0502020204030204"/>
              </a:rPr>
              <a:t>M</a:t>
            </a:r>
            <a:endParaRPr lang="en-US" sz="1000" b="1" kern="800">
              <a:solidFill>
                <a:schemeClr val="bg1"/>
              </a:solidFill>
            </a:endParaRPr>
          </a:p>
        </p:txBody>
      </p:sp>
      <p:sp>
        <p:nvSpPr>
          <p:cNvPr id="19" name="Rectangle 18">
            <a:extLst>
              <a:ext uri="{FF2B5EF4-FFF2-40B4-BE49-F238E27FC236}">
                <a16:creationId xmlns:a16="http://schemas.microsoft.com/office/drawing/2014/main" id="{BD7EDB37-6447-1A05-A7D4-7DEC54D1C0AB}"/>
              </a:ext>
            </a:extLst>
          </p:cNvPr>
          <p:cNvSpPr/>
          <p:nvPr/>
        </p:nvSpPr>
        <p:spPr>
          <a:xfrm>
            <a:off x="570413" y="4971113"/>
            <a:ext cx="852059" cy="246220"/>
          </a:xfrm>
          <a:prstGeom prst="rect">
            <a:avLst/>
          </a:prstGeom>
        </p:spPr>
        <p:txBody>
          <a:bodyPr wrap="square">
            <a:spAutoFit/>
          </a:bodyPr>
          <a:lstStyle/>
          <a:p>
            <a:pPr defTabSz="685783">
              <a:defRPr/>
            </a:pPr>
            <a:r>
              <a:rPr lang="en-US" sz="1000" b="1" kern="800" spc="50">
                <a:solidFill>
                  <a:schemeClr val="bg1"/>
                </a:solidFill>
                <a:cs typeface="Arial Black"/>
              </a:rPr>
              <a:t>$148M</a:t>
            </a:r>
          </a:p>
        </p:txBody>
      </p:sp>
      <p:grpSp>
        <p:nvGrpSpPr>
          <p:cNvPr id="20" name="Group 19">
            <a:extLst>
              <a:ext uri="{FF2B5EF4-FFF2-40B4-BE49-F238E27FC236}">
                <a16:creationId xmlns:a16="http://schemas.microsoft.com/office/drawing/2014/main" id="{BF10AA57-EE1D-FA2B-46D1-A2110FB46AFA}"/>
              </a:ext>
            </a:extLst>
          </p:cNvPr>
          <p:cNvGrpSpPr/>
          <p:nvPr/>
        </p:nvGrpSpPr>
        <p:grpSpPr>
          <a:xfrm>
            <a:off x="3526435" y="4866078"/>
            <a:ext cx="2226428" cy="88888"/>
            <a:chOff x="9606445" y="5941936"/>
            <a:chExt cx="2226428" cy="88888"/>
          </a:xfrm>
        </p:grpSpPr>
        <p:cxnSp>
          <p:nvCxnSpPr>
            <p:cNvPr id="45" name="Straight Connector 44">
              <a:extLst>
                <a:ext uri="{FF2B5EF4-FFF2-40B4-BE49-F238E27FC236}">
                  <a16:creationId xmlns:a16="http://schemas.microsoft.com/office/drawing/2014/main" id="{B9BCBF5B-4D26-E38F-4FB8-9742246B63A8}"/>
                </a:ext>
              </a:extLst>
            </p:cNvPr>
            <p:cNvCxnSpPr>
              <a:cxnSpLocks/>
            </p:cNvCxnSpPr>
            <p:nvPr/>
          </p:nvCxnSpPr>
          <p:spPr>
            <a:xfrm>
              <a:off x="9606445" y="6030824"/>
              <a:ext cx="2226428" cy="0"/>
            </a:xfrm>
            <a:prstGeom prst="line">
              <a:avLst/>
            </a:prstGeom>
            <a:ln w="12700">
              <a:solidFill>
                <a:srgbClr val="89F0F0"/>
              </a:solidFill>
            </a:ln>
          </p:spPr>
          <p:style>
            <a:lnRef idx="1">
              <a:schemeClr val="accent3"/>
            </a:lnRef>
            <a:fillRef idx="0">
              <a:schemeClr val="accent3"/>
            </a:fillRef>
            <a:effectRef idx="0">
              <a:schemeClr val="accent3"/>
            </a:effectRef>
            <a:fontRef idx="minor">
              <a:schemeClr val="tx1"/>
            </a:fontRef>
          </p:style>
        </p:cxnSp>
        <p:cxnSp>
          <p:nvCxnSpPr>
            <p:cNvPr id="46" name="Straight Connector 45">
              <a:extLst>
                <a:ext uri="{FF2B5EF4-FFF2-40B4-BE49-F238E27FC236}">
                  <a16:creationId xmlns:a16="http://schemas.microsoft.com/office/drawing/2014/main" id="{15282FD6-BC8D-86A8-0BCB-5417B052F53D}"/>
                </a:ext>
              </a:extLst>
            </p:cNvPr>
            <p:cNvCxnSpPr>
              <a:cxnSpLocks/>
            </p:cNvCxnSpPr>
            <p:nvPr/>
          </p:nvCxnSpPr>
          <p:spPr>
            <a:xfrm flipV="1">
              <a:off x="9606445" y="5941936"/>
              <a:ext cx="0" cy="88888"/>
            </a:xfrm>
            <a:prstGeom prst="line">
              <a:avLst/>
            </a:prstGeom>
            <a:ln w="12700">
              <a:solidFill>
                <a:srgbClr val="89F0F0"/>
              </a:solidFill>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AC766860-8387-F159-A8C9-7ECDCE95B1F5}"/>
              </a:ext>
            </a:extLst>
          </p:cNvPr>
          <p:cNvSpPr txBox="1"/>
          <p:nvPr/>
        </p:nvSpPr>
        <p:spPr>
          <a:xfrm>
            <a:off x="575050" y="4003199"/>
            <a:ext cx="1665414" cy="246221"/>
          </a:xfrm>
          <a:prstGeom prst="rect">
            <a:avLst/>
          </a:prstGeom>
          <a:noFill/>
        </p:spPr>
        <p:txBody>
          <a:bodyPr wrap="square" rtlCol="0">
            <a:spAutoFit/>
          </a:bodyPr>
          <a:lstStyle/>
          <a:p>
            <a:pPr defTabSz="685783">
              <a:defRPr/>
            </a:pPr>
            <a:r>
              <a:rPr lang="en-US" sz="1000" b="1" kern="800">
                <a:solidFill>
                  <a:schemeClr val="bg1"/>
                </a:solidFill>
                <a:latin typeface="Calibri" panose="020F0502020204030204"/>
              </a:rPr>
              <a:t>Life Sciences &amp; Healthcare</a:t>
            </a:r>
            <a:endParaRPr lang="en-US" sz="1000" b="1" kern="800" spc="50">
              <a:solidFill>
                <a:schemeClr val="bg1"/>
              </a:solidFill>
              <a:latin typeface="Calibri"/>
              <a:cs typeface="Arial Black"/>
            </a:endParaRPr>
          </a:p>
        </p:txBody>
      </p:sp>
      <p:cxnSp>
        <p:nvCxnSpPr>
          <p:cNvPr id="22" name="Straight Connector 21">
            <a:extLst>
              <a:ext uri="{FF2B5EF4-FFF2-40B4-BE49-F238E27FC236}">
                <a16:creationId xmlns:a16="http://schemas.microsoft.com/office/drawing/2014/main" id="{1039CBEC-46C3-F865-DF7A-506B0C06CDF4}"/>
              </a:ext>
            </a:extLst>
          </p:cNvPr>
          <p:cNvCxnSpPr>
            <a:cxnSpLocks/>
          </p:cNvCxnSpPr>
          <p:nvPr/>
        </p:nvCxnSpPr>
        <p:spPr>
          <a:xfrm>
            <a:off x="658191" y="4267397"/>
            <a:ext cx="1500547" cy="0"/>
          </a:xfrm>
          <a:prstGeom prst="line">
            <a:avLst/>
          </a:prstGeom>
          <a:ln w="12700">
            <a:solidFill>
              <a:srgbClr val="9BA4F8"/>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C7E71F5-492C-FCA2-CC32-5C87639D61E7}"/>
              </a:ext>
            </a:extLst>
          </p:cNvPr>
          <p:cNvSpPr txBox="1"/>
          <p:nvPr/>
        </p:nvSpPr>
        <p:spPr>
          <a:xfrm>
            <a:off x="1236468" y="4306364"/>
            <a:ext cx="323807" cy="160813"/>
          </a:xfrm>
          <a:prstGeom prst="rect">
            <a:avLst/>
          </a:prstGeom>
          <a:noFill/>
        </p:spPr>
        <p:txBody>
          <a:bodyPr wrap="none" lIns="0" tIns="0" rIns="0" bIns="0" rtlCol="0" anchor="t">
            <a:spAutoFit/>
          </a:bodyPr>
          <a:lstStyle/>
          <a:p>
            <a:pPr>
              <a:lnSpc>
                <a:spcPct val="110000"/>
              </a:lnSpc>
              <a:spcBef>
                <a:spcPts val="600"/>
              </a:spcBef>
            </a:pPr>
            <a:r>
              <a:rPr lang="en-US" sz="1000" b="1">
                <a:solidFill>
                  <a:schemeClr val="bg1"/>
                </a:solidFill>
                <a:latin typeface="Calibri" panose="020F0502020204030204"/>
              </a:rPr>
              <a:t>35.0%</a:t>
            </a:r>
          </a:p>
        </p:txBody>
      </p:sp>
      <p:sp>
        <p:nvSpPr>
          <p:cNvPr id="25" name="Rectangle 24">
            <a:extLst>
              <a:ext uri="{FF2B5EF4-FFF2-40B4-BE49-F238E27FC236}">
                <a16:creationId xmlns:a16="http://schemas.microsoft.com/office/drawing/2014/main" id="{EF598552-CF9E-DBE5-DD9F-1FAC20A59972}"/>
              </a:ext>
            </a:extLst>
          </p:cNvPr>
          <p:cNvSpPr/>
          <p:nvPr/>
        </p:nvSpPr>
        <p:spPr>
          <a:xfrm>
            <a:off x="584800" y="4265393"/>
            <a:ext cx="559769" cy="246221"/>
          </a:xfrm>
          <a:prstGeom prst="rect">
            <a:avLst/>
          </a:prstGeom>
        </p:spPr>
        <p:txBody>
          <a:bodyPr wrap="none">
            <a:spAutoFit/>
          </a:bodyPr>
          <a:lstStyle/>
          <a:p>
            <a:pPr defTabSz="685783">
              <a:defRPr/>
            </a:pPr>
            <a:r>
              <a:rPr lang="en-US" sz="1000" b="1" kern="800">
                <a:solidFill>
                  <a:schemeClr val="bg1"/>
                </a:solidFill>
              </a:rPr>
              <a:t>$130M</a:t>
            </a:r>
          </a:p>
        </p:txBody>
      </p:sp>
      <p:cxnSp>
        <p:nvCxnSpPr>
          <p:cNvPr id="26" name="Straight Connector 25">
            <a:extLst>
              <a:ext uri="{FF2B5EF4-FFF2-40B4-BE49-F238E27FC236}">
                <a16:creationId xmlns:a16="http://schemas.microsoft.com/office/drawing/2014/main" id="{0AE9EED2-7F96-EECE-B96E-DBF155A67C40}"/>
              </a:ext>
            </a:extLst>
          </p:cNvPr>
          <p:cNvCxnSpPr>
            <a:cxnSpLocks/>
          </p:cNvCxnSpPr>
          <p:nvPr/>
        </p:nvCxnSpPr>
        <p:spPr>
          <a:xfrm>
            <a:off x="3859965" y="3530413"/>
            <a:ext cx="1900539" cy="0"/>
          </a:xfrm>
          <a:prstGeom prst="line">
            <a:avLst/>
          </a:prstGeom>
          <a:ln w="12700">
            <a:solidFill>
              <a:srgbClr val="A98AEB"/>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319AFED-BFD9-0A38-0233-699BA6463B43}"/>
              </a:ext>
            </a:extLst>
          </p:cNvPr>
          <p:cNvSpPr txBox="1"/>
          <p:nvPr/>
        </p:nvSpPr>
        <p:spPr>
          <a:xfrm>
            <a:off x="4576822" y="3278826"/>
            <a:ext cx="1242000" cy="246221"/>
          </a:xfrm>
          <a:prstGeom prst="rect">
            <a:avLst/>
          </a:prstGeom>
          <a:noFill/>
        </p:spPr>
        <p:txBody>
          <a:bodyPr wrap="square" rtlCol="0">
            <a:spAutoFit/>
          </a:bodyPr>
          <a:lstStyle/>
          <a:p>
            <a:pPr algn="r" defTabSz="685783">
              <a:defRPr/>
            </a:pPr>
            <a:r>
              <a:rPr lang="en-US" sz="1000" b="1">
                <a:solidFill>
                  <a:schemeClr val="bg1"/>
                </a:solidFill>
                <a:latin typeface="Calibri" panose="020F0502020204030204"/>
              </a:rPr>
              <a:t>Financial Services</a:t>
            </a:r>
          </a:p>
        </p:txBody>
      </p:sp>
      <p:sp>
        <p:nvSpPr>
          <p:cNvPr id="28" name="TextBox 27">
            <a:extLst>
              <a:ext uri="{FF2B5EF4-FFF2-40B4-BE49-F238E27FC236}">
                <a16:creationId xmlns:a16="http://schemas.microsoft.com/office/drawing/2014/main" id="{FC422D21-FACA-1D09-9048-C1C2D7405F94}"/>
              </a:ext>
            </a:extLst>
          </p:cNvPr>
          <p:cNvSpPr txBox="1"/>
          <p:nvPr/>
        </p:nvSpPr>
        <p:spPr>
          <a:xfrm>
            <a:off x="5266393" y="3567510"/>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latin typeface="Calibri" panose="020F0502020204030204"/>
              </a:rPr>
              <a:t>10.4%</a:t>
            </a:r>
          </a:p>
        </p:txBody>
      </p:sp>
      <p:sp>
        <p:nvSpPr>
          <p:cNvPr id="29" name="TextBox 28">
            <a:extLst>
              <a:ext uri="{FF2B5EF4-FFF2-40B4-BE49-F238E27FC236}">
                <a16:creationId xmlns:a16="http://schemas.microsoft.com/office/drawing/2014/main" id="{55FD6480-EED4-A735-BA0B-339C1A7F473C}"/>
              </a:ext>
            </a:extLst>
          </p:cNvPr>
          <p:cNvSpPr txBox="1"/>
          <p:nvPr/>
        </p:nvSpPr>
        <p:spPr>
          <a:xfrm>
            <a:off x="4765556" y="3574412"/>
            <a:ext cx="392791" cy="265613"/>
          </a:xfrm>
          <a:prstGeom prst="rect">
            <a:avLst/>
          </a:prstGeom>
          <a:noFill/>
        </p:spPr>
        <p:txBody>
          <a:bodyPr wrap="none" lIns="0" tIns="0" rIns="0" bIns="0" rtlCol="0">
            <a:noAutofit/>
          </a:bodyPr>
          <a:lstStyle/>
          <a:p>
            <a:pPr algn="r" defTabSz="685783">
              <a:defRPr/>
            </a:pPr>
            <a:r>
              <a:rPr lang="en-US" sz="1000" b="1">
                <a:solidFill>
                  <a:schemeClr val="bg1"/>
                </a:solidFill>
              </a:rPr>
              <a:t>$255M</a:t>
            </a:r>
          </a:p>
        </p:txBody>
      </p:sp>
      <p:sp>
        <p:nvSpPr>
          <p:cNvPr id="30" name="TextBox 29">
            <a:extLst>
              <a:ext uri="{FF2B5EF4-FFF2-40B4-BE49-F238E27FC236}">
                <a16:creationId xmlns:a16="http://schemas.microsoft.com/office/drawing/2014/main" id="{BA047925-DBA9-A650-BFB5-67D3059E8543}"/>
              </a:ext>
            </a:extLst>
          </p:cNvPr>
          <p:cNvSpPr txBox="1"/>
          <p:nvPr/>
        </p:nvSpPr>
        <p:spPr>
          <a:xfrm>
            <a:off x="4073455" y="4003199"/>
            <a:ext cx="1790778" cy="246221"/>
          </a:xfrm>
          <a:prstGeom prst="rect">
            <a:avLst/>
          </a:prstGeom>
          <a:noFill/>
        </p:spPr>
        <p:txBody>
          <a:bodyPr wrap="square" rtlCol="0">
            <a:spAutoFit/>
          </a:bodyPr>
          <a:lstStyle/>
          <a:p>
            <a:pPr algn="r" defTabSz="685783">
              <a:defRPr/>
            </a:pPr>
            <a:r>
              <a:rPr lang="en-US" sz="1000" b="1" kern="800">
                <a:solidFill>
                  <a:schemeClr val="bg1"/>
                </a:solidFill>
                <a:latin typeface="Calibri" panose="020F0502020204030204"/>
              </a:rPr>
              <a:t>Business Information &amp; Media</a:t>
            </a:r>
          </a:p>
        </p:txBody>
      </p:sp>
      <p:sp>
        <p:nvSpPr>
          <p:cNvPr id="31" name="TextBox 30">
            <a:extLst>
              <a:ext uri="{FF2B5EF4-FFF2-40B4-BE49-F238E27FC236}">
                <a16:creationId xmlns:a16="http://schemas.microsoft.com/office/drawing/2014/main" id="{2E27C15C-D3C3-19D6-8222-AB95FE034780}"/>
              </a:ext>
            </a:extLst>
          </p:cNvPr>
          <p:cNvSpPr txBox="1"/>
          <p:nvPr/>
        </p:nvSpPr>
        <p:spPr>
          <a:xfrm>
            <a:off x="5266393" y="4318163"/>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latin typeface="Calibri" panose="020F0502020204030204"/>
              </a:rPr>
              <a:t>20.8%</a:t>
            </a:r>
          </a:p>
        </p:txBody>
      </p:sp>
      <p:sp>
        <p:nvSpPr>
          <p:cNvPr id="32" name="TextBox 31">
            <a:extLst>
              <a:ext uri="{FF2B5EF4-FFF2-40B4-BE49-F238E27FC236}">
                <a16:creationId xmlns:a16="http://schemas.microsoft.com/office/drawing/2014/main" id="{AE35E612-3300-46A8-D9D7-2ED31FBC570B}"/>
              </a:ext>
            </a:extLst>
          </p:cNvPr>
          <p:cNvSpPr txBox="1"/>
          <p:nvPr/>
        </p:nvSpPr>
        <p:spPr>
          <a:xfrm>
            <a:off x="4794131" y="4319733"/>
            <a:ext cx="375103" cy="160813"/>
          </a:xfrm>
          <a:prstGeom prst="rect">
            <a:avLst/>
          </a:prstGeom>
          <a:noFill/>
        </p:spPr>
        <p:txBody>
          <a:bodyPr wrap="none" lIns="0" tIns="0" rIns="0" bIns="0" rtlCol="0">
            <a:spAutoFit/>
          </a:bodyPr>
          <a:lstStyle/>
          <a:p>
            <a:pPr>
              <a:lnSpc>
                <a:spcPct val="110000"/>
              </a:lnSpc>
              <a:spcBef>
                <a:spcPts val="600"/>
              </a:spcBef>
            </a:pPr>
            <a:r>
              <a:rPr lang="en-US" sz="1000" b="1" kern="800">
                <a:solidFill>
                  <a:schemeClr val="bg1"/>
                </a:solidFill>
              </a:rPr>
              <a:t>$209</a:t>
            </a:r>
            <a:r>
              <a:rPr lang="en-US" sz="1000" b="1" kern="800">
                <a:solidFill>
                  <a:schemeClr val="bg1"/>
                </a:solidFill>
                <a:latin typeface="Calibri" panose="020F0502020204030204"/>
              </a:rPr>
              <a:t>M</a:t>
            </a:r>
            <a:endParaRPr lang="en-US" sz="1000" b="1" kern="800">
              <a:solidFill>
                <a:schemeClr val="bg1"/>
              </a:solidFill>
            </a:endParaRPr>
          </a:p>
        </p:txBody>
      </p:sp>
      <p:cxnSp>
        <p:nvCxnSpPr>
          <p:cNvPr id="43" name="Straight Connector 42">
            <a:extLst>
              <a:ext uri="{FF2B5EF4-FFF2-40B4-BE49-F238E27FC236}">
                <a16:creationId xmlns:a16="http://schemas.microsoft.com/office/drawing/2014/main" id="{1B7006A2-A62A-35D7-A10D-4701F0240F9D}"/>
              </a:ext>
            </a:extLst>
          </p:cNvPr>
          <p:cNvCxnSpPr>
            <a:cxnSpLocks/>
          </p:cNvCxnSpPr>
          <p:nvPr/>
        </p:nvCxnSpPr>
        <p:spPr>
          <a:xfrm>
            <a:off x="3974265" y="4267397"/>
            <a:ext cx="1809961" cy="0"/>
          </a:xfrm>
          <a:prstGeom prst="line">
            <a:avLst/>
          </a:prstGeom>
          <a:ln w="12700">
            <a:solidFill>
              <a:srgbClr val="0047FF"/>
            </a:solidFill>
          </a:ln>
        </p:spPr>
        <p:style>
          <a:lnRef idx="1">
            <a:schemeClr val="accent3"/>
          </a:lnRef>
          <a:fillRef idx="0">
            <a:schemeClr val="accent3"/>
          </a:fillRef>
          <a:effectRef idx="0">
            <a:schemeClr val="accent3"/>
          </a:effectRef>
          <a:fontRef idx="minor">
            <a:schemeClr val="tx1"/>
          </a:fontRef>
        </p:style>
      </p:cxnSp>
      <p:grpSp>
        <p:nvGrpSpPr>
          <p:cNvPr id="35" name="Group 34">
            <a:extLst>
              <a:ext uri="{FF2B5EF4-FFF2-40B4-BE49-F238E27FC236}">
                <a16:creationId xmlns:a16="http://schemas.microsoft.com/office/drawing/2014/main" id="{8BD95153-743E-A911-0A69-DD45D116D2FA}"/>
              </a:ext>
            </a:extLst>
          </p:cNvPr>
          <p:cNvGrpSpPr/>
          <p:nvPr/>
        </p:nvGrpSpPr>
        <p:grpSpPr>
          <a:xfrm>
            <a:off x="648602" y="4848267"/>
            <a:ext cx="1907263" cy="109660"/>
            <a:chOff x="3684787" y="5810620"/>
            <a:chExt cx="1907263" cy="109660"/>
          </a:xfrm>
        </p:grpSpPr>
        <p:cxnSp>
          <p:nvCxnSpPr>
            <p:cNvPr id="41" name="Straight Connector 40">
              <a:extLst>
                <a:ext uri="{FF2B5EF4-FFF2-40B4-BE49-F238E27FC236}">
                  <a16:creationId xmlns:a16="http://schemas.microsoft.com/office/drawing/2014/main" id="{3E1B44F1-552F-BB5B-B167-E8E4CD7D1D61}"/>
                </a:ext>
              </a:extLst>
            </p:cNvPr>
            <p:cNvCxnSpPr>
              <a:cxnSpLocks/>
            </p:cNvCxnSpPr>
            <p:nvPr/>
          </p:nvCxnSpPr>
          <p:spPr>
            <a:xfrm>
              <a:off x="3684787" y="5920280"/>
              <a:ext cx="1907263" cy="0"/>
            </a:xfrm>
            <a:prstGeom prst="line">
              <a:avLst/>
            </a:prstGeom>
            <a:ln w="12700">
              <a:solidFill>
                <a:srgbClr val="428EF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DAA7DFB8-72E9-0B9C-C9CE-D8A0F4FFA816}"/>
                </a:ext>
              </a:extLst>
            </p:cNvPr>
            <p:cNvCxnSpPr>
              <a:cxnSpLocks/>
            </p:cNvCxnSpPr>
            <p:nvPr/>
          </p:nvCxnSpPr>
          <p:spPr>
            <a:xfrm flipV="1">
              <a:off x="5592050" y="5810620"/>
              <a:ext cx="0" cy="109660"/>
            </a:xfrm>
            <a:prstGeom prst="line">
              <a:avLst/>
            </a:prstGeom>
            <a:ln w="12700">
              <a:solidFill>
                <a:srgbClr val="428EFF"/>
              </a:solidFill>
            </a:ln>
          </p:spPr>
          <p:style>
            <a:lnRef idx="1">
              <a:schemeClr val="accent1"/>
            </a:lnRef>
            <a:fillRef idx="0">
              <a:schemeClr val="accent1"/>
            </a:fillRef>
            <a:effectRef idx="0">
              <a:schemeClr val="accent1"/>
            </a:effectRef>
            <a:fontRef idx="minor">
              <a:schemeClr val="tx1"/>
            </a:fontRef>
          </p:style>
        </p:cxnSp>
      </p:grpSp>
      <p:sp>
        <p:nvSpPr>
          <p:cNvPr id="36" name="TextBox 35">
            <a:extLst>
              <a:ext uri="{FF2B5EF4-FFF2-40B4-BE49-F238E27FC236}">
                <a16:creationId xmlns:a16="http://schemas.microsoft.com/office/drawing/2014/main" id="{E2831705-E765-262B-159C-FD168EF952E3}"/>
              </a:ext>
            </a:extLst>
          </p:cNvPr>
          <p:cNvSpPr txBox="1"/>
          <p:nvPr/>
        </p:nvSpPr>
        <p:spPr>
          <a:xfrm>
            <a:off x="575050" y="3278826"/>
            <a:ext cx="1665414" cy="246221"/>
          </a:xfrm>
          <a:prstGeom prst="rect">
            <a:avLst/>
          </a:prstGeom>
          <a:noFill/>
        </p:spPr>
        <p:txBody>
          <a:bodyPr wrap="square" rtlCol="0">
            <a:spAutoFit/>
          </a:bodyPr>
          <a:lstStyle/>
          <a:p>
            <a:pPr defTabSz="685783">
              <a:defRPr/>
            </a:pPr>
            <a:r>
              <a:rPr lang="en-US" sz="1000" b="1">
                <a:solidFill>
                  <a:schemeClr val="bg1"/>
                </a:solidFill>
              </a:rPr>
              <a:t>Travel &amp; Consumer</a:t>
            </a:r>
          </a:p>
        </p:txBody>
      </p:sp>
      <p:cxnSp>
        <p:nvCxnSpPr>
          <p:cNvPr id="37" name="Straight Connector 36">
            <a:extLst>
              <a:ext uri="{FF2B5EF4-FFF2-40B4-BE49-F238E27FC236}">
                <a16:creationId xmlns:a16="http://schemas.microsoft.com/office/drawing/2014/main" id="{BDEB7BEB-4DD5-25A0-52E6-D3EDBAB34879}"/>
              </a:ext>
            </a:extLst>
          </p:cNvPr>
          <p:cNvCxnSpPr>
            <a:cxnSpLocks/>
          </p:cNvCxnSpPr>
          <p:nvPr/>
        </p:nvCxnSpPr>
        <p:spPr>
          <a:xfrm>
            <a:off x="658191" y="3532918"/>
            <a:ext cx="1651376"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3C9766B-0C04-0F6E-897E-D758DD11E8E7}"/>
              </a:ext>
            </a:extLst>
          </p:cNvPr>
          <p:cNvSpPr txBox="1"/>
          <p:nvPr/>
        </p:nvSpPr>
        <p:spPr>
          <a:xfrm>
            <a:off x="1218886" y="3567660"/>
            <a:ext cx="323807" cy="160813"/>
          </a:xfrm>
          <a:prstGeom prst="rect">
            <a:avLst/>
          </a:prstGeom>
          <a:noFill/>
        </p:spPr>
        <p:txBody>
          <a:bodyPr wrap="none" lIns="0" tIns="0" rIns="0" bIns="0" rtlCol="0" anchor="t">
            <a:spAutoFit/>
          </a:bodyPr>
          <a:lstStyle/>
          <a:p>
            <a:pPr>
              <a:lnSpc>
                <a:spcPct val="110000"/>
              </a:lnSpc>
              <a:spcBef>
                <a:spcPts val="600"/>
              </a:spcBef>
            </a:pPr>
            <a:r>
              <a:rPr lang="en-US" sz="1000" b="1">
                <a:solidFill>
                  <a:schemeClr val="bg1"/>
                </a:solidFill>
                <a:ea typeface="Human Sans" charset="0"/>
                <a:cs typeface="Human Sans" charset="0"/>
              </a:rPr>
              <a:t>41.9%</a:t>
            </a:r>
          </a:p>
        </p:txBody>
      </p:sp>
      <p:sp>
        <p:nvSpPr>
          <p:cNvPr id="39" name="Rectangle 38">
            <a:extLst>
              <a:ext uri="{FF2B5EF4-FFF2-40B4-BE49-F238E27FC236}">
                <a16:creationId xmlns:a16="http://schemas.microsoft.com/office/drawing/2014/main" id="{562BFB87-315D-825C-B3EB-E069F3887843}"/>
              </a:ext>
            </a:extLst>
          </p:cNvPr>
          <p:cNvSpPr/>
          <p:nvPr/>
        </p:nvSpPr>
        <p:spPr>
          <a:xfrm>
            <a:off x="587055" y="3527120"/>
            <a:ext cx="559769" cy="246221"/>
          </a:xfrm>
          <a:prstGeom prst="rect">
            <a:avLst/>
          </a:prstGeom>
        </p:spPr>
        <p:txBody>
          <a:bodyPr wrap="none">
            <a:spAutoFit/>
          </a:bodyPr>
          <a:lstStyle/>
          <a:p>
            <a:pPr algn="r" defTabSz="685783">
              <a:defRPr/>
            </a:pPr>
            <a:r>
              <a:rPr lang="en-US" sz="1000" b="1">
                <a:solidFill>
                  <a:schemeClr val="bg1"/>
                </a:solidFill>
              </a:rPr>
              <a:t>$280M</a:t>
            </a:r>
          </a:p>
        </p:txBody>
      </p:sp>
      <p:sp>
        <p:nvSpPr>
          <p:cNvPr id="77" name="TextBox 76">
            <a:extLst>
              <a:ext uri="{FF2B5EF4-FFF2-40B4-BE49-F238E27FC236}">
                <a16:creationId xmlns:a16="http://schemas.microsoft.com/office/drawing/2014/main" id="{2D7F5E01-82BD-FEA9-4784-A2BE57D5022F}"/>
              </a:ext>
            </a:extLst>
          </p:cNvPr>
          <p:cNvSpPr txBox="1"/>
          <p:nvPr/>
        </p:nvSpPr>
        <p:spPr>
          <a:xfrm>
            <a:off x="10335114" y="4936789"/>
            <a:ext cx="1058084" cy="264688"/>
          </a:xfrm>
          <a:prstGeom prst="rect">
            <a:avLst/>
          </a:prstGeom>
          <a:noFill/>
        </p:spPr>
        <p:txBody>
          <a:bodyPr wrap="square" rtlCol="0">
            <a:spAutoFit/>
          </a:bodyPr>
          <a:lstStyle/>
          <a:p>
            <a:pPr algn="r" defTabSz="685783">
              <a:lnSpc>
                <a:spcPct val="120000"/>
              </a:lnSpc>
              <a:defRPr/>
            </a:pPr>
            <a:r>
              <a:rPr lang="en-US" sz="1000" b="1">
                <a:solidFill>
                  <a:schemeClr val="bg1"/>
                </a:solidFill>
                <a:latin typeface="Calibri" panose="020F0502020204030204"/>
              </a:rPr>
              <a:t>CEE*</a:t>
            </a:r>
          </a:p>
        </p:txBody>
      </p:sp>
      <p:sp>
        <p:nvSpPr>
          <p:cNvPr id="78" name="TextBox 77">
            <a:extLst>
              <a:ext uri="{FF2B5EF4-FFF2-40B4-BE49-F238E27FC236}">
                <a16:creationId xmlns:a16="http://schemas.microsoft.com/office/drawing/2014/main" id="{A0C792C5-3D37-779E-C543-2AE6E1C326E6}"/>
              </a:ext>
            </a:extLst>
          </p:cNvPr>
          <p:cNvSpPr txBox="1"/>
          <p:nvPr/>
        </p:nvSpPr>
        <p:spPr>
          <a:xfrm>
            <a:off x="10373625" y="4382876"/>
            <a:ext cx="1042844" cy="680186"/>
          </a:xfrm>
          <a:prstGeom prst="rect">
            <a:avLst/>
          </a:prstGeom>
          <a:noFill/>
        </p:spPr>
        <p:txBody>
          <a:bodyPr wrap="square" lIns="0" rIns="0" bIns="457200" rtlCol="0">
            <a:spAutoFit/>
          </a:bodyPr>
          <a:lstStyle/>
          <a:p>
            <a:pPr algn="r" defTabSz="685783">
              <a:lnSpc>
                <a:spcPct val="120000"/>
              </a:lnSpc>
              <a:defRPr/>
            </a:pPr>
            <a:r>
              <a:rPr lang="en-US" sz="1000" b="1" kern="800" spc="50">
                <a:solidFill>
                  <a:schemeClr val="bg1"/>
                </a:solidFill>
                <a:cs typeface="Arial Black"/>
              </a:rPr>
              <a:t>APAC</a:t>
            </a:r>
          </a:p>
        </p:txBody>
      </p:sp>
      <p:sp>
        <p:nvSpPr>
          <p:cNvPr id="79" name="TextBox 78">
            <a:extLst>
              <a:ext uri="{FF2B5EF4-FFF2-40B4-BE49-F238E27FC236}">
                <a16:creationId xmlns:a16="http://schemas.microsoft.com/office/drawing/2014/main" id="{38F5E797-3A0B-1BA4-E84F-4737FF1EC398}"/>
              </a:ext>
            </a:extLst>
          </p:cNvPr>
          <p:cNvSpPr txBox="1"/>
          <p:nvPr/>
        </p:nvSpPr>
        <p:spPr>
          <a:xfrm>
            <a:off x="10439530" y="3351915"/>
            <a:ext cx="980445" cy="264688"/>
          </a:xfrm>
          <a:prstGeom prst="rect">
            <a:avLst/>
          </a:prstGeom>
          <a:noFill/>
        </p:spPr>
        <p:txBody>
          <a:bodyPr wrap="square" rtlCol="0">
            <a:spAutoFit/>
          </a:bodyPr>
          <a:lstStyle/>
          <a:p>
            <a:pPr algn="r" defTabSz="685783">
              <a:lnSpc>
                <a:spcPct val="120000"/>
              </a:lnSpc>
              <a:defRPr/>
            </a:pPr>
            <a:r>
              <a:rPr lang="en-US" sz="1000" b="1">
                <a:solidFill>
                  <a:schemeClr val="bg1"/>
                </a:solidFill>
                <a:latin typeface="Calibri" panose="020F0502020204030204"/>
              </a:rPr>
              <a:t>EMEA</a:t>
            </a:r>
          </a:p>
        </p:txBody>
      </p:sp>
      <p:sp>
        <p:nvSpPr>
          <p:cNvPr id="80" name="TextBox 79">
            <a:extLst>
              <a:ext uri="{FF2B5EF4-FFF2-40B4-BE49-F238E27FC236}">
                <a16:creationId xmlns:a16="http://schemas.microsoft.com/office/drawing/2014/main" id="{8145CCD8-64E8-72C2-F85C-82C20569F0C0}"/>
              </a:ext>
            </a:extLst>
          </p:cNvPr>
          <p:cNvSpPr txBox="1"/>
          <p:nvPr/>
        </p:nvSpPr>
        <p:spPr>
          <a:xfrm>
            <a:off x="6879742" y="4016116"/>
            <a:ext cx="1058085" cy="264688"/>
          </a:xfrm>
          <a:prstGeom prst="rect">
            <a:avLst/>
          </a:prstGeom>
          <a:noFill/>
        </p:spPr>
        <p:txBody>
          <a:bodyPr wrap="square" rtlCol="0">
            <a:spAutoFit/>
          </a:bodyPr>
          <a:lstStyle/>
          <a:p>
            <a:pPr defTabSz="685783">
              <a:lnSpc>
                <a:spcPct val="120000"/>
              </a:lnSpc>
              <a:defRPr/>
            </a:pPr>
            <a:r>
              <a:rPr lang="en-US" sz="1000" b="1">
                <a:solidFill>
                  <a:schemeClr val="bg1"/>
                </a:solidFill>
              </a:rPr>
              <a:t>AMERICAS</a:t>
            </a:r>
          </a:p>
        </p:txBody>
      </p:sp>
      <p:graphicFrame>
        <p:nvGraphicFramePr>
          <p:cNvPr id="81" name="Chart 80">
            <a:extLst>
              <a:ext uri="{FF2B5EF4-FFF2-40B4-BE49-F238E27FC236}">
                <a16:creationId xmlns:a16="http://schemas.microsoft.com/office/drawing/2014/main" id="{B0A70B4D-0ED8-3A96-2511-3FE5BB1147C1}"/>
              </a:ext>
            </a:extLst>
          </p:cNvPr>
          <p:cNvGraphicFramePr/>
          <p:nvPr>
            <p:extLst>
              <p:ext uri="{D42A27DB-BD31-4B8C-83A1-F6EECF244321}">
                <p14:modId xmlns:p14="http://schemas.microsoft.com/office/powerpoint/2010/main" val="1729658304"/>
              </p:ext>
            </p:extLst>
          </p:nvPr>
        </p:nvGraphicFramePr>
        <p:xfrm>
          <a:off x="8147788" y="3155056"/>
          <a:ext cx="1939796" cy="1938528"/>
        </p:xfrm>
        <a:graphic>
          <a:graphicData uri="http://schemas.openxmlformats.org/drawingml/2006/chart">
            <c:chart xmlns:c="http://schemas.openxmlformats.org/drawingml/2006/chart" xmlns:r="http://schemas.openxmlformats.org/officeDocument/2006/relationships" r:id="rId3"/>
          </a:graphicData>
        </a:graphic>
      </p:graphicFrame>
      <p:cxnSp>
        <p:nvCxnSpPr>
          <p:cNvPr id="82" name="Straight Connector 81">
            <a:extLst>
              <a:ext uri="{FF2B5EF4-FFF2-40B4-BE49-F238E27FC236}">
                <a16:creationId xmlns:a16="http://schemas.microsoft.com/office/drawing/2014/main" id="{833A448C-37D2-A29D-EFE6-42E7B1A1486F}"/>
              </a:ext>
            </a:extLst>
          </p:cNvPr>
          <p:cNvCxnSpPr>
            <a:cxnSpLocks/>
          </p:cNvCxnSpPr>
          <p:nvPr/>
        </p:nvCxnSpPr>
        <p:spPr>
          <a:xfrm>
            <a:off x="9932432" y="4649626"/>
            <a:ext cx="1419937" cy="0"/>
          </a:xfrm>
          <a:prstGeom prst="line">
            <a:avLst/>
          </a:prstGeom>
          <a:ln w="12700">
            <a:solidFill>
              <a:srgbClr val="FF4B9B"/>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16C2B05-E7FB-8573-6B91-F47470B9D737}"/>
              </a:ext>
            </a:extLst>
          </p:cNvPr>
          <p:cNvCxnSpPr>
            <a:cxnSpLocks/>
          </p:cNvCxnSpPr>
          <p:nvPr/>
        </p:nvCxnSpPr>
        <p:spPr>
          <a:xfrm>
            <a:off x="9975746" y="3621705"/>
            <a:ext cx="1376623" cy="0"/>
          </a:xfrm>
          <a:prstGeom prst="line">
            <a:avLst/>
          </a:prstGeom>
          <a:ln w="12700">
            <a:solidFill>
              <a:srgbClr val="F6969C"/>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2A6C9F5-C3EC-153C-C5AA-D5C511957C90}"/>
              </a:ext>
            </a:extLst>
          </p:cNvPr>
          <p:cNvCxnSpPr>
            <a:cxnSpLocks/>
          </p:cNvCxnSpPr>
          <p:nvPr/>
        </p:nvCxnSpPr>
        <p:spPr>
          <a:xfrm>
            <a:off x="6962094" y="4282837"/>
            <a:ext cx="1235652" cy="0"/>
          </a:xfrm>
          <a:prstGeom prst="line">
            <a:avLst/>
          </a:prstGeom>
          <a:ln w="12700">
            <a:solidFill>
              <a:srgbClr val="FF4D40"/>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35E1C947-5DB3-D670-2002-E1E01DAC1726}"/>
              </a:ext>
            </a:extLst>
          </p:cNvPr>
          <p:cNvSpPr txBox="1"/>
          <p:nvPr/>
        </p:nvSpPr>
        <p:spPr>
          <a:xfrm>
            <a:off x="10317053" y="5216546"/>
            <a:ext cx="531746" cy="264688"/>
          </a:xfrm>
          <a:prstGeom prst="rect">
            <a:avLst/>
          </a:prstGeom>
          <a:noFill/>
        </p:spPr>
        <p:txBody>
          <a:bodyPr wrap="square" rtlCol="0">
            <a:spAutoFit/>
          </a:bodyPr>
          <a:lstStyle/>
          <a:p>
            <a:pPr defTabSz="685783">
              <a:lnSpc>
                <a:spcPct val="120000"/>
              </a:lnSpc>
              <a:defRPr/>
            </a:pPr>
            <a:r>
              <a:rPr lang="en-US" sz="1000" b="1">
                <a:solidFill>
                  <a:schemeClr val="bg1"/>
                </a:solidFill>
                <a:latin typeface="Calibri" panose="020F0502020204030204"/>
              </a:rPr>
              <a:t>$10M</a:t>
            </a:r>
          </a:p>
        </p:txBody>
      </p:sp>
      <p:sp>
        <p:nvSpPr>
          <p:cNvPr id="64" name="TextBox 63">
            <a:extLst>
              <a:ext uri="{FF2B5EF4-FFF2-40B4-BE49-F238E27FC236}">
                <a16:creationId xmlns:a16="http://schemas.microsoft.com/office/drawing/2014/main" id="{D2B369A5-A68D-23BE-BE99-0261A89D6F2C}"/>
              </a:ext>
            </a:extLst>
          </p:cNvPr>
          <p:cNvSpPr txBox="1"/>
          <p:nvPr/>
        </p:nvSpPr>
        <p:spPr>
          <a:xfrm>
            <a:off x="10866167" y="4691617"/>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rPr>
              <a:t>10.5%</a:t>
            </a:r>
          </a:p>
        </p:txBody>
      </p:sp>
      <p:grpSp>
        <p:nvGrpSpPr>
          <p:cNvPr id="74" name="Group 73">
            <a:extLst>
              <a:ext uri="{FF2B5EF4-FFF2-40B4-BE49-F238E27FC236}">
                <a16:creationId xmlns:a16="http://schemas.microsoft.com/office/drawing/2014/main" id="{F86F98CD-0C92-D913-EB4F-993324D153A7}"/>
              </a:ext>
            </a:extLst>
          </p:cNvPr>
          <p:cNvGrpSpPr/>
          <p:nvPr/>
        </p:nvGrpSpPr>
        <p:grpSpPr>
          <a:xfrm>
            <a:off x="9677817" y="4906466"/>
            <a:ext cx="1674552" cy="312844"/>
            <a:chOff x="9677817" y="4833314"/>
            <a:chExt cx="1674552" cy="312844"/>
          </a:xfrm>
        </p:grpSpPr>
        <p:cxnSp>
          <p:nvCxnSpPr>
            <p:cNvPr id="83" name="Straight Connector 82">
              <a:extLst>
                <a:ext uri="{FF2B5EF4-FFF2-40B4-BE49-F238E27FC236}">
                  <a16:creationId xmlns:a16="http://schemas.microsoft.com/office/drawing/2014/main" id="{8FD0A8ED-B3B9-0417-C334-3C8A1878B6A9}"/>
                </a:ext>
              </a:extLst>
            </p:cNvPr>
            <p:cNvCxnSpPr>
              <a:cxnSpLocks/>
            </p:cNvCxnSpPr>
            <p:nvPr/>
          </p:nvCxnSpPr>
          <p:spPr>
            <a:xfrm flipV="1">
              <a:off x="9677817" y="5130026"/>
              <a:ext cx="1674552" cy="13849"/>
            </a:xfrm>
            <a:prstGeom prst="line">
              <a:avLst/>
            </a:prstGeom>
            <a:ln w="12700">
              <a:solidFill>
                <a:srgbClr val="FF770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DF97960-75B9-0E01-531D-C177F18E869C}"/>
                </a:ext>
              </a:extLst>
            </p:cNvPr>
            <p:cNvCxnSpPr>
              <a:cxnSpLocks/>
            </p:cNvCxnSpPr>
            <p:nvPr/>
          </p:nvCxnSpPr>
          <p:spPr>
            <a:xfrm flipV="1">
              <a:off x="9677817" y="4833314"/>
              <a:ext cx="0" cy="312844"/>
            </a:xfrm>
            <a:prstGeom prst="line">
              <a:avLst/>
            </a:prstGeom>
            <a:ln w="12700">
              <a:solidFill>
                <a:srgbClr val="FF7701"/>
              </a:solidFill>
            </a:ln>
          </p:spPr>
          <p:style>
            <a:lnRef idx="1">
              <a:schemeClr val="accent1"/>
            </a:lnRef>
            <a:fillRef idx="0">
              <a:schemeClr val="accent1"/>
            </a:fillRef>
            <a:effectRef idx="0">
              <a:schemeClr val="accent1"/>
            </a:effectRef>
            <a:fontRef idx="minor">
              <a:schemeClr val="tx1"/>
            </a:fontRef>
          </p:style>
        </p:cxnSp>
      </p:grpSp>
      <p:sp>
        <p:nvSpPr>
          <p:cNvPr id="66" name="TextBox 65">
            <a:extLst>
              <a:ext uri="{FF2B5EF4-FFF2-40B4-BE49-F238E27FC236}">
                <a16:creationId xmlns:a16="http://schemas.microsoft.com/office/drawing/2014/main" id="{2A71D016-308D-E916-B67A-BFC822761EE5}"/>
              </a:ext>
            </a:extLst>
          </p:cNvPr>
          <p:cNvSpPr txBox="1"/>
          <p:nvPr/>
        </p:nvSpPr>
        <p:spPr>
          <a:xfrm>
            <a:off x="10870617" y="3652369"/>
            <a:ext cx="323807" cy="160813"/>
          </a:xfrm>
          <a:prstGeom prst="rect">
            <a:avLst/>
          </a:prstGeom>
          <a:noFill/>
        </p:spPr>
        <p:txBody>
          <a:bodyPr wrap="none" lIns="0" tIns="0" rIns="0" bIns="0" rtlCol="0">
            <a:spAutoFit/>
          </a:bodyPr>
          <a:lstStyle/>
          <a:p>
            <a:pPr>
              <a:lnSpc>
                <a:spcPct val="110000"/>
              </a:lnSpc>
              <a:spcBef>
                <a:spcPts val="600"/>
              </a:spcBef>
            </a:pPr>
            <a:r>
              <a:rPr lang="en-US" sz="1000" b="1">
                <a:solidFill>
                  <a:schemeClr val="bg1"/>
                </a:solidFill>
                <a:latin typeface="Calibri" panose="020F0502020204030204"/>
              </a:rPr>
              <a:t>35.3%</a:t>
            </a:r>
          </a:p>
        </p:txBody>
      </p:sp>
      <p:sp>
        <p:nvSpPr>
          <p:cNvPr id="67" name="TextBox 66">
            <a:extLst>
              <a:ext uri="{FF2B5EF4-FFF2-40B4-BE49-F238E27FC236}">
                <a16:creationId xmlns:a16="http://schemas.microsoft.com/office/drawing/2014/main" id="{18872CF2-6678-7C18-93F4-B89EDA4642B8}"/>
              </a:ext>
            </a:extLst>
          </p:cNvPr>
          <p:cNvSpPr txBox="1"/>
          <p:nvPr/>
        </p:nvSpPr>
        <p:spPr>
          <a:xfrm>
            <a:off x="7458832" y="4344366"/>
            <a:ext cx="249327" cy="270811"/>
          </a:xfrm>
          <a:prstGeom prst="rect">
            <a:avLst/>
          </a:prstGeom>
          <a:noFill/>
        </p:spPr>
        <p:txBody>
          <a:bodyPr wrap="none" lIns="0" tIns="0" rIns="0" bIns="0" rtlCol="0" anchor="t">
            <a:noAutofit/>
          </a:bodyPr>
          <a:lstStyle/>
          <a:p>
            <a:pPr>
              <a:lnSpc>
                <a:spcPct val="110000"/>
              </a:lnSpc>
              <a:spcBef>
                <a:spcPts val="600"/>
              </a:spcBef>
            </a:pPr>
            <a:r>
              <a:rPr lang="en-US" sz="1000" b="1">
                <a:solidFill>
                  <a:schemeClr val="bg1"/>
                </a:solidFill>
                <a:ea typeface="Human Sans" charset="0"/>
                <a:cs typeface="Human Sans" charset="0"/>
              </a:rPr>
              <a:t>26.3%</a:t>
            </a:r>
          </a:p>
        </p:txBody>
      </p:sp>
      <p:sp>
        <p:nvSpPr>
          <p:cNvPr id="68" name="TextBox 67">
            <a:extLst>
              <a:ext uri="{FF2B5EF4-FFF2-40B4-BE49-F238E27FC236}">
                <a16:creationId xmlns:a16="http://schemas.microsoft.com/office/drawing/2014/main" id="{7B479D44-6C59-3155-2218-255BAC3C0E22}"/>
              </a:ext>
            </a:extLst>
          </p:cNvPr>
          <p:cNvSpPr txBox="1"/>
          <p:nvPr/>
        </p:nvSpPr>
        <p:spPr>
          <a:xfrm>
            <a:off x="10836814" y="5274385"/>
            <a:ext cx="362279" cy="160813"/>
          </a:xfrm>
          <a:prstGeom prst="rect">
            <a:avLst/>
          </a:prstGeom>
          <a:noFill/>
        </p:spPr>
        <p:txBody>
          <a:bodyPr wrap="none" lIns="0" tIns="0" rIns="0" bIns="0" rtlCol="0" anchor="t">
            <a:spAutoFit/>
          </a:bodyPr>
          <a:lstStyle/>
          <a:p>
            <a:pPr>
              <a:lnSpc>
                <a:spcPct val="110000"/>
              </a:lnSpc>
              <a:spcBef>
                <a:spcPts val="600"/>
              </a:spcBef>
            </a:pPr>
            <a:r>
              <a:rPr lang="en-US" sz="1000" b="1">
                <a:solidFill>
                  <a:schemeClr val="bg1"/>
                </a:solidFill>
                <a:latin typeface="Calibri" panose="020F0502020204030204"/>
              </a:rPr>
              <a:t>-77.2%</a:t>
            </a:r>
          </a:p>
        </p:txBody>
      </p:sp>
      <p:sp>
        <p:nvSpPr>
          <p:cNvPr id="71" name="Rectangle 70">
            <a:extLst>
              <a:ext uri="{FF2B5EF4-FFF2-40B4-BE49-F238E27FC236}">
                <a16:creationId xmlns:a16="http://schemas.microsoft.com/office/drawing/2014/main" id="{2FF4C16F-550F-B622-56B7-A15A679D509F}"/>
              </a:ext>
            </a:extLst>
          </p:cNvPr>
          <p:cNvSpPr/>
          <p:nvPr/>
        </p:nvSpPr>
        <p:spPr>
          <a:xfrm>
            <a:off x="6865503" y="4307077"/>
            <a:ext cx="779235" cy="246221"/>
          </a:xfrm>
          <a:prstGeom prst="rect">
            <a:avLst/>
          </a:prstGeom>
        </p:spPr>
        <p:txBody>
          <a:bodyPr wrap="square">
            <a:spAutoFit/>
          </a:bodyPr>
          <a:lstStyle/>
          <a:p>
            <a:r>
              <a:rPr lang="en-US" sz="1000" b="1">
                <a:solidFill>
                  <a:schemeClr val="bg1"/>
                </a:solidFill>
              </a:rPr>
              <a:t>$747M</a:t>
            </a:r>
            <a:endParaRPr lang="en-US" sz="1000">
              <a:solidFill>
                <a:schemeClr val="bg1"/>
              </a:solidFill>
            </a:endParaRPr>
          </a:p>
        </p:txBody>
      </p:sp>
      <p:sp>
        <p:nvSpPr>
          <p:cNvPr id="72" name="Rectangle 71">
            <a:extLst>
              <a:ext uri="{FF2B5EF4-FFF2-40B4-BE49-F238E27FC236}">
                <a16:creationId xmlns:a16="http://schemas.microsoft.com/office/drawing/2014/main" id="{B57B989D-04F8-4375-38F0-B3BDA06543D8}"/>
              </a:ext>
            </a:extLst>
          </p:cNvPr>
          <p:cNvSpPr/>
          <p:nvPr/>
        </p:nvSpPr>
        <p:spPr>
          <a:xfrm>
            <a:off x="10289027" y="3613723"/>
            <a:ext cx="559769" cy="246221"/>
          </a:xfrm>
          <a:prstGeom prst="rect">
            <a:avLst/>
          </a:prstGeom>
        </p:spPr>
        <p:txBody>
          <a:bodyPr wrap="none">
            <a:spAutoFit/>
          </a:bodyPr>
          <a:lstStyle/>
          <a:p>
            <a:r>
              <a:rPr lang="en-US" sz="1000" b="1">
                <a:solidFill>
                  <a:schemeClr val="bg1"/>
                </a:solidFill>
              </a:rPr>
              <a:t>$438M</a:t>
            </a:r>
            <a:endParaRPr lang="en-US" sz="1000">
              <a:solidFill>
                <a:schemeClr val="bg1"/>
              </a:solidFill>
            </a:endParaRPr>
          </a:p>
        </p:txBody>
      </p:sp>
      <p:sp>
        <p:nvSpPr>
          <p:cNvPr id="73" name="Rectangle 72">
            <a:extLst>
              <a:ext uri="{FF2B5EF4-FFF2-40B4-BE49-F238E27FC236}">
                <a16:creationId xmlns:a16="http://schemas.microsoft.com/office/drawing/2014/main" id="{E980167B-042C-F06B-2591-DC735D1DD42C}"/>
              </a:ext>
            </a:extLst>
          </p:cNvPr>
          <p:cNvSpPr/>
          <p:nvPr/>
        </p:nvSpPr>
        <p:spPr>
          <a:xfrm>
            <a:off x="10329102" y="4648688"/>
            <a:ext cx="519694" cy="246221"/>
          </a:xfrm>
          <a:prstGeom prst="rect">
            <a:avLst/>
          </a:prstGeom>
        </p:spPr>
        <p:txBody>
          <a:bodyPr wrap="none">
            <a:spAutoFit/>
          </a:bodyPr>
          <a:lstStyle/>
          <a:p>
            <a:r>
              <a:rPr lang="en-US" sz="1000" b="1" kern="800" spc="50">
                <a:solidFill>
                  <a:schemeClr val="bg1"/>
                </a:solidFill>
                <a:cs typeface="Arial Black"/>
              </a:rPr>
              <a:t>$32M</a:t>
            </a:r>
            <a:endParaRPr lang="en-US" sz="1000">
              <a:solidFill>
                <a:schemeClr val="bg1"/>
              </a:solidFill>
            </a:endParaRPr>
          </a:p>
        </p:txBody>
      </p:sp>
      <p:cxnSp>
        <p:nvCxnSpPr>
          <p:cNvPr id="5" name="Straight Arrow Connector 4">
            <a:extLst>
              <a:ext uri="{FF2B5EF4-FFF2-40B4-BE49-F238E27FC236}">
                <a16:creationId xmlns:a16="http://schemas.microsoft.com/office/drawing/2014/main" id="{AB64CF21-01A3-2CFA-1972-4C66D683A810}"/>
              </a:ext>
            </a:extLst>
          </p:cNvPr>
          <p:cNvCxnSpPr>
            <a:cxnSpLocks/>
          </p:cNvCxnSpPr>
          <p:nvPr/>
        </p:nvCxnSpPr>
        <p:spPr>
          <a:xfrm>
            <a:off x="1663460" y="3592023"/>
            <a:ext cx="0" cy="99958"/>
          </a:xfrm>
          <a:prstGeom prst="straightConnector1">
            <a:avLst/>
          </a:prstGeom>
          <a:ln w="12700" cap="rnd" cmpd="sng">
            <a:solidFill>
              <a:schemeClr val="accent5"/>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FB5249C-DD14-0FA1-C2FE-882CBBFCF39D}"/>
              </a:ext>
            </a:extLst>
          </p:cNvPr>
          <p:cNvCxnSpPr>
            <a:cxnSpLocks/>
          </p:cNvCxnSpPr>
          <p:nvPr/>
        </p:nvCxnSpPr>
        <p:spPr>
          <a:xfrm>
            <a:off x="1663460" y="4332526"/>
            <a:ext cx="0" cy="99958"/>
          </a:xfrm>
          <a:prstGeom prst="straightConnector1">
            <a:avLst/>
          </a:prstGeom>
          <a:ln w="12700" cap="rnd" cmpd="sng">
            <a:solidFill>
              <a:srgbClr val="9BA4F8"/>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D1436A1-4B28-727D-1A1D-C5B03C116EEC}"/>
              </a:ext>
            </a:extLst>
          </p:cNvPr>
          <p:cNvCxnSpPr>
            <a:cxnSpLocks/>
          </p:cNvCxnSpPr>
          <p:nvPr/>
        </p:nvCxnSpPr>
        <p:spPr>
          <a:xfrm>
            <a:off x="1663460" y="5029191"/>
            <a:ext cx="0" cy="99958"/>
          </a:xfrm>
          <a:prstGeom prst="straightConnector1">
            <a:avLst/>
          </a:prstGeom>
          <a:ln w="12700" cap="rnd" cmpd="sng">
            <a:solidFill>
              <a:srgbClr val="39C4FF"/>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1C2D860-44DA-FE86-F59C-E355F6FCE2A8}"/>
              </a:ext>
            </a:extLst>
          </p:cNvPr>
          <p:cNvCxnSpPr>
            <a:cxnSpLocks/>
          </p:cNvCxnSpPr>
          <p:nvPr/>
        </p:nvCxnSpPr>
        <p:spPr>
          <a:xfrm>
            <a:off x="5679056" y="5029191"/>
            <a:ext cx="0" cy="99958"/>
          </a:xfrm>
          <a:prstGeom prst="straightConnector1">
            <a:avLst/>
          </a:prstGeom>
          <a:ln w="12700" cap="rnd" cmpd="sng">
            <a:solidFill>
              <a:srgbClr val="89F0F0"/>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36202DF-30C4-03B1-A42C-8EE78B68E3B9}"/>
              </a:ext>
            </a:extLst>
          </p:cNvPr>
          <p:cNvCxnSpPr>
            <a:cxnSpLocks/>
          </p:cNvCxnSpPr>
          <p:nvPr/>
        </p:nvCxnSpPr>
        <p:spPr>
          <a:xfrm>
            <a:off x="5679056" y="4349779"/>
            <a:ext cx="0" cy="99958"/>
          </a:xfrm>
          <a:prstGeom prst="straightConnector1">
            <a:avLst/>
          </a:prstGeom>
          <a:ln w="12700" cap="rnd" cmpd="sng">
            <a:solidFill>
              <a:srgbClr val="0047FF"/>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D5224BB-78B7-7EAF-0EC7-23F2BC8E63FF}"/>
              </a:ext>
            </a:extLst>
          </p:cNvPr>
          <p:cNvCxnSpPr>
            <a:cxnSpLocks/>
          </p:cNvCxnSpPr>
          <p:nvPr/>
        </p:nvCxnSpPr>
        <p:spPr>
          <a:xfrm>
            <a:off x="5679056" y="3592023"/>
            <a:ext cx="0" cy="99958"/>
          </a:xfrm>
          <a:prstGeom prst="straightConnector1">
            <a:avLst/>
          </a:prstGeom>
          <a:ln w="12700" cap="rnd" cmpd="sng">
            <a:solidFill>
              <a:srgbClr val="A98AEB"/>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A0BD6773-58A2-EA81-5679-2CB1695EE6AF}"/>
              </a:ext>
            </a:extLst>
          </p:cNvPr>
          <p:cNvCxnSpPr>
            <a:cxnSpLocks/>
          </p:cNvCxnSpPr>
          <p:nvPr/>
        </p:nvCxnSpPr>
        <p:spPr>
          <a:xfrm>
            <a:off x="7908611" y="4370957"/>
            <a:ext cx="0" cy="99958"/>
          </a:xfrm>
          <a:prstGeom prst="straightConnector1">
            <a:avLst/>
          </a:prstGeom>
          <a:ln w="12700" cap="rnd" cmpd="sng">
            <a:solidFill>
              <a:srgbClr val="FF4D40"/>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61761DE7-0BC4-10C0-CA13-CCF986DA7991}"/>
              </a:ext>
            </a:extLst>
          </p:cNvPr>
          <p:cNvCxnSpPr>
            <a:cxnSpLocks/>
          </p:cNvCxnSpPr>
          <p:nvPr/>
        </p:nvCxnSpPr>
        <p:spPr>
          <a:xfrm>
            <a:off x="11301569" y="3675267"/>
            <a:ext cx="0" cy="99958"/>
          </a:xfrm>
          <a:prstGeom prst="straightConnector1">
            <a:avLst/>
          </a:prstGeom>
          <a:ln w="12700" cap="rnd" cmpd="sng">
            <a:solidFill>
              <a:srgbClr val="F6969C"/>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36DB783D-7E26-8C9F-ABE4-9357E9D665D5}"/>
              </a:ext>
            </a:extLst>
          </p:cNvPr>
          <p:cNvCxnSpPr>
            <a:cxnSpLocks/>
          </p:cNvCxnSpPr>
          <p:nvPr/>
        </p:nvCxnSpPr>
        <p:spPr>
          <a:xfrm>
            <a:off x="11301569" y="4710064"/>
            <a:ext cx="0" cy="99958"/>
          </a:xfrm>
          <a:prstGeom prst="straightConnector1">
            <a:avLst/>
          </a:prstGeom>
          <a:ln w="12700" cap="rnd" cmpd="sng">
            <a:solidFill>
              <a:srgbClr val="FF4799"/>
            </a:solidFill>
            <a:round/>
            <a:headEnd type="arrow" w="med" len="sm"/>
            <a:tailEnd type="non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9C26D5A4-1F33-921E-FF05-A5A2AC2279A1}"/>
              </a:ext>
            </a:extLst>
          </p:cNvPr>
          <p:cNvCxnSpPr>
            <a:cxnSpLocks/>
          </p:cNvCxnSpPr>
          <p:nvPr/>
        </p:nvCxnSpPr>
        <p:spPr>
          <a:xfrm flipV="1">
            <a:off x="11301569" y="5300927"/>
            <a:ext cx="0" cy="99958"/>
          </a:xfrm>
          <a:prstGeom prst="straightConnector1">
            <a:avLst/>
          </a:prstGeom>
          <a:ln w="12700" cap="rnd" cmpd="sng">
            <a:solidFill>
              <a:srgbClr val="FF7701"/>
            </a:solidFill>
            <a:round/>
            <a:headEnd type="arrow" w="med" len="sm"/>
            <a:tailEnd type="non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E26358A6-3ACE-8BE8-76CC-B14D71AAD988}"/>
              </a:ext>
            </a:extLst>
          </p:cNvPr>
          <p:cNvSpPr txBox="1"/>
          <p:nvPr/>
        </p:nvSpPr>
        <p:spPr>
          <a:xfrm>
            <a:off x="1233210" y="2373609"/>
            <a:ext cx="3670135" cy="553228"/>
          </a:xfrm>
          <a:prstGeom prst="rect">
            <a:avLst/>
          </a:prstGeom>
          <a:noFill/>
        </p:spPr>
        <p:txBody>
          <a:bodyPr wrap="square" rtlCol="0">
            <a:spAutoFit/>
          </a:bodyPr>
          <a:lstStyle/>
          <a:p>
            <a:pPr algn="ctr" defTabSz="914377">
              <a:lnSpc>
                <a:spcPct val="150000"/>
              </a:lnSpc>
              <a:defRPr/>
            </a:pPr>
            <a:r>
              <a:rPr lang="en-US" sz="1100" b="1" kern="800" spc="133">
                <a:solidFill>
                  <a:schemeClr val="bg1"/>
                </a:solidFill>
                <a:latin typeface="Calibri"/>
                <a:cs typeface="Arial Black"/>
              </a:rPr>
              <a:t>REVENUES BY INDUSTRY VERTICAL</a:t>
            </a:r>
          </a:p>
          <a:p>
            <a:pPr algn="ctr" defTabSz="914377">
              <a:lnSpc>
                <a:spcPct val="150000"/>
              </a:lnSpc>
              <a:defRPr/>
            </a:pPr>
            <a:r>
              <a:rPr lang="en-US" sz="1000" kern="800">
                <a:solidFill>
                  <a:schemeClr val="bg1"/>
                </a:solidFill>
                <a:latin typeface="Calibri"/>
                <a:cs typeface="Arial Black"/>
              </a:rPr>
              <a:t>(Reported $ &amp; YoY Growth)</a:t>
            </a:r>
          </a:p>
        </p:txBody>
      </p:sp>
      <p:sp>
        <p:nvSpPr>
          <p:cNvPr id="89" name="TextBox 88">
            <a:extLst>
              <a:ext uri="{FF2B5EF4-FFF2-40B4-BE49-F238E27FC236}">
                <a16:creationId xmlns:a16="http://schemas.microsoft.com/office/drawing/2014/main" id="{80DF3901-4318-0461-8DB5-31FEADCA600B}"/>
              </a:ext>
            </a:extLst>
          </p:cNvPr>
          <p:cNvSpPr txBox="1"/>
          <p:nvPr/>
        </p:nvSpPr>
        <p:spPr>
          <a:xfrm>
            <a:off x="7315200" y="2373609"/>
            <a:ext cx="3670135" cy="553228"/>
          </a:xfrm>
          <a:prstGeom prst="rect">
            <a:avLst/>
          </a:prstGeom>
          <a:noFill/>
        </p:spPr>
        <p:txBody>
          <a:bodyPr wrap="square" rtlCol="0">
            <a:spAutoFit/>
          </a:bodyPr>
          <a:lstStyle/>
          <a:p>
            <a:pPr algn="ctr" defTabSz="914377">
              <a:lnSpc>
                <a:spcPct val="150000"/>
              </a:lnSpc>
              <a:defRPr/>
            </a:pPr>
            <a:r>
              <a:rPr lang="en-US" sz="1100" b="1" kern="800" spc="133">
                <a:solidFill>
                  <a:schemeClr val="bg1"/>
                </a:solidFill>
                <a:latin typeface="Calibri"/>
                <a:cs typeface="Arial Black"/>
              </a:rPr>
              <a:t>REVENUES BY GEOGRAPHY</a:t>
            </a:r>
          </a:p>
          <a:p>
            <a:pPr algn="ctr" defTabSz="914377">
              <a:lnSpc>
                <a:spcPct val="150000"/>
              </a:lnSpc>
              <a:defRPr/>
            </a:pPr>
            <a:r>
              <a:rPr lang="en-US" sz="1000" kern="800">
                <a:solidFill>
                  <a:schemeClr val="bg1"/>
                </a:solidFill>
                <a:latin typeface="Calibri"/>
                <a:cs typeface="Arial Black"/>
              </a:rPr>
              <a:t>(Reported $ &amp; YoY Growth)</a:t>
            </a:r>
          </a:p>
        </p:txBody>
      </p:sp>
      <p:pic>
        <p:nvPicPr>
          <p:cNvPr id="2" name="Picture 6" descr="Databricks | NRI">
            <a:extLst>
              <a:ext uri="{FF2B5EF4-FFF2-40B4-BE49-F238E27FC236}">
                <a16:creationId xmlns:a16="http://schemas.microsoft.com/office/drawing/2014/main" id="{1C62639B-C99C-D6C2-F19F-14E22DFDD3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F37DD73F-1021-0EEC-621D-107729DF63CB}"/>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204099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54" name="Straight Arrow Connector 53">
            <a:extLst>
              <a:ext uri="{FF2B5EF4-FFF2-40B4-BE49-F238E27FC236}">
                <a16:creationId xmlns:a16="http://schemas.microsoft.com/office/drawing/2014/main" id="{22753D47-BDA8-658A-169C-F69A66544F51}"/>
              </a:ext>
            </a:extLst>
          </p:cNvPr>
          <p:cNvCxnSpPr/>
          <p:nvPr/>
        </p:nvCxnSpPr>
        <p:spPr>
          <a:xfrm>
            <a:off x="-365760" y="1072896"/>
            <a:ext cx="0" cy="316992"/>
          </a:xfrm>
          <a:prstGeom prst="straightConnector1">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B5251C9E-22B3-3BC7-9269-2BF02EA3012C}"/>
              </a:ext>
            </a:extLst>
          </p:cNvPr>
          <p:cNvSpPr txBox="1"/>
          <p:nvPr/>
        </p:nvSpPr>
        <p:spPr>
          <a:xfrm>
            <a:off x="1780497" y="2256646"/>
            <a:ext cx="3670135" cy="553228"/>
          </a:xfrm>
          <a:prstGeom prst="rect">
            <a:avLst/>
          </a:prstGeom>
          <a:noFill/>
        </p:spPr>
        <p:txBody>
          <a:bodyPr wrap="square" rtlCol="0">
            <a:spAutoFit/>
          </a:bodyPr>
          <a:lstStyle/>
          <a:p>
            <a:pPr algn="ctr" defTabSz="914377">
              <a:lnSpc>
                <a:spcPct val="150000"/>
              </a:lnSpc>
              <a:defRPr/>
            </a:pPr>
            <a:r>
              <a:rPr lang="en-US" sz="1100" b="1" kern="800" spc="133">
                <a:solidFill>
                  <a:schemeClr val="bg1"/>
                </a:solidFill>
                <a:latin typeface="Calibri"/>
                <a:cs typeface="Arial Black"/>
              </a:rPr>
              <a:t>REVENUES BY INDUSTRY VERTICAL</a:t>
            </a:r>
          </a:p>
          <a:p>
            <a:pPr algn="ctr" defTabSz="914377">
              <a:lnSpc>
                <a:spcPct val="150000"/>
              </a:lnSpc>
              <a:defRPr/>
            </a:pPr>
            <a:r>
              <a:rPr lang="en-US" sz="1000" kern="800">
                <a:solidFill>
                  <a:schemeClr val="bg1"/>
                </a:solidFill>
                <a:latin typeface="Calibri"/>
                <a:cs typeface="Arial Black"/>
              </a:rPr>
              <a:t>(Reported $ &amp; YoY Growth)</a:t>
            </a:r>
          </a:p>
        </p:txBody>
      </p:sp>
      <p:grpSp>
        <p:nvGrpSpPr>
          <p:cNvPr id="8" name="Group 7">
            <a:extLst>
              <a:ext uri="{FF2B5EF4-FFF2-40B4-BE49-F238E27FC236}">
                <a16:creationId xmlns:a16="http://schemas.microsoft.com/office/drawing/2014/main" id="{61BAAE02-7494-EE79-0BE1-28B9C4E1A75B}"/>
              </a:ext>
            </a:extLst>
          </p:cNvPr>
          <p:cNvGrpSpPr/>
          <p:nvPr/>
        </p:nvGrpSpPr>
        <p:grpSpPr>
          <a:xfrm>
            <a:off x="779495" y="3118874"/>
            <a:ext cx="5672138" cy="2954937"/>
            <a:chOff x="779495" y="3225204"/>
            <a:chExt cx="5672138" cy="2954937"/>
          </a:xfrm>
        </p:grpSpPr>
        <p:graphicFrame>
          <p:nvGraphicFramePr>
            <p:cNvPr id="47" name="Chart 46">
              <a:extLst>
                <a:ext uri="{FF2B5EF4-FFF2-40B4-BE49-F238E27FC236}">
                  <a16:creationId xmlns:a16="http://schemas.microsoft.com/office/drawing/2014/main" id="{F4C403E3-62AD-F8ED-A395-88AAD72C4016}"/>
                </a:ext>
              </a:extLst>
            </p:cNvPr>
            <p:cNvGraphicFramePr/>
            <p:nvPr/>
          </p:nvGraphicFramePr>
          <p:xfrm>
            <a:off x="779495" y="3240600"/>
            <a:ext cx="5672138" cy="2939541"/>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23A279F2-6E2F-7A66-1A0B-6F1E14E8AAE1}"/>
                </a:ext>
              </a:extLst>
            </p:cNvPr>
            <p:cNvSpPr/>
            <p:nvPr/>
          </p:nvSpPr>
          <p:spPr>
            <a:xfrm>
              <a:off x="1123028" y="3392954"/>
              <a:ext cx="542136" cy="346249"/>
            </a:xfrm>
            <a:prstGeom prst="rect">
              <a:avLst/>
            </a:prstGeom>
          </p:spPr>
          <p:txBody>
            <a:bodyPr wrap="square" tIns="91440" bIns="91440">
              <a:spAutoFit/>
            </a:bodyPr>
            <a:lstStyle/>
            <a:p>
              <a:pPr algn="ctr" defTabSz="685783">
                <a:defRPr/>
              </a:pPr>
              <a:r>
                <a:rPr lang="en-US" sz="1050" b="1">
                  <a:solidFill>
                    <a:schemeClr val="bg1"/>
                  </a:solidFill>
                </a:rPr>
                <a:t>20.8%</a:t>
              </a:r>
            </a:p>
          </p:txBody>
        </p:sp>
        <p:sp>
          <p:nvSpPr>
            <p:cNvPr id="89" name="Rectangle 88">
              <a:extLst>
                <a:ext uri="{FF2B5EF4-FFF2-40B4-BE49-F238E27FC236}">
                  <a16:creationId xmlns:a16="http://schemas.microsoft.com/office/drawing/2014/main" id="{76E49253-F52C-BA13-0BC4-0633E4CFAC7A}"/>
                </a:ext>
              </a:extLst>
            </p:cNvPr>
            <p:cNvSpPr/>
            <p:nvPr/>
          </p:nvSpPr>
          <p:spPr>
            <a:xfrm>
              <a:off x="2006005" y="3726707"/>
              <a:ext cx="542136" cy="346249"/>
            </a:xfrm>
            <a:prstGeom prst="rect">
              <a:avLst/>
            </a:prstGeom>
          </p:spPr>
          <p:txBody>
            <a:bodyPr wrap="square" tIns="91440" bIns="91440">
              <a:spAutoFit/>
            </a:bodyPr>
            <a:lstStyle/>
            <a:p>
              <a:pPr algn="ctr" defTabSz="685783">
                <a:defRPr/>
              </a:pPr>
              <a:r>
                <a:rPr lang="en-US" sz="1050" b="1">
                  <a:solidFill>
                    <a:schemeClr val="bg1"/>
                  </a:solidFill>
                </a:rPr>
                <a:t>17%</a:t>
              </a:r>
            </a:p>
          </p:txBody>
        </p:sp>
        <p:sp>
          <p:nvSpPr>
            <p:cNvPr id="90" name="Rectangle 89">
              <a:extLst>
                <a:ext uri="{FF2B5EF4-FFF2-40B4-BE49-F238E27FC236}">
                  <a16:creationId xmlns:a16="http://schemas.microsoft.com/office/drawing/2014/main" id="{303E64BD-12C4-B5BD-CEDD-16A22ADC1C00}"/>
                </a:ext>
              </a:extLst>
            </p:cNvPr>
            <p:cNvSpPr/>
            <p:nvPr/>
          </p:nvSpPr>
          <p:spPr>
            <a:xfrm>
              <a:off x="2895599" y="3747973"/>
              <a:ext cx="542136" cy="346249"/>
            </a:xfrm>
            <a:prstGeom prst="rect">
              <a:avLst/>
            </a:prstGeom>
          </p:spPr>
          <p:txBody>
            <a:bodyPr wrap="square" tIns="91440" bIns="91440">
              <a:spAutoFit/>
            </a:bodyPr>
            <a:lstStyle/>
            <a:p>
              <a:pPr algn="ctr" defTabSz="685783">
                <a:defRPr/>
              </a:pPr>
              <a:r>
                <a:rPr lang="en-US" sz="1050" b="1">
                  <a:solidFill>
                    <a:schemeClr val="bg1"/>
                  </a:solidFill>
                </a:rPr>
                <a:t>16.7%</a:t>
              </a:r>
            </a:p>
          </p:txBody>
        </p:sp>
        <p:sp>
          <p:nvSpPr>
            <p:cNvPr id="91" name="Rectangle 90">
              <a:extLst>
                <a:ext uri="{FF2B5EF4-FFF2-40B4-BE49-F238E27FC236}">
                  <a16:creationId xmlns:a16="http://schemas.microsoft.com/office/drawing/2014/main" id="{2671BF6E-E041-A5AB-A51B-322C7D7429B3}"/>
                </a:ext>
              </a:extLst>
            </p:cNvPr>
            <p:cNvSpPr/>
            <p:nvPr/>
          </p:nvSpPr>
          <p:spPr>
            <a:xfrm>
              <a:off x="3801136" y="4150237"/>
              <a:ext cx="542136" cy="346249"/>
            </a:xfrm>
            <a:prstGeom prst="rect">
              <a:avLst/>
            </a:prstGeom>
          </p:spPr>
          <p:txBody>
            <a:bodyPr wrap="square" tIns="91440" bIns="91440">
              <a:spAutoFit/>
            </a:bodyPr>
            <a:lstStyle/>
            <a:p>
              <a:pPr algn="ctr" defTabSz="685783">
                <a:defRPr/>
              </a:pPr>
              <a:r>
                <a:rPr lang="en-US" sz="1050" b="1">
                  <a:solidFill>
                    <a:schemeClr val="bg1"/>
                  </a:solidFill>
                </a:rPr>
                <a:t>12%</a:t>
              </a:r>
            </a:p>
          </p:txBody>
        </p:sp>
        <p:sp>
          <p:nvSpPr>
            <p:cNvPr id="92" name="Rectangle 91">
              <a:extLst>
                <a:ext uri="{FF2B5EF4-FFF2-40B4-BE49-F238E27FC236}">
                  <a16:creationId xmlns:a16="http://schemas.microsoft.com/office/drawing/2014/main" id="{A16DF3CE-7EA6-CDEF-02AE-400C9AF25280}"/>
                </a:ext>
              </a:extLst>
            </p:cNvPr>
            <p:cNvSpPr/>
            <p:nvPr/>
          </p:nvSpPr>
          <p:spPr>
            <a:xfrm>
              <a:off x="4694270" y="4277828"/>
              <a:ext cx="542136" cy="346249"/>
            </a:xfrm>
            <a:prstGeom prst="rect">
              <a:avLst/>
            </a:prstGeom>
          </p:spPr>
          <p:txBody>
            <a:bodyPr wrap="square" tIns="91440" bIns="91440">
              <a:spAutoFit/>
            </a:bodyPr>
            <a:lstStyle/>
            <a:p>
              <a:pPr algn="ctr" defTabSz="685783">
                <a:defRPr/>
              </a:pPr>
              <a:r>
                <a:rPr lang="en-US" sz="1050" b="1">
                  <a:solidFill>
                    <a:schemeClr val="bg1"/>
                  </a:solidFill>
                </a:rPr>
                <a:t>10.6%</a:t>
              </a:r>
            </a:p>
          </p:txBody>
        </p:sp>
        <p:sp>
          <p:nvSpPr>
            <p:cNvPr id="93" name="Rectangle 92">
              <a:extLst>
                <a:ext uri="{FF2B5EF4-FFF2-40B4-BE49-F238E27FC236}">
                  <a16:creationId xmlns:a16="http://schemas.microsoft.com/office/drawing/2014/main" id="{9EDD91CD-2C38-82F3-0C74-9E400C7E6655}"/>
                </a:ext>
              </a:extLst>
            </p:cNvPr>
            <p:cNvSpPr/>
            <p:nvPr/>
          </p:nvSpPr>
          <p:spPr>
            <a:xfrm>
              <a:off x="5598037" y="3225204"/>
              <a:ext cx="542136" cy="346249"/>
            </a:xfrm>
            <a:prstGeom prst="rect">
              <a:avLst/>
            </a:prstGeom>
          </p:spPr>
          <p:txBody>
            <a:bodyPr wrap="square" tIns="91440" bIns="91440">
              <a:spAutoFit/>
            </a:bodyPr>
            <a:lstStyle/>
            <a:p>
              <a:pPr algn="ctr" defTabSz="685783">
                <a:defRPr/>
              </a:pPr>
              <a:r>
                <a:rPr lang="en-US" sz="1050" b="1">
                  <a:solidFill>
                    <a:schemeClr val="bg1"/>
                  </a:solidFill>
                </a:rPr>
                <a:t>22.9%</a:t>
              </a:r>
            </a:p>
          </p:txBody>
        </p:sp>
      </p:grpSp>
      <p:sp>
        <p:nvSpPr>
          <p:cNvPr id="40" name="TextBox 39">
            <a:extLst>
              <a:ext uri="{FF2B5EF4-FFF2-40B4-BE49-F238E27FC236}">
                <a16:creationId xmlns:a16="http://schemas.microsoft.com/office/drawing/2014/main" id="{E9B15ED1-329E-A856-1992-3C38DC450427}"/>
              </a:ext>
            </a:extLst>
          </p:cNvPr>
          <p:cNvSpPr txBox="1"/>
          <p:nvPr/>
        </p:nvSpPr>
        <p:spPr>
          <a:xfrm>
            <a:off x="10444480" y="2362077"/>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50" name="TextBox 49">
            <a:extLst>
              <a:ext uri="{FF2B5EF4-FFF2-40B4-BE49-F238E27FC236}">
                <a16:creationId xmlns:a16="http://schemas.microsoft.com/office/drawing/2014/main" id="{DB08BA93-2FC8-91A2-3D41-B7536C0A6AEF}"/>
              </a:ext>
            </a:extLst>
          </p:cNvPr>
          <p:cNvSpPr txBox="1"/>
          <p:nvPr/>
        </p:nvSpPr>
        <p:spPr>
          <a:xfrm>
            <a:off x="7625523" y="2256646"/>
            <a:ext cx="3670135" cy="553228"/>
          </a:xfrm>
          <a:prstGeom prst="rect">
            <a:avLst/>
          </a:prstGeom>
          <a:noFill/>
        </p:spPr>
        <p:txBody>
          <a:bodyPr wrap="square" rtlCol="0">
            <a:spAutoFit/>
          </a:bodyPr>
          <a:lstStyle/>
          <a:p>
            <a:pPr algn="ctr" defTabSz="914377">
              <a:lnSpc>
                <a:spcPct val="150000"/>
              </a:lnSpc>
              <a:defRPr/>
            </a:pPr>
            <a:r>
              <a:rPr lang="en-US" sz="1100" b="1" kern="800" spc="133">
                <a:solidFill>
                  <a:schemeClr val="bg1"/>
                </a:solidFill>
                <a:latin typeface="Calibri"/>
                <a:cs typeface="Arial Black"/>
              </a:rPr>
              <a:t>REVENUES BY GEOGRAPHY</a:t>
            </a:r>
          </a:p>
          <a:p>
            <a:pPr algn="ctr" defTabSz="914377">
              <a:lnSpc>
                <a:spcPct val="150000"/>
              </a:lnSpc>
              <a:defRPr/>
            </a:pPr>
            <a:r>
              <a:rPr lang="en-US" sz="1000" kern="800">
                <a:solidFill>
                  <a:schemeClr val="bg1"/>
                </a:solidFill>
                <a:latin typeface="Calibri"/>
                <a:cs typeface="Arial Black"/>
              </a:rPr>
              <a:t>(Reported $ &amp; YoY Growth)</a:t>
            </a:r>
          </a:p>
        </p:txBody>
      </p:sp>
      <p:grpSp>
        <p:nvGrpSpPr>
          <p:cNvPr id="10" name="Group 9">
            <a:extLst>
              <a:ext uri="{FF2B5EF4-FFF2-40B4-BE49-F238E27FC236}">
                <a16:creationId xmlns:a16="http://schemas.microsoft.com/office/drawing/2014/main" id="{4C85F9E2-2D42-2F95-3D10-340A8D4A6071}"/>
              </a:ext>
            </a:extLst>
          </p:cNvPr>
          <p:cNvGrpSpPr/>
          <p:nvPr/>
        </p:nvGrpSpPr>
        <p:grpSpPr>
          <a:xfrm>
            <a:off x="7531385" y="3368740"/>
            <a:ext cx="3858410" cy="2391763"/>
            <a:chOff x="7531385" y="3475070"/>
            <a:chExt cx="3858410" cy="2391763"/>
          </a:xfrm>
        </p:grpSpPr>
        <p:graphicFrame>
          <p:nvGraphicFramePr>
            <p:cNvPr id="88" name="Chart 87">
              <a:extLst>
                <a:ext uri="{FF2B5EF4-FFF2-40B4-BE49-F238E27FC236}">
                  <a16:creationId xmlns:a16="http://schemas.microsoft.com/office/drawing/2014/main" id="{535BBA9C-15F1-F78F-AB81-FB64510A65A8}"/>
                </a:ext>
              </a:extLst>
            </p:cNvPr>
            <p:cNvGraphicFramePr/>
            <p:nvPr>
              <p:extLst>
                <p:ext uri="{D42A27DB-BD31-4B8C-83A1-F6EECF244321}">
                  <p14:modId xmlns:p14="http://schemas.microsoft.com/office/powerpoint/2010/main" val="4268194608"/>
                </p:ext>
              </p:extLst>
            </p:nvPr>
          </p:nvGraphicFramePr>
          <p:xfrm>
            <a:off x="7531385" y="3548028"/>
            <a:ext cx="3858410" cy="2318805"/>
          </p:xfrm>
          <a:graphic>
            <a:graphicData uri="http://schemas.openxmlformats.org/drawingml/2006/chart">
              <c:chart xmlns:c="http://schemas.openxmlformats.org/drawingml/2006/chart" xmlns:r="http://schemas.openxmlformats.org/officeDocument/2006/relationships" r:id="rId3"/>
            </a:graphicData>
          </a:graphic>
        </p:graphicFrame>
        <p:sp>
          <p:nvSpPr>
            <p:cNvPr id="94" name="Rectangle 93">
              <a:extLst>
                <a:ext uri="{FF2B5EF4-FFF2-40B4-BE49-F238E27FC236}">
                  <a16:creationId xmlns:a16="http://schemas.microsoft.com/office/drawing/2014/main" id="{87EFD81B-B098-4E68-19EC-5661A6E8B28E}"/>
                </a:ext>
              </a:extLst>
            </p:cNvPr>
            <p:cNvSpPr/>
            <p:nvPr/>
          </p:nvSpPr>
          <p:spPr>
            <a:xfrm>
              <a:off x="7848600" y="3475070"/>
              <a:ext cx="542136" cy="346249"/>
            </a:xfrm>
            <a:prstGeom prst="rect">
              <a:avLst/>
            </a:prstGeom>
          </p:spPr>
          <p:txBody>
            <a:bodyPr wrap="square" tIns="91440" bIns="91440">
              <a:spAutoFit/>
            </a:bodyPr>
            <a:lstStyle/>
            <a:p>
              <a:pPr algn="ctr" defTabSz="685783">
                <a:defRPr/>
              </a:pPr>
              <a:r>
                <a:rPr lang="en-US" sz="1050" b="1">
                  <a:solidFill>
                    <a:schemeClr val="bg1"/>
                  </a:solidFill>
                </a:rPr>
                <a:t>55%</a:t>
              </a:r>
            </a:p>
          </p:txBody>
        </p:sp>
        <p:sp>
          <p:nvSpPr>
            <p:cNvPr id="95" name="Rectangle 94">
              <a:extLst>
                <a:ext uri="{FF2B5EF4-FFF2-40B4-BE49-F238E27FC236}">
                  <a16:creationId xmlns:a16="http://schemas.microsoft.com/office/drawing/2014/main" id="{DB1EDE3E-D56A-C6D7-3866-BE5D8FED844D}"/>
                </a:ext>
              </a:extLst>
            </p:cNvPr>
            <p:cNvSpPr/>
            <p:nvPr/>
          </p:nvSpPr>
          <p:spPr>
            <a:xfrm>
              <a:off x="8720469" y="4325675"/>
              <a:ext cx="542136" cy="346249"/>
            </a:xfrm>
            <a:prstGeom prst="rect">
              <a:avLst/>
            </a:prstGeom>
          </p:spPr>
          <p:txBody>
            <a:bodyPr wrap="square" tIns="91440" bIns="91440">
              <a:spAutoFit/>
            </a:bodyPr>
            <a:lstStyle/>
            <a:p>
              <a:pPr algn="ctr" defTabSz="685783">
                <a:defRPr/>
              </a:pPr>
              <a:r>
                <a:rPr lang="en-US" sz="1050" b="1">
                  <a:solidFill>
                    <a:schemeClr val="bg1"/>
                  </a:solidFill>
                </a:rPr>
                <a:t>28%</a:t>
              </a:r>
            </a:p>
          </p:txBody>
        </p:sp>
        <p:sp>
          <p:nvSpPr>
            <p:cNvPr id="96" name="Rectangle 95">
              <a:extLst>
                <a:ext uri="{FF2B5EF4-FFF2-40B4-BE49-F238E27FC236}">
                  <a16:creationId xmlns:a16="http://schemas.microsoft.com/office/drawing/2014/main" id="{9B5507B0-891E-4DC4-5031-FCF5C267A31B}"/>
                </a:ext>
              </a:extLst>
            </p:cNvPr>
            <p:cNvSpPr/>
            <p:nvPr/>
          </p:nvSpPr>
          <p:spPr>
            <a:xfrm>
              <a:off x="9613604" y="4889201"/>
              <a:ext cx="542136" cy="346249"/>
            </a:xfrm>
            <a:prstGeom prst="rect">
              <a:avLst/>
            </a:prstGeom>
          </p:spPr>
          <p:txBody>
            <a:bodyPr wrap="square" tIns="91440" bIns="91440">
              <a:spAutoFit/>
            </a:bodyPr>
            <a:lstStyle/>
            <a:p>
              <a:pPr algn="ctr" defTabSz="685783">
                <a:defRPr/>
              </a:pPr>
              <a:r>
                <a:rPr lang="en-US" sz="1050" b="1">
                  <a:solidFill>
                    <a:schemeClr val="bg1"/>
                  </a:solidFill>
                </a:rPr>
                <a:t>10%</a:t>
              </a:r>
            </a:p>
          </p:txBody>
        </p:sp>
        <p:sp>
          <p:nvSpPr>
            <p:cNvPr id="97" name="Rectangle 96">
              <a:extLst>
                <a:ext uri="{FF2B5EF4-FFF2-40B4-BE49-F238E27FC236}">
                  <a16:creationId xmlns:a16="http://schemas.microsoft.com/office/drawing/2014/main" id="{EDDB489A-5B21-85E9-2442-E4433FB9F535}"/>
                </a:ext>
              </a:extLst>
            </p:cNvPr>
            <p:cNvSpPr/>
            <p:nvPr/>
          </p:nvSpPr>
          <p:spPr>
            <a:xfrm>
              <a:off x="10515600" y="4988437"/>
              <a:ext cx="542136" cy="346249"/>
            </a:xfrm>
            <a:prstGeom prst="rect">
              <a:avLst/>
            </a:prstGeom>
          </p:spPr>
          <p:txBody>
            <a:bodyPr wrap="square" tIns="91440" bIns="91440">
              <a:spAutoFit/>
            </a:bodyPr>
            <a:lstStyle/>
            <a:p>
              <a:pPr algn="ctr" defTabSz="685783">
                <a:defRPr/>
              </a:pPr>
              <a:r>
                <a:rPr lang="en-US" sz="1050" b="1">
                  <a:solidFill>
                    <a:schemeClr val="bg1"/>
                  </a:solidFill>
                </a:rPr>
                <a:t>7%</a:t>
              </a:r>
            </a:p>
          </p:txBody>
        </p:sp>
      </p:grpSp>
      <p:sp>
        <p:nvSpPr>
          <p:cNvPr id="15" name="Title 6">
            <a:extLst>
              <a:ext uri="{FF2B5EF4-FFF2-40B4-BE49-F238E27FC236}">
                <a16:creationId xmlns:a16="http://schemas.microsoft.com/office/drawing/2014/main" id="{8404DFD0-291C-5551-86B9-CE09598AE011}"/>
              </a:ext>
            </a:extLst>
          </p:cNvPr>
          <p:cNvSpPr>
            <a:spLocks noGrp="1"/>
          </p:cNvSpPr>
          <p:nvPr>
            <p:ph type="title"/>
          </p:nvPr>
        </p:nvSpPr>
        <p:spPr/>
        <p:txBody>
          <a:bodyPr/>
          <a:lstStyle/>
          <a:p>
            <a:r>
              <a:rPr lang="en-US"/>
              <a:t>Bar Graphs</a:t>
            </a:r>
            <a:br>
              <a:rPr lang="en-US"/>
            </a:br>
            <a:endParaRPr lang="en-US"/>
          </a:p>
        </p:txBody>
      </p:sp>
      <p:sp>
        <p:nvSpPr>
          <p:cNvPr id="17" name="Text Placeholder 3">
            <a:extLst>
              <a:ext uri="{FF2B5EF4-FFF2-40B4-BE49-F238E27FC236}">
                <a16:creationId xmlns:a16="http://schemas.microsoft.com/office/drawing/2014/main" id="{DBE850BE-117A-00D9-9F9E-AF7152931A00}"/>
              </a:ext>
            </a:extLst>
          </p:cNvPr>
          <p:cNvSpPr>
            <a:spLocks noGrp="1"/>
          </p:cNvSpPr>
          <p:nvPr>
            <p:ph type="body" sz="quarter" idx="28"/>
          </p:nvPr>
        </p:nvSpPr>
        <p:spPr>
          <a:xfrm>
            <a:off x="647700" y="419100"/>
            <a:ext cx="3611563" cy="225425"/>
          </a:xfrm>
        </p:spPr>
        <p:txBody>
          <a:bodyPr>
            <a:normAutofit/>
          </a:bodyPr>
          <a:lstStyle/>
          <a:p>
            <a:r>
              <a:rPr lang="en-US"/>
              <a:t>Gradient version</a:t>
            </a:r>
          </a:p>
        </p:txBody>
      </p:sp>
      <p:sp>
        <p:nvSpPr>
          <p:cNvPr id="16" name="Text Placeholder 13">
            <a:extLst>
              <a:ext uri="{FF2B5EF4-FFF2-40B4-BE49-F238E27FC236}">
                <a16:creationId xmlns:a16="http://schemas.microsoft.com/office/drawing/2014/main" id="{C3347BD6-30AD-C25E-DD9F-2145622ADA3E}"/>
              </a:ext>
            </a:extLst>
          </p:cNvPr>
          <p:cNvSpPr>
            <a:spLocks noGrp="1"/>
          </p:cNvSpPr>
          <p:nvPr>
            <p:ph type="body" sz="quarter" idx="11"/>
          </p:nvPr>
        </p:nvSpPr>
        <p:spPr>
          <a:xfrm>
            <a:off x="647700" y="1211263"/>
            <a:ext cx="10896600" cy="479425"/>
          </a:xfrm>
        </p:spPr>
        <p:txBody>
          <a:bodyPr/>
          <a:lstStyle/>
          <a:p>
            <a:r>
              <a:rPr lang="en-US"/>
              <a:t>DARK MODE</a:t>
            </a:r>
          </a:p>
        </p:txBody>
      </p:sp>
      <p:sp>
        <p:nvSpPr>
          <p:cNvPr id="18" name="TextBox 17">
            <a:extLst>
              <a:ext uri="{FF2B5EF4-FFF2-40B4-BE49-F238E27FC236}">
                <a16:creationId xmlns:a16="http://schemas.microsoft.com/office/drawing/2014/main" id="{BC0FF1EA-842E-5664-9677-CB33A0A5899E}"/>
              </a:ext>
            </a:extLst>
          </p:cNvPr>
          <p:cNvSpPr txBox="1"/>
          <p:nvPr/>
        </p:nvSpPr>
        <p:spPr>
          <a:xfrm>
            <a:off x="5445211" y="1466335"/>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2" name="Picture 6" descr="Databricks | NRI">
            <a:extLst>
              <a:ext uri="{FF2B5EF4-FFF2-40B4-BE49-F238E27FC236}">
                <a16:creationId xmlns:a16="http://schemas.microsoft.com/office/drawing/2014/main" id="{00562198-7911-8019-0FFB-625B51B52C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B3E87B6F-2BE7-16F4-7393-5BCC04BBFE1B}"/>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772068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E5E0EE-D56F-6F18-906E-27E73178B1E6}"/>
              </a:ext>
            </a:extLst>
          </p:cNvPr>
          <p:cNvSpPr>
            <a:spLocks noGrp="1"/>
          </p:cNvSpPr>
          <p:nvPr>
            <p:ph type="title"/>
          </p:nvPr>
        </p:nvSpPr>
        <p:spPr/>
        <p:txBody>
          <a:bodyPr/>
          <a:lstStyle/>
          <a:p>
            <a:r>
              <a:rPr lang="en-US"/>
              <a:t>Bar Graphs</a:t>
            </a:r>
            <a:br>
              <a:rPr lang="en-US"/>
            </a:br>
            <a:endParaRPr lang="en-US"/>
          </a:p>
        </p:txBody>
      </p:sp>
      <p:sp>
        <p:nvSpPr>
          <p:cNvPr id="4" name="Text Placeholder 3">
            <a:extLst>
              <a:ext uri="{FF2B5EF4-FFF2-40B4-BE49-F238E27FC236}">
                <a16:creationId xmlns:a16="http://schemas.microsoft.com/office/drawing/2014/main" id="{961379D0-FFC7-6F1F-316E-839C4D0291D9}"/>
              </a:ext>
            </a:extLst>
          </p:cNvPr>
          <p:cNvSpPr>
            <a:spLocks noGrp="1"/>
          </p:cNvSpPr>
          <p:nvPr>
            <p:ph type="body" sz="quarter" idx="28"/>
          </p:nvPr>
        </p:nvSpPr>
        <p:spPr>
          <a:xfrm>
            <a:off x="647700" y="419100"/>
            <a:ext cx="3611563" cy="225425"/>
          </a:xfrm>
        </p:spPr>
        <p:txBody>
          <a:bodyPr>
            <a:normAutofit/>
          </a:bodyPr>
          <a:lstStyle/>
          <a:p>
            <a:r>
              <a:rPr lang="en-US"/>
              <a:t>Solid color version</a:t>
            </a:r>
          </a:p>
        </p:txBody>
      </p:sp>
      <p:sp>
        <p:nvSpPr>
          <p:cNvPr id="14" name="Text Placeholder 13">
            <a:extLst>
              <a:ext uri="{FF2B5EF4-FFF2-40B4-BE49-F238E27FC236}">
                <a16:creationId xmlns:a16="http://schemas.microsoft.com/office/drawing/2014/main" id="{DE628692-6F34-46BE-4D94-C57A10687F35}"/>
              </a:ext>
            </a:extLst>
          </p:cNvPr>
          <p:cNvSpPr>
            <a:spLocks noGrp="1"/>
          </p:cNvSpPr>
          <p:nvPr>
            <p:ph type="body" sz="quarter" idx="11"/>
          </p:nvPr>
        </p:nvSpPr>
        <p:spPr>
          <a:xfrm>
            <a:off x="647700" y="1211263"/>
            <a:ext cx="10896600" cy="479425"/>
          </a:xfrm>
        </p:spPr>
        <p:txBody>
          <a:bodyPr/>
          <a:lstStyle/>
          <a:p>
            <a:r>
              <a:rPr lang="en-US"/>
              <a:t>DARK MODE</a:t>
            </a:r>
          </a:p>
        </p:txBody>
      </p:sp>
      <p:sp>
        <p:nvSpPr>
          <p:cNvPr id="51" name="TextBox 50">
            <a:extLst>
              <a:ext uri="{FF2B5EF4-FFF2-40B4-BE49-F238E27FC236}">
                <a16:creationId xmlns:a16="http://schemas.microsoft.com/office/drawing/2014/main" id="{9695AA35-EDFC-C85D-1739-0C20268F0851}"/>
              </a:ext>
            </a:extLst>
          </p:cNvPr>
          <p:cNvSpPr txBox="1"/>
          <p:nvPr/>
        </p:nvSpPr>
        <p:spPr>
          <a:xfrm>
            <a:off x="5445211" y="1466335"/>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cxnSp>
        <p:nvCxnSpPr>
          <p:cNvPr id="54" name="Straight Arrow Connector 53">
            <a:extLst>
              <a:ext uri="{FF2B5EF4-FFF2-40B4-BE49-F238E27FC236}">
                <a16:creationId xmlns:a16="http://schemas.microsoft.com/office/drawing/2014/main" id="{22753D47-BDA8-658A-169C-F69A66544F51}"/>
              </a:ext>
            </a:extLst>
          </p:cNvPr>
          <p:cNvCxnSpPr/>
          <p:nvPr/>
        </p:nvCxnSpPr>
        <p:spPr>
          <a:xfrm>
            <a:off x="-365760" y="1072896"/>
            <a:ext cx="0" cy="316992"/>
          </a:xfrm>
          <a:prstGeom prst="straightConnector1">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B5251C9E-22B3-3BC7-9269-2BF02EA3012C}"/>
              </a:ext>
            </a:extLst>
          </p:cNvPr>
          <p:cNvSpPr txBox="1"/>
          <p:nvPr/>
        </p:nvSpPr>
        <p:spPr>
          <a:xfrm>
            <a:off x="1780497" y="2256646"/>
            <a:ext cx="3670135" cy="553228"/>
          </a:xfrm>
          <a:prstGeom prst="rect">
            <a:avLst/>
          </a:prstGeom>
          <a:noFill/>
        </p:spPr>
        <p:txBody>
          <a:bodyPr wrap="square" rtlCol="0">
            <a:spAutoFit/>
          </a:bodyPr>
          <a:lstStyle/>
          <a:p>
            <a:pPr algn="ctr" defTabSz="914377">
              <a:lnSpc>
                <a:spcPct val="150000"/>
              </a:lnSpc>
              <a:defRPr/>
            </a:pPr>
            <a:r>
              <a:rPr lang="en-US" sz="1100" b="1" kern="800" spc="133">
                <a:solidFill>
                  <a:schemeClr val="bg1"/>
                </a:solidFill>
                <a:latin typeface="Calibri"/>
                <a:cs typeface="Arial Black"/>
              </a:rPr>
              <a:t>REVENUES BY INDUSTRY VERTICAL</a:t>
            </a:r>
          </a:p>
          <a:p>
            <a:pPr algn="ctr" defTabSz="914377">
              <a:lnSpc>
                <a:spcPct val="150000"/>
              </a:lnSpc>
              <a:defRPr/>
            </a:pPr>
            <a:r>
              <a:rPr lang="en-US" sz="1000" kern="800">
                <a:solidFill>
                  <a:schemeClr val="bg1"/>
                </a:solidFill>
                <a:latin typeface="Calibri"/>
                <a:cs typeface="Arial Black"/>
              </a:rPr>
              <a:t>(Reported $ &amp; YoY Growth)</a:t>
            </a:r>
          </a:p>
        </p:txBody>
      </p:sp>
      <p:grpSp>
        <p:nvGrpSpPr>
          <p:cNvPr id="100" name="Group 99">
            <a:extLst>
              <a:ext uri="{FF2B5EF4-FFF2-40B4-BE49-F238E27FC236}">
                <a16:creationId xmlns:a16="http://schemas.microsoft.com/office/drawing/2014/main" id="{51E5D692-EB3C-A914-3619-6AB0F66ED3C3}"/>
              </a:ext>
            </a:extLst>
          </p:cNvPr>
          <p:cNvGrpSpPr/>
          <p:nvPr/>
        </p:nvGrpSpPr>
        <p:grpSpPr>
          <a:xfrm>
            <a:off x="779495" y="3118874"/>
            <a:ext cx="5672138" cy="2954937"/>
            <a:chOff x="779495" y="3225204"/>
            <a:chExt cx="5672138" cy="2954937"/>
          </a:xfrm>
        </p:grpSpPr>
        <p:graphicFrame>
          <p:nvGraphicFramePr>
            <p:cNvPr id="47" name="Chart 46">
              <a:extLst>
                <a:ext uri="{FF2B5EF4-FFF2-40B4-BE49-F238E27FC236}">
                  <a16:creationId xmlns:a16="http://schemas.microsoft.com/office/drawing/2014/main" id="{F4C403E3-62AD-F8ED-A395-88AAD72C4016}"/>
                </a:ext>
              </a:extLst>
            </p:cNvPr>
            <p:cNvGraphicFramePr/>
            <p:nvPr>
              <p:extLst>
                <p:ext uri="{D42A27DB-BD31-4B8C-83A1-F6EECF244321}">
                  <p14:modId xmlns:p14="http://schemas.microsoft.com/office/powerpoint/2010/main" val="1217531950"/>
                </p:ext>
              </p:extLst>
            </p:nvPr>
          </p:nvGraphicFramePr>
          <p:xfrm>
            <a:off x="779495" y="3240600"/>
            <a:ext cx="5672138" cy="2939541"/>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a:extLst>
                <a:ext uri="{FF2B5EF4-FFF2-40B4-BE49-F238E27FC236}">
                  <a16:creationId xmlns:a16="http://schemas.microsoft.com/office/drawing/2014/main" id="{23A279F2-6E2F-7A66-1A0B-6F1E14E8AAE1}"/>
                </a:ext>
              </a:extLst>
            </p:cNvPr>
            <p:cNvSpPr/>
            <p:nvPr/>
          </p:nvSpPr>
          <p:spPr>
            <a:xfrm>
              <a:off x="1123028" y="3392954"/>
              <a:ext cx="542136" cy="346249"/>
            </a:xfrm>
            <a:prstGeom prst="rect">
              <a:avLst/>
            </a:prstGeom>
          </p:spPr>
          <p:txBody>
            <a:bodyPr wrap="square" tIns="91440" bIns="91440">
              <a:spAutoFit/>
            </a:bodyPr>
            <a:lstStyle/>
            <a:p>
              <a:pPr algn="ctr" defTabSz="685783">
                <a:defRPr/>
              </a:pPr>
              <a:r>
                <a:rPr lang="en-US" sz="1050" b="1">
                  <a:solidFill>
                    <a:schemeClr val="bg1"/>
                  </a:solidFill>
                </a:rPr>
                <a:t>20.8%</a:t>
              </a:r>
            </a:p>
          </p:txBody>
        </p:sp>
        <p:sp>
          <p:nvSpPr>
            <p:cNvPr id="89" name="Rectangle 88">
              <a:extLst>
                <a:ext uri="{FF2B5EF4-FFF2-40B4-BE49-F238E27FC236}">
                  <a16:creationId xmlns:a16="http://schemas.microsoft.com/office/drawing/2014/main" id="{76E49253-F52C-BA13-0BC4-0633E4CFAC7A}"/>
                </a:ext>
              </a:extLst>
            </p:cNvPr>
            <p:cNvSpPr/>
            <p:nvPr/>
          </p:nvSpPr>
          <p:spPr>
            <a:xfrm>
              <a:off x="2006005" y="3726707"/>
              <a:ext cx="542136" cy="346249"/>
            </a:xfrm>
            <a:prstGeom prst="rect">
              <a:avLst/>
            </a:prstGeom>
          </p:spPr>
          <p:txBody>
            <a:bodyPr wrap="square" tIns="91440" bIns="91440">
              <a:spAutoFit/>
            </a:bodyPr>
            <a:lstStyle/>
            <a:p>
              <a:pPr algn="ctr" defTabSz="685783">
                <a:defRPr/>
              </a:pPr>
              <a:r>
                <a:rPr lang="en-US" sz="1050" b="1">
                  <a:solidFill>
                    <a:schemeClr val="bg1"/>
                  </a:solidFill>
                </a:rPr>
                <a:t>17%</a:t>
              </a:r>
            </a:p>
          </p:txBody>
        </p:sp>
        <p:sp>
          <p:nvSpPr>
            <p:cNvPr id="90" name="Rectangle 89">
              <a:extLst>
                <a:ext uri="{FF2B5EF4-FFF2-40B4-BE49-F238E27FC236}">
                  <a16:creationId xmlns:a16="http://schemas.microsoft.com/office/drawing/2014/main" id="{303E64BD-12C4-B5BD-CEDD-16A22ADC1C00}"/>
                </a:ext>
              </a:extLst>
            </p:cNvPr>
            <p:cNvSpPr/>
            <p:nvPr/>
          </p:nvSpPr>
          <p:spPr>
            <a:xfrm>
              <a:off x="2895599" y="3747973"/>
              <a:ext cx="542136" cy="346249"/>
            </a:xfrm>
            <a:prstGeom prst="rect">
              <a:avLst/>
            </a:prstGeom>
          </p:spPr>
          <p:txBody>
            <a:bodyPr wrap="square" tIns="91440" bIns="91440">
              <a:spAutoFit/>
            </a:bodyPr>
            <a:lstStyle/>
            <a:p>
              <a:pPr algn="ctr" defTabSz="685783">
                <a:defRPr/>
              </a:pPr>
              <a:r>
                <a:rPr lang="en-US" sz="1050" b="1">
                  <a:solidFill>
                    <a:schemeClr val="bg1"/>
                  </a:solidFill>
                </a:rPr>
                <a:t>16.7%</a:t>
              </a:r>
            </a:p>
          </p:txBody>
        </p:sp>
        <p:sp>
          <p:nvSpPr>
            <p:cNvPr id="91" name="Rectangle 90">
              <a:extLst>
                <a:ext uri="{FF2B5EF4-FFF2-40B4-BE49-F238E27FC236}">
                  <a16:creationId xmlns:a16="http://schemas.microsoft.com/office/drawing/2014/main" id="{2671BF6E-E041-A5AB-A51B-322C7D7429B3}"/>
                </a:ext>
              </a:extLst>
            </p:cNvPr>
            <p:cNvSpPr/>
            <p:nvPr/>
          </p:nvSpPr>
          <p:spPr>
            <a:xfrm>
              <a:off x="3801136" y="4150237"/>
              <a:ext cx="542136" cy="346249"/>
            </a:xfrm>
            <a:prstGeom prst="rect">
              <a:avLst/>
            </a:prstGeom>
          </p:spPr>
          <p:txBody>
            <a:bodyPr wrap="square" tIns="91440" bIns="91440">
              <a:spAutoFit/>
            </a:bodyPr>
            <a:lstStyle/>
            <a:p>
              <a:pPr algn="ctr" defTabSz="685783">
                <a:defRPr/>
              </a:pPr>
              <a:r>
                <a:rPr lang="en-US" sz="1050" b="1">
                  <a:solidFill>
                    <a:schemeClr val="bg1"/>
                  </a:solidFill>
                </a:rPr>
                <a:t>12%</a:t>
              </a:r>
            </a:p>
          </p:txBody>
        </p:sp>
        <p:sp>
          <p:nvSpPr>
            <p:cNvPr id="92" name="Rectangle 91">
              <a:extLst>
                <a:ext uri="{FF2B5EF4-FFF2-40B4-BE49-F238E27FC236}">
                  <a16:creationId xmlns:a16="http://schemas.microsoft.com/office/drawing/2014/main" id="{A16DF3CE-7EA6-CDEF-02AE-400C9AF25280}"/>
                </a:ext>
              </a:extLst>
            </p:cNvPr>
            <p:cNvSpPr/>
            <p:nvPr/>
          </p:nvSpPr>
          <p:spPr>
            <a:xfrm>
              <a:off x="4694270" y="4277828"/>
              <a:ext cx="542136" cy="346249"/>
            </a:xfrm>
            <a:prstGeom prst="rect">
              <a:avLst/>
            </a:prstGeom>
          </p:spPr>
          <p:txBody>
            <a:bodyPr wrap="square" tIns="91440" bIns="91440">
              <a:spAutoFit/>
            </a:bodyPr>
            <a:lstStyle/>
            <a:p>
              <a:pPr algn="ctr" defTabSz="685783">
                <a:defRPr/>
              </a:pPr>
              <a:r>
                <a:rPr lang="en-US" sz="1050" b="1">
                  <a:solidFill>
                    <a:schemeClr val="bg1"/>
                  </a:solidFill>
                </a:rPr>
                <a:t>10.6%</a:t>
              </a:r>
            </a:p>
          </p:txBody>
        </p:sp>
        <p:sp>
          <p:nvSpPr>
            <p:cNvPr id="93" name="Rectangle 92">
              <a:extLst>
                <a:ext uri="{FF2B5EF4-FFF2-40B4-BE49-F238E27FC236}">
                  <a16:creationId xmlns:a16="http://schemas.microsoft.com/office/drawing/2014/main" id="{9EDD91CD-2C38-82F3-0C74-9E400C7E6655}"/>
                </a:ext>
              </a:extLst>
            </p:cNvPr>
            <p:cNvSpPr/>
            <p:nvPr/>
          </p:nvSpPr>
          <p:spPr>
            <a:xfrm>
              <a:off x="5598037" y="3225204"/>
              <a:ext cx="542136" cy="346249"/>
            </a:xfrm>
            <a:prstGeom prst="rect">
              <a:avLst/>
            </a:prstGeom>
          </p:spPr>
          <p:txBody>
            <a:bodyPr wrap="square" tIns="91440" bIns="91440">
              <a:spAutoFit/>
            </a:bodyPr>
            <a:lstStyle/>
            <a:p>
              <a:pPr algn="ctr" defTabSz="685783">
                <a:defRPr/>
              </a:pPr>
              <a:r>
                <a:rPr lang="en-US" sz="1050" b="1">
                  <a:solidFill>
                    <a:schemeClr val="bg1"/>
                  </a:solidFill>
                </a:rPr>
                <a:t>22.9%</a:t>
              </a:r>
            </a:p>
          </p:txBody>
        </p:sp>
      </p:grpSp>
      <p:sp>
        <p:nvSpPr>
          <p:cNvPr id="50" name="TextBox 49">
            <a:extLst>
              <a:ext uri="{FF2B5EF4-FFF2-40B4-BE49-F238E27FC236}">
                <a16:creationId xmlns:a16="http://schemas.microsoft.com/office/drawing/2014/main" id="{DB08BA93-2FC8-91A2-3D41-B7536C0A6AEF}"/>
              </a:ext>
            </a:extLst>
          </p:cNvPr>
          <p:cNvSpPr txBox="1"/>
          <p:nvPr/>
        </p:nvSpPr>
        <p:spPr>
          <a:xfrm>
            <a:off x="7625523" y="2256646"/>
            <a:ext cx="3670135" cy="553228"/>
          </a:xfrm>
          <a:prstGeom prst="rect">
            <a:avLst/>
          </a:prstGeom>
          <a:noFill/>
        </p:spPr>
        <p:txBody>
          <a:bodyPr wrap="square" rtlCol="0">
            <a:spAutoFit/>
          </a:bodyPr>
          <a:lstStyle/>
          <a:p>
            <a:pPr algn="ctr" defTabSz="914377">
              <a:lnSpc>
                <a:spcPct val="150000"/>
              </a:lnSpc>
              <a:defRPr/>
            </a:pPr>
            <a:r>
              <a:rPr lang="en-US" sz="1100" b="1" kern="800" spc="133">
                <a:solidFill>
                  <a:schemeClr val="bg1"/>
                </a:solidFill>
                <a:latin typeface="Calibri"/>
                <a:cs typeface="Arial Black"/>
              </a:rPr>
              <a:t>REVENUES BY GEOGRAPHY</a:t>
            </a:r>
          </a:p>
          <a:p>
            <a:pPr algn="ctr" defTabSz="914377">
              <a:lnSpc>
                <a:spcPct val="150000"/>
              </a:lnSpc>
              <a:defRPr/>
            </a:pPr>
            <a:r>
              <a:rPr lang="en-US" sz="1000" kern="800">
                <a:solidFill>
                  <a:schemeClr val="bg1"/>
                </a:solidFill>
                <a:latin typeface="Calibri"/>
                <a:cs typeface="Arial Black"/>
              </a:rPr>
              <a:t>(Reported $ &amp; YoY Growth)</a:t>
            </a:r>
          </a:p>
        </p:txBody>
      </p:sp>
      <p:grpSp>
        <p:nvGrpSpPr>
          <p:cNvPr id="101" name="Group 100">
            <a:extLst>
              <a:ext uri="{FF2B5EF4-FFF2-40B4-BE49-F238E27FC236}">
                <a16:creationId xmlns:a16="http://schemas.microsoft.com/office/drawing/2014/main" id="{D23DCEC8-CE7D-4C8D-C592-3B851B7E635F}"/>
              </a:ext>
            </a:extLst>
          </p:cNvPr>
          <p:cNvGrpSpPr/>
          <p:nvPr/>
        </p:nvGrpSpPr>
        <p:grpSpPr>
          <a:xfrm>
            <a:off x="7531385" y="3368740"/>
            <a:ext cx="3858410" cy="2391763"/>
            <a:chOff x="7531385" y="3475070"/>
            <a:chExt cx="3858410" cy="2391763"/>
          </a:xfrm>
        </p:grpSpPr>
        <p:graphicFrame>
          <p:nvGraphicFramePr>
            <p:cNvPr id="88" name="Chart 87">
              <a:extLst>
                <a:ext uri="{FF2B5EF4-FFF2-40B4-BE49-F238E27FC236}">
                  <a16:creationId xmlns:a16="http://schemas.microsoft.com/office/drawing/2014/main" id="{535BBA9C-15F1-F78F-AB81-FB64510A65A8}"/>
                </a:ext>
              </a:extLst>
            </p:cNvPr>
            <p:cNvGraphicFramePr/>
            <p:nvPr>
              <p:extLst>
                <p:ext uri="{D42A27DB-BD31-4B8C-83A1-F6EECF244321}">
                  <p14:modId xmlns:p14="http://schemas.microsoft.com/office/powerpoint/2010/main" val="3957385783"/>
                </p:ext>
              </p:extLst>
            </p:nvPr>
          </p:nvGraphicFramePr>
          <p:xfrm>
            <a:off x="7531385" y="3548028"/>
            <a:ext cx="3858410" cy="2318805"/>
          </p:xfrm>
          <a:graphic>
            <a:graphicData uri="http://schemas.openxmlformats.org/drawingml/2006/chart">
              <c:chart xmlns:c="http://schemas.openxmlformats.org/drawingml/2006/chart" xmlns:r="http://schemas.openxmlformats.org/officeDocument/2006/relationships" r:id="rId3"/>
            </a:graphicData>
          </a:graphic>
        </p:graphicFrame>
        <p:sp>
          <p:nvSpPr>
            <p:cNvPr id="94" name="Rectangle 93">
              <a:extLst>
                <a:ext uri="{FF2B5EF4-FFF2-40B4-BE49-F238E27FC236}">
                  <a16:creationId xmlns:a16="http://schemas.microsoft.com/office/drawing/2014/main" id="{87EFD81B-B098-4E68-19EC-5661A6E8B28E}"/>
                </a:ext>
              </a:extLst>
            </p:cNvPr>
            <p:cNvSpPr/>
            <p:nvPr/>
          </p:nvSpPr>
          <p:spPr>
            <a:xfrm>
              <a:off x="7848600" y="3475070"/>
              <a:ext cx="542136" cy="346249"/>
            </a:xfrm>
            <a:prstGeom prst="rect">
              <a:avLst/>
            </a:prstGeom>
          </p:spPr>
          <p:txBody>
            <a:bodyPr wrap="square" tIns="91440" bIns="91440">
              <a:spAutoFit/>
            </a:bodyPr>
            <a:lstStyle/>
            <a:p>
              <a:pPr algn="ctr" defTabSz="685783">
                <a:defRPr/>
              </a:pPr>
              <a:r>
                <a:rPr lang="en-US" sz="1050" b="1">
                  <a:solidFill>
                    <a:schemeClr val="bg1"/>
                  </a:solidFill>
                </a:rPr>
                <a:t>55%</a:t>
              </a:r>
            </a:p>
          </p:txBody>
        </p:sp>
        <p:sp>
          <p:nvSpPr>
            <p:cNvPr id="95" name="Rectangle 94">
              <a:extLst>
                <a:ext uri="{FF2B5EF4-FFF2-40B4-BE49-F238E27FC236}">
                  <a16:creationId xmlns:a16="http://schemas.microsoft.com/office/drawing/2014/main" id="{DB1EDE3E-D56A-C6D7-3866-BE5D8FED844D}"/>
                </a:ext>
              </a:extLst>
            </p:cNvPr>
            <p:cNvSpPr/>
            <p:nvPr/>
          </p:nvSpPr>
          <p:spPr>
            <a:xfrm>
              <a:off x="8720469" y="4325675"/>
              <a:ext cx="542136" cy="346249"/>
            </a:xfrm>
            <a:prstGeom prst="rect">
              <a:avLst/>
            </a:prstGeom>
          </p:spPr>
          <p:txBody>
            <a:bodyPr wrap="square" tIns="91440" bIns="91440">
              <a:spAutoFit/>
            </a:bodyPr>
            <a:lstStyle/>
            <a:p>
              <a:pPr algn="ctr" defTabSz="685783">
                <a:defRPr/>
              </a:pPr>
              <a:r>
                <a:rPr lang="en-US" sz="1050" b="1">
                  <a:solidFill>
                    <a:schemeClr val="bg1"/>
                  </a:solidFill>
                </a:rPr>
                <a:t>28%</a:t>
              </a:r>
            </a:p>
          </p:txBody>
        </p:sp>
        <p:sp>
          <p:nvSpPr>
            <p:cNvPr id="96" name="Rectangle 95">
              <a:extLst>
                <a:ext uri="{FF2B5EF4-FFF2-40B4-BE49-F238E27FC236}">
                  <a16:creationId xmlns:a16="http://schemas.microsoft.com/office/drawing/2014/main" id="{9B5507B0-891E-4DC4-5031-FCF5C267A31B}"/>
                </a:ext>
              </a:extLst>
            </p:cNvPr>
            <p:cNvSpPr/>
            <p:nvPr/>
          </p:nvSpPr>
          <p:spPr>
            <a:xfrm>
              <a:off x="9613604" y="4889201"/>
              <a:ext cx="542136" cy="346249"/>
            </a:xfrm>
            <a:prstGeom prst="rect">
              <a:avLst/>
            </a:prstGeom>
          </p:spPr>
          <p:txBody>
            <a:bodyPr wrap="square" tIns="91440" bIns="91440">
              <a:spAutoFit/>
            </a:bodyPr>
            <a:lstStyle/>
            <a:p>
              <a:pPr algn="ctr" defTabSz="685783">
                <a:defRPr/>
              </a:pPr>
              <a:r>
                <a:rPr lang="en-US" sz="1050" b="1">
                  <a:solidFill>
                    <a:schemeClr val="bg1"/>
                  </a:solidFill>
                </a:rPr>
                <a:t>10%</a:t>
              </a:r>
            </a:p>
          </p:txBody>
        </p:sp>
        <p:sp>
          <p:nvSpPr>
            <p:cNvPr id="97" name="Rectangle 96">
              <a:extLst>
                <a:ext uri="{FF2B5EF4-FFF2-40B4-BE49-F238E27FC236}">
                  <a16:creationId xmlns:a16="http://schemas.microsoft.com/office/drawing/2014/main" id="{EDDB489A-5B21-85E9-2442-E4433FB9F535}"/>
                </a:ext>
              </a:extLst>
            </p:cNvPr>
            <p:cNvSpPr/>
            <p:nvPr/>
          </p:nvSpPr>
          <p:spPr>
            <a:xfrm>
              <a:off x="10515600" y="4988437"/>
              <a:ext cx="542136" cy="346249"/>
            </a:xfrm>
            <a:prstGeom prst="rect">
              <a:avLst/>
            </a:prstGeom>
          </p:spPr>
          <p:txBody>
            <a:bodyPr wrap="square" tIns="91440" bIns="91440">
              <a:spAutoFit/>
            </a:bodyPr>
            <a:lstStyle/>
            <a:p>
              <a:pPr algn="ctr" defTabSz="685783">
                <a:defRPr/>
              </a:pPr>
              <a:r>
                <a:rPr lang="en-US" sz="1050" b="1">
                  <a:solidFill>
                    <a:schemeClr val="bg1"/>
                  </a:solidFill>
                </a:rPr>
                <a:t>7%</a:t>
              </a:r>
            </a:p>
          </p:txBody>
        </p:sp>
      </p:grpSp>
      <p:pic>
        <p:nvPicPr>
          <p:cNvPr id="2" name="Picture 6" descr="Databricks | NRI">
            <a:extLst>
              <a:ext uri="{FF2B5EF4-FFF2-40B4-BE49-F238E27FC236}">
                <a16:creationId xmlns:a16="http://schemas.microsoft.com/office/drawing/2014/main" id="{B0D49B77-0481-5C80-B241-5FE0B41977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5D25B8D3-E5AF-F735-9CF6-AC1ED93B63AC}"/>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3241825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F5AD1DA1-C420-E7D6-9338-8E3448389B42}"/>
              </a:ext>
            </a:extLst>
          </p:cNvPr>
          <p:cNvSpPr>
            <a:spLocks noGrp="1"/>
          </p:cNvSpPr>
          <p:nvPr>
            <p:ph type="title"/>
          </p:nvPr>
        </p:nvSpPr>
        <p:spPr/>
        <p:txBody>
          <a:bodyPr/>
          <a:lstStyle/>
          <a:p>
            <a:r>
              <a:rPr lang="en-US"/>
              <a:t>Large Ring Chart</a:t>
            </a:r>
            <a:br>
              <a:rPr lang="en-US"/>
            </a:br>
            <a:endParaRPr lang="en-US"/>
          </a:p>
        </p:txBody>
      </p:sp>
      <p:sp>
        <p:nvSpPr>
          <p:cNvPr id="19" name="Text Placeholder 18">
            <a:extLst>
              <a:ext uri="{FF2B5EF4-FFF2-40B4-BE49-F238E27FC236}">
                <a16:creationId xmlns:a16="http://schemas.microsoft.com/office/drawing/2014/main" id="{58FE0930-435A-907E-8CD0-3AFBF8D451B4}"/>
              </a:ext>
            </a:extLst>
          </p:cNvPr>
          <p:cNvSpPr>
            <a:spLocks noGrp="1"/>
          </p:cNvSpPr>
          <p:nvPr>
            <p:ph type="body" sz="quarter" idx="28"/>
          </p:nvPr>
        </p:nvSpPr>
        <p:spPr>
          <a:xfrm>
            <a:off x="647700" y="419100"/>
            <a:ext cx="3611563" cy="225425"/>
          </a:xfrm>
        </p:spPr>
        <p:txBody>
          <a:bodyPr>
            <a:normAutofit/>
          </a:bodyPr>
          <a:lstStyle/>
          <a:p>
            <a:r>
              <a:rPr lang="en-US"/>
              <a:t>Title of chart goes here</a:t>
            </a:r>
          </a:p>
        </p:txBody>
      </p:sp>
      <p:sp>
        <p:nvSpPr>
          <p:cNvPr id="20" name="Text Placeholder 19">
            <a:extLst>
              <a:ext uri="{FF2B5EF4-FFF2-40B4-BE49-F238E27FC236}">
                <a16:creationId xmlns:a16="http://schemas.microsoft.com/office/drawing/2014/main" id="{B6326D1C-3380-CF95-00D7-F3E7EAB50067}"/>
              </a:ext>
            </a:extLst>
          </p:cNvPr>
          <p:cNvSpPr>
            <a:spLocks noGrp="1"/>
          </p:cNvSpPr>
          <p:nvPr>
            <p:ph type="body" sz="quarter" idx="11"/>
          </p:nvPr>
        </p:nvSpPr>
        <p:spPr>
          <a:xfrm>
            <a:off x="647700" y="1211263"/>
            <a:ext cx="10896600" cy="479425"/>
          </a:xfrm>
        </p:spPr>
        <p:txBody>
          <a:bodyPr/>
          <a:lstStyle/>
          <a:p>
            <a:r>
              <a:rPr lang="en-US"/>
              <a:t>DARK MODE</a:t>
            </a:r>
          </a:p>
          <a:p>
            <a:endParaRPr lang="en-US"/>
          </a:p>
        </p:txBody>
      </p:sp>
      <p:sp>
        <p:nvSpPr>
          <p:cNvPr id="51" name="TextBox 50">
            <a:extLst>
              <a:ext uri="{FF2B5EF4-FFF2-40B4-BE49-F238E27FC236}">
                <a16:creationId xmlns:a16="http://schemas.microsoft.com/office/drawing/2014/main" id="{9695AA35-EDFC-C85D-1739-0C20268F0851}"/>
              </a:ext>
            </a:extLst>
          </p:cNvPr>
          <p:cNvSpPr txBox="1"/>
          <p:nvPr/>
        </p:nvSpPr>
        <p:spPr>
          <a:xfrm>
            <a:off x="5445211" y="1466335"/>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cxnSp>
        <p:nvCxnSpPr>
          <p:cNvPr id="54" name="Straight Arrow Connector 53">
            <a:extLst>
              <a:ext uri="{FF2B5EF4-FFF2-40B4-BE49-F238E27FC236}">
                <a16:creationId xmlns:a16="http://schemas.microsoft.com/office/drawing/2014/main" id="{22753D47-BDA8-658A-169C-F69A66544F51}"/>
              </a:ext>
            </a:extLst>
          </p:cNvPr>
          <p:cNvCxnSpPr/>
          <p:nvPr/>
        </p:nvCxnSpPr>
        <p:spPr>
          <a:xfrm>
            <a:off x="-365760" y="1072896"/>
            <a:ext cx="0" cy="316992"/>
          </a:xfrm>
          <a:prstGeom prst="straightConnector1">
            <a:avLst/>
          </a:prstGeom>
          <a:ln w="63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E9B15ED1-329E-A856-1992-3C38DC450427}"/>
              </a:ext>
            </a:extLst>
          </p:cNvPr>
          <p:cNvSpPr txBox="1"/>
          <p:nvPr/>
        </p:nvSpPr>
        <p:spPr>
          <a:xfrm>
            <a:off x="10444480" y="247904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graphicFrame>
        <p:nvGraphicFramePr>
          <p:cNvPr id="7" name="Диаграмма 22">
            <a:extLst>
              <a:ext uri="{FF2B5EF4-FFF2-40B4-BE49-F238E27FC236}">
                <a16:creationId xmlns:a16="http://schemas.microsoft.com/office/drawing/2014/main" id="{9741E3FC-8EF2-95A1-7C1C-DAFBA077FD7C}"/>
              </a:ext>
            </a:extLst>
          </p:cNvPr>
          <p:cNvGraphicFramePr/>
          <p:nvPr>
            <p:extLst>
              <p:ext uri="{D42A27DB-BD31-4B8C-83A1-F6EECF244321}">
                <p14:modId xmlns:p14="http://schemas.microsoft.com/office/powerpoint/2010/main" val="2445506180"/>
              </p:ext>
            </p:extLst>
          </p:nvPr>
        </p:nvGraphicFramePr>
        <p:xfrm>
          <a:off x="4086225" y="1495429"/>
          <a:ext cx="6346785" cy="5302487"/>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 Placeholder 8">
            <a:extLst>
              <a:ext uri="{FF2B5EF4-FFF2-40B4-BE49-F238E27FC236}">
                <a16:creationId xmlns:a16="http://schemas.microsoft.com/office/drawing/2014/main" id="{F9DCC432-6F6F-857C-7BED-C0A10D1D6641}"/>
              </a:ext>
            </a:extLst>
          </p:cNvPr>
          <p:cNvSpPr txBox="1">
            <a:spLocks/>
          </p:cNvSpPr>
          <p:nvPr/>
        </p:nvSpPr>
        <p:spPr>
          <a:xfrm>
            <a:off x="647700" y="2494129"/>
            <a:ext cx="2681288" cy="2013932"/>
          </a:xfrm>
          <a:prstGeom prst="rect">
            <a:avLst/>
          </a:prstGeom>
        </p:spPr>
        <p:txBody>
          <a:bodyPr lIns="0"/>
          <a:lstStyle>
            <a:lvl1pPr marL="0" indent="0" algn="l" defTabSz="914400" rtl="0" eaLnBrk="1" latinLnBrk="0" hangingPunct="1">
              <a:lnSpc>
                <a:spcPct val="100000"/>
              </a:lnSpc>
              <a:spcBef>
                <a:spcPts val="600"/>
              </a:spcBef>
              <a:spcAft>
                <a:spcPts val="0"/>
              </a:spcAft>
              <a:buFont typeface="Arial" panose="020B0604020202020204" pitchFamily="34" charset="0"/>
              <a:buNone/>
              <a:defRPr sz="2400" b="0" i="0" kern="1200">
                <a:solidFill>
                  <a:schemeClr val="bg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latin typeface="Calibri Light" panose="020F0302020204030204" pitchFamily="34" charset="0"/>
                <a:cs typeface="Calibri Light" panose="020F0302020204030204" pitchFamily="34" charset="0"/>
              </a:rPr>
              <a:t>Optional additional information or bullet points can go here.</a:t>
            </a:r>
          </a:p>
        </p:txBody>
      </p:sp>
      <p:sp>
        <p:nvSpPr>
          <p:cNvPr id="10" name="TextBox 9">
            <a:extLst>
              <a:ext uri="{FF2B5EF4-FFF2-40B4-BE49-F238E27FC236}">
                <a16:creationId xmlns:a16="http://schemas.microsoft.com/office/drawing/2014/main" id="{83A7CAEF-54D9-6036-EAE5-544884668A8E}"/>
              </a:ext>
            </a:extLst>
          </p:cNvPr>
          <p:cNvSpPr txBox="1"/>
          <p:nvPr/>
        </p:nvSpPr>
        <p:spPr>
          <a:xfrm>
            <a:off x="5597611" y="1618735"/>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2" name="Picture 6" descr="Databricks | NRI">
            <a:extLst>
              <a:ext uri="{FF2B5EF4-FFF2-40B4-BE49-F238E27FC236}">
                <a16:creationId xmlns:a16="http://schemas.microsoft.com/office/drawing/2014/main" id="{9F150BA7-5613-F879-4BC5-D28BC50173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43FE3437-4D77-E26C-BE79-0F355FFA99F8}"/>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3288770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4489BE0-C9C4-8CF8-1AEF-B9658E739A4A}"/>
              </a:ext>
            </a:extLst>
          </p:cNvPr>
          <p:cNvSpPr>
            <a:spLocks noGrp="1"/>
          </p:cNvSpPr>
          <p:nvPr>
            <p:ph type="title"/>
          </p:nvPr>
        </p:nvSpPr>
        <p:spPr/>
        <p:txBody>
          <a:bodyPr/>
          <a:lstStyle/>
          <a:p>
            <a:r>
              <a:rPr lang="en-US"/>
              <a:t>Large Bar Chart Gradient Version</a:t>
            </a:r>
          </a:p>
        </p:txBody>
      </p:sp>
      <p:sp>
        <p:nvSpPr>
          <p:cNvPr id="4" name="Text Placeholder 3">
            <a:extLst>
              <a:ext uri="{FF2B5EF4-FFF2-40B4-BE49-F238E27FC236}">
                <a16:creationId xmlns:a16="http://schemas.microsoft.com/office/drawing/2014/main" id="{0BD0F60A-C542-E06D-8AA9-08FBE73891C7}"/>
              </a:ext>
            </a:extLst>
          </p:cNvPr>
          <p:cNvSpPr>
            <a:spLocks noGrp="1"/>
          </p:cNvSpPr>
          <p:nvPr>
            <p:ph type="body" sz="quarter" idx="28"/>
          </p:nvPr>
        </p:nvSpPr>
        <p:spPr/>
        <p:txBody>
          <a:bodyPr>
            <a:normAutofit/>
          </a:bodyPr>
          <a:lstStyle/>
          <a:p>
            <a:endParaRPr lang="en-US"/>
          </a:p>
        </p:txBody>
      </p:sp>
      <p:sp>
        <p:nvSpPr>
          <p:cNvPr id="5" name="Text Placeholder 4">
            <a:extLst>
              <a:ext uri="{FF2B5EF4-FFF2-40B4-BE49-F238E27FC236}">
                <a16:creationId xmlns:a16="http://schemas.microsoft.com/office/drawing/2014/main" id="{8182C0D1-AA94-C87A-FD09-43B7500B891E}"/>
              </a:ext>
            </a:extLst>
          </p:cNvPr>
          <p:cNvSpPr>
            <a:spLocks noGrp="1"/>
          </p:cNvSpPr>
          <p:nvPr>
            <p:ph type="body" sz="quarter" idx="11"/>
          </p:nvPr>
        </p:nvSpPr>
        <p:spPr>
          <a:xfrm>
            <a:off x="647700" y="1211263"/>
            <a:ext cx="10896600" cy="479425"/>
          </a:xfrm>
        </p:spPr>
        <p:txBody>
          <a:bodyPr/>
          <a:lstStyle/>
          <a:p>
            <a:r>
              <a:rPr lang="en-US"/>
              <a:t>DARK MODE</a:t>
            </a:r>
          </a:p>
          <a:p>
            <a:endParaRPr lang="en-US"/>
          </a:p>
        </p:txBody>
      </p:sp>
      <p:graphicFrame>
        <p:nvGraphicFramePr>
          <p:cNvPr id="7" name="Диаграмма 15">
            <a:extLst>
              <a:ext uri="{FF2B5EF4-FFF2-40B4-BE49-F238E27FC236}">
                <a16:creationId xmlns:a16="http://schemas.microsoft.com/office/drawing/2014/main" id="{7734BA79-F5B4-0D60-28DE-23E46F93CC45}"/>
              </a:ext>
            </a:extLst>
          </p:cNvPr>
          <p:cNvGraphicFramePr/>
          <p:nvPr>
            <p:extLst>
              <p:ext uri="{D42A27DB-BD31-4B8C-83A1-F6EECF244321}">
                <p14:modId xmlns:p14="http://schemas.microsoft.com/office/powerpoint/2010/main" val="2147693154"/>
              </p:ext>
            </p:extLst>
          </p:nvPr>
        </p:nvGraphicFramePr>
        <p:xfrm>
          <a:off x="5592197" y="1528767"/>
          <a:ext cx="4803806" cy="4657725"/>
        </p:xfrm>
        <a:graphic>
          <a:graphicData uri="http://schemas.openxmlformats.org/drawingml/2006/chart">
            <c:chart xmlns:c="http://schemas.openxmlformats.org/drawingml/2006/chart" xmlns:r="http://schemas.openxmlformats.org/officeDocument/2006/relationships" r:id="rId2"/>
          </a:graphicData>
        </a:graphic>
      </p:graphicFrame>
      <p:sp>
        <p:nvSpPr>
          <p:cNvPr id="21" name="TextBox 20">
            <a:extLst>
              <a:ext uri="{FF2B5EF4-FFF2-40B4-BE49-F238E27FC236}">
                <a16:creationId xmlns:a16="http://schemas.microsoft.com/office/drawing/2014/main" id="{66B78AA7-CC51-9B45-F074-80CC41B12B1E}"/>
              </a:ext>
            </a:extLst>
          </p:cNvPr>
          <p:cNvSpPr txBox="1"/>
          <p:nvPr/>
        </p:nvSpPr>
        <p:spPr>
          <a:xfrm>
            <a:off x="647700" y="1676404"/>
            <a:ext cx="3670135" cy="423514"/>
          </a:xfrm>
          <a:prstGeom prst="rect">
            <a:avLst/>
          </a:prstGeom>
          <a:noFill/>
        </p:spPr>
        <p:txBody>
          <a:bodyPr wrap="square" lIns="0" rtlCol="0">
            <a:spAutoFit/>
          </a:bodyPr>
          <a:lstStyle/>
          <a:p>
            <a:pPr defTabSz="914377">
              <a:lnSpc>
                <a:spcPct val="150000"/>
              </a:lnSpc>
              <a:defRPr/>
            </a:pPr>
            <a:r>
              <a:rPr lang="en-US" sz="1600" b="1" kern="800" spc="133">
                <a:solidFill>
                  <a:schemeClr val="bg1"/>
                </a:solidFill>
                <a:latin typeface="Calibri"/>
                <a:cs typeface="Arial Black"/>
              </a:rPr>
              <a:t>TITLE OF CHART GOES HERE</a:t>
            </a:r>
          </a:p>
        </p:txBody>
      </p:sp>
      <p:sp>
        <p:nvSpPr>
          <p:cNvPr id="22" name="Text Placeholder 8">
            <a:extLst>
              <a:ext uri="{FF2B5EF4-FFF2-40B4-BE49-F238E27FC236}">
                <a16:creationId xmlns:a16="http://schemas.microsoft.com/office/drawing/2014/main" id="{9DC7D449-7B77-5812-84F2-63E89A95AAEA}"/>
              </a:ext>
            </a:extLst>
          </p:cNvPr>
          <p:cNvSpPr txBox="1">
            <a:spLocks/>
          </p:cNvSpPr>
          <p:nvPr/>
        </p:nvSpPr>
        <p:spPr>
          <a:xfrm>
            <a:off x="647700" y="2494129"/>
            <a:ext cx="2681288" cy="2013932"/>
          </a:xfrm>
          <a:prstGeom prst="rect">
            <a:avLst/>
          </a:prstGeom>
        </p:spPr>
        <p:txBody>
          <a:bodyPr lIns="0"/>
          <a:lstStyle>
            <a:lvl1pPr marL="0" indent="0" algn="l" defTabSz="914400" rtl="0" eaLnBrk="1" latinLnBrk="0" hangingPunct="1">
              <a:lnSpc>
                <a:spcPct val="100000"/>
              </a:lnSpc>
              <a:spcBef>
                <a:spcPts val="600"/>
              </a:spcBef>
              <a:spcAft>
                <a:spcPts val="0"/>
              </a:spcAft>
              <a:buFont typeface="Arial" panose="020B0604020202020204" pitchFamily="34" charset="0"/>
              <a:buNone/>
              <a:defRPr sz="2400" b="0" i="0" kern="1200">
                <a:solidFill>
                  <a:schemeClr val="bg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latin typeface="Calibri Light" panose="020F0302020204030204" pitchFamily="34" charset="0"/>
                <a:cs typeface="Calibri Light" panose="020F0302020204030204" pitchFamily="34" charset="0"/>
              </a:rPr>
              <a:t>Optional additional information or bullet points can go here.</a:t>
            </a:r>
          </a:p>
        </p:txBody>
      </p:sp>
      <p:pic>
        <p:nvPicPr>
          <p:cNvPr id="2" name="Picture 6" descr="Databricks | NRI">
            <a:extLst>
              <a:ext uri="{FF2B5EF4-FFF2-40B4-BE49-F238E27FC236}">
                <a16:creationId xmlns:a16="http://schemas.microsoft.com/office/drawing/2014/main" id="{FA1D9EFF-5BC9-47AC-4048-84382103D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027441E8-3EE8-19C3-23EA-B17990FE8AE0}"/>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3893290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3672E3-0F76-58C5-1CBE-CD2D1482536E}"/>
              </a:ext>
            </a:extLst>
          </p:cNvPr>
          <p:cNvSpPr>
            <a:spLocks noGrp="1"/>
          </p:cNvSpPr>
          <p:nvPr>
            <p:ph type="title"/>
          </p:nvPr>
        </p:nvSpPr>
        <p:spPr/>
        <p:txBody>
          <a:bodyPr/>
          <a:lstStyle/>
          <a:p>
            <a:r>
              <a:rPr lang="en-US"/>
              <a:t>Large Bar Chart Solid Version</a:t>
            </a:r>
          </a:p>
        </p:txBody>
      </p:sp>
      <p:sp>
        <p:nvSpPr>
          <p:cNvPr id="5" name="Text Placeholder 4">
            <a:extLst>
              <a:ext uri="{FF2B5EF4-FFF2-40B4-BE49-F238E27FC236}">
                <a16:creationId xmlns:a16="http://schemas.microsoft.com/office/drawing/2014/main" id="{8182C0D1-AA94-C87A-FD09-43B7500B891E}"/>
              </a:ext>
            </a:extLst>
          </p:cNvPr>
          <p:cNvSpPr>
            <a:spLocks noGrp="1"/>
          </p:cNvSpPr>
          <p:nvPr>
            <p:ph type="body" sz="quarter" idx="28"/>
          </p:nvPr>
        </p:nvSpPr>
        <p:spPr/>
        <p:txBody>
          <a:bodyPr>
            <a:normAutofit/>
          </a:bodyPr>
          <a:lstStyle/>
          <a:p>
            <a:r>
              <a:rPr lang="en-US"/>
              <a:t>SECTION TITLE</a:t>
            </a:r>
          </a:p>
        </p:txBody>
      </p:sp>
      <p:graphicFrame>
        <p:nvGraphicFramePr>
          <p:cNvPr id="7" name="Диаграмма 15">
            <a:extLst>
              <a:ext uri="{FF2B5EF4-FFF2-40B4-BE49-F238E27FC236}">
                <a16:creationId xmlns:a16="http://schemas.microsoft.com/office/drawing/2014/main" id="{7734BA79-F5B4-0D60-28DE-23E46F93CC45}"/>
              </a:ext>
            </a:extLst>
          </p:cNvPr>
          <p:cNvGraphicFramePr/>
          <p:nvPr>
            <p:extLst>
              <p:ext uri="{D42A27DB-BD31-4B8C-83A1-F6EECF244321}">
                <p14:modId xmlns:p14="http://schemas.microsoft.com/office/powerpoint/2010/main" val="2908935881"/>
              </p:ext>
            </p:extLst>
          </p:nvPr>
        </p:nvGraphicFramePr>
        <p:xfrm>
          <a:off x="5592197" y="1528767"/>
          <a:ext cx="4803806" cy="4657725"/>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 Placeholder 8">
            <a:extLst>
              <a:ext uri="{FF2B5EF4-FFF2-40B4-BE49-F238E27FC236}">
                <a16:creationId xmlns:a16="http://schemas.microsoft.com/office/drawing/2014/main" id="{269550C8-B381-EA1E-5265-47487BE7A339}"/>
              </a:ext>
            </a:extLst>
          </p:cNvPr>
          <p:cNvSpPr txBox="1">
            <a:spLocks/>
          </p:cNvSpPr>
          <p:nvPr/>
        </p:nvSpPr>
        <p:spPr>
          <a:xfrm>
            <a:off x="647700" y="2494129"/>
            <a:ext cx="2681288" cy="2013932"/>
          </a:xfrm>
          <a:prstGeom prst="rect">
            <a:avLst/>
          </a:prstGeom>
        </p:spPr>
        <p:txBody>
          <a:bodyPr lIns="0"/>
          <a:lstStyle>
            <a:lvl1pPr marL="0" indent="0" algn="l" defTabSz="914400" rtl="0" eaLnBrk="1" latinLnBrk="0" hangingPunct="1">
              <a:lnSpc>
                <a:spcPct val="100000"/>
              </a:lnSpc>
              <a:spcBef>
                <a:spcPts val="600"/>
              </a:spcBef>
              <a:spcAft>
                <a:spcPts val="0"/>
              </a:spcAft>
              <a:buFont typeface="Arial" panose="020B0604020202020204" pitchFamily="34" charset="0"/>
              <a:buNone/>
              <a:defRPr sz="2400" b="0" i="0" kern="1200">
                <a:solidFill>
                  <a:schemeClr val="bg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sz="1800" b="0" i="0" kern="120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latin typeface="Calibri Light" panose="020F0302020204030204" pitchFamily="34" charset="0"/>
                <a:cs typeface="Calibri Light" panose="020F0302020204030204" pitchFamily="34" charset="0"/>
              </a:rPr>
              <a:t>Optional additional information or bullet points can go here.</a:t>
            </a:r>
          </a:p>
        </p:txBody>
      </p:sp>
      <p:pic>
        <p:nvPicPr>
          <p:cNvPr id="2" name="Picture 6" descr="Databricks | NRI">
            <a:extLst>
              <a:ext uri="{FF2B5EF4-FFF2-40B4-BE49-F238E27FC236}">
                <a16:creationId xmlns:a16="http://schemas.microsoft.com/office/drawing/2014/main" id="{55433FE7-8AA2-6586-ECB7-A6148788E0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0B765AFC-0F4E-B185-AC4F-AE34779EF60F}"/>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9915239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BDE66D6-2A93-6624-C32A-55FAC85AA3F7}"/>
              </a:ext>
            </a:extLst>
          </p:cNvPr>
          <p:cNvSpPr>
            <a:spLocks noGrp="1"/>
          </p:cNvSpPr>
          <p:nvPr>
            <p:ph type="title"/>
          </p:nvPr>
        </p:nvSpPr>
        <p:spPr/>
        <p:txBody>
          <a:bodyPr/>
          <a:lstStyle/>
          <a:p>
            <a:r>
              <a:rPr lang="en-US"/>
              <a:t>Bar Graphs</a:t>
            </a:r>
            <a:br>
              <a:rPr lang="en-US"/>
            </a:br>
            <a:endParaRPr lang="en-US"/>
          </a:p>
        </p:txBody>
      </p:sp>
      <p:sp>
        <p:nvSpPr>
          <p:cNvPr id="4" name="Text Placeholder 3">
            <a:extLst>
              <a:ext uri="{FF2B5EF4-FFF2-40B4-BE49-F238E27FC236}">
                <a16:creationId xmlns:a16="http://schemas.microsoft.com/office/drawing/2014/main" id="{961379D0-FFC7-6F1F-316E-839C4D0291D9}"/>
              </a:ext>
            </a:extLst>
          </p:cNvPr>
          <p:cNvSpPr>
            <a:spLocks noGrp="1"/>
          </p:cNvSpPr>
          <p:nvPr>
            <p:ph type="body" sz="quarter" idx="28"/>
          </p:nvPr>
        </p:nvSpPr>
        <p:spPr>
          <a:xfrm>
            <a:off x="647700" y="419100"/>
            <a:ext cx="3611563" cy="225425"/>
          </a:xfrm>
        </p:spPr>
        <p:txBody>
          <a:bodyPr>
            <a:normAutofit/>
          </a:bodyPr>
          <a:lstStyle/>
          <a:p>
            <a:r>
              <a:rPr lang="en-US"/>
              <a:t>Gradient Option 2</a:t>
            </a:r>
          </a:p>
        </p:txBody>
      </p:sp>
      <p:sp>
        <p:nvSpPr>
          <p:cNvPr id="14" name="Text Placeholder 13">
            <a:extLst>
              <a:ext uri="{FF2B5EF4-FFF2-40B4-BE49-F238E27FC236}">
                <a16:creationId xmlns:a16="http://schemas.microsoft.com/office/drawing/2014/main" id="{DE628692-6F34-46BE-4D94-C57A10687F35}"/>
              </a:ext>
            </a:extLst>
          </p:cNvPr>
          <p:cNvSpPr>
            <a:spLocks noGrp="1"/>
          </p:cNvSpPr>
          <p:nvPr>
            <p:ph type="body" sz="quarter" idx="11"/>
          </p:nvPr>
        </p:nvSpPr>
        <p:spPr>
          <a:xfrm>
            <a:off x="647700" y="1211263"/>
            <a:ext cx="10896600" cy="479425"/>
          </a:xfrm>
        </p:spPr>
        <p:txBody>
          <a:bodyPr/>
          <a:lstStyle/>
          <a:p>
            <a:r>
              <a:rPr lang="en-US"/>
              <a:t>DARK MODE</a:t>
            </a:r>
          </a:p>
        </p:txBody>
      </p:sp>
      <p:sp>
        <p:nvSpPr>
          <p:cNvPr id="51" name="TextBox 50">
            <a:extLst>
              <a:ext uri="{FF2B5EF4-FFF2-40B4-BE49-F238E27FC236}">
                <a16:creationId xmlns:a16="http://schemas.microsoft.com/office/drawing/2014/main" id="{9695AA35-EDFC-C85D-1739-0C20268F0851}"/>
              </a:ext>
            </a:extLst>
          </p:cNvPr>
          <p:cNvSpPr txBox="1"/>
          <p:nvPr/>
        </p:nvSpPr>
        <p:spPr>
          <a:xfrm>
            <a:off x="5445211" y="1466335"/>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sp>
        <p:nvSpPr>
          <p:cNvPr id="11" name="TextBox 10">
            <a:extLst>
              <a:ext uri="{FF2B5EF4-FFF2-40B4-BE49-F238E27FC236}">
                <a16:creationId xmlns:a16="http://schemas.microsoft.com/office/drawing/2014/main" id="{9B24E6A5-F003-B61E-FED8-EDF1839F8A3D}"/>
              </a:ext>
            </a:extLst>
          </p:cNvPr>
          <p:cNvSpPr txBox="1"/>
          <p:nvPr/>
        </p:nvSpPr>
        <p:spPr>
          <a:xfrm>
            <a:off x="2017562" y="2582544"/>
            <a:ext cx="3670135" cy="420756"/>
          </a:xfrm>
          <a:prstGeom prst="rect">
            <a:avLst/>
          </a:prstGeom>
          <a:noFill/>
        </p:spPr>
        <p:txBody>
          <a:bodyPr wrap="square" rtlCol="0">
            <a:spAutoFit/>
          </a:bodyPr>
          <a:lstStyle/>
          <a:p>
            <a:pPr algn="ctr" defTabSz="914377">
              <a:defRPr/>
            </a:pPr>
            <a:r>
              <a:rPr lang="en-US" sz="1067" b="1" kern="800" spc="133">
                <a:solidFill>
                  <a:schemeClr val="bg1"/>
                </a:solidFill>
                <a:latin typeface="Calibri"/>
                <a:cs typeface="Arial Black"/>
              </a:rPr>
              <a:t>REVENUES BY INDUSTRY VERTICAL</a:t>
            </a:r>
          </a:p>
          <a:p>
            <a:pPr algn="ctr" defTabSz="914377">
              <a:defRPr/>
            </a:pPr>
            <a:r>
              <a:rPr lang="en-US" sz="1000" b="1" kern="800" spc="133">
                <a:solidFill>
                  <a:schemeClr val="bg1"/>
                </a:solidFill>
                <a:latin typeface="Calibri"/>
                <a:cs typeface="Arial Black"/>
              </a:rPr>
              <a:t>(Reported $ &amp; YoY Growth)</a:t>
            </a:r>
          </a:p>
        </p:txBody>
      </p:sp>
      <p:sp>
        <p:nvSpPr>
          <p:cNvPr id="62" name="TextBox 61">
            <a:extLst>
              <a:ext uri="{FF2B5EF4-FFF2-40B4-BE49-F238E27FC236}">
                <a16:creationId xmlns:a16="http://schemas.microsoft.com/office/drawing/2014/main" id="{ECA7DE11-F69A-5E4A-82CC-9A3062ABC5CE}"/>
              </a:ext>
            </a:extLst>
          </p:cNvPr>
          <p:cNvSpPr txBox="1"/>
          <p:nvPr/>
        </p:nvSpPr>
        <p:spPr>
          <a:xfrm>
            <a:off x="5996951" y="2578288"/>
            <a:ext cx="3586557" cy="425822"/>
          </a:xfrm>
          <a:prstGeom prst="rect">
            <a:avLst/>
          </a:prstGeom>
          <a:noFill/>
        </p:spPr>
        <p:txBody>
          <a:bodyPr wrap="square" rtlCol="0">
            <a:spAutoFit/>
          </a:bodyPr>
          <a:lstStyle/>
          <a:p>
            <a:pPr algn="ctr" defTabSz="914377">
              <a:defRPr/>
            </a:pPr>
            <a:r>
              <a:rPr lang="en-US" sz="1067" b="1" kern="800" spc="133">
                <a:solidFill>
                  <a:schemeClr val="bg1"/>
                </a:solidFill>
                <a:latin typeface="Calibri"/>
                <a:cs typeface="Arial Black"/>
              </a:rPr>
              <a:t>REVENUES BY GEOGRAPHY</a:t>
            </a:r>
          </a:p>
          <a:p>
            <a:pPr algn="ctr" defTabSz="914377">
              <a:defRPr/>
            </a:pPr>
            <a:r>
              <a:rPr lang="en-US" sz="1000" b="1" kern="800" spc="133">
                <a:solidFill>
                  <a:schemeClr val="bg1"/>
                </a:solidFill>
                <a:latin typeface="Calibri"/>
                <a:cs typeface="Arial Black"/>
              </a:rPr>
              <a:t>(Reported $ &amp; YoY Growth)</a:t>
            </a:r>
          </a:p>
        </p:txBody>
      </p:sp>
      <p:graphicFrame>
        <p:nvGraphicFramePr>
          <p:cNvPr id="81" name="Chart 80">
            <a:extLst>
              <a:ext uri="{FF2B5EF4-FFF2-40B4-BE49-F238E27FC236}">
                <a16:creationId xmlns:a16="http://schemas.microsoft.com/office/drawing/2014/main" id="{B0A70B4D-0ED8-3A96-2511-3FE5BB1147C1}"/>
              </a:ext>
            </a:extLst>
          </p:cNvPr>
          <p:cNvGraphicFramePr/>
          <p:nvPr>
            <p:extLst>
              <p:ext uri="{D42A27DB-BD31-4B8C-83A1-F6EECF244321}">
                <p14:modId xmlns:p14="http://schemas.microsoft.com/office/powerpoint/2010/main" val="3451953058"/>
              </p:ext>
            </p:extLst>
          </p:nvPr>
        </p:nvGraphicFramePr>
        <p:xfrm>
          <a:off x="6540668" y="3068319"/>
          <a:ext cx="2316799" cy="2315285"/>
        </p:xfrm>
        <a:graphic>
          <a:graphicData uri="http://schemas.openxmlformats.org/drawingml/2006/chart">
            <c:chart xmlns:c="http://schemas.openxmlformats.org/drawingml/2006/chart" xmlns:r="http://schemas.openxmlformats.org/officeDocument/2006/relationships" r:id="rId2"/>
          </a:graphicData>
        </a:graphic>
      </p:graphicFrame>
      <p:grpSp>
        <p:nvGrpSpPr>
          <p:cNvPr id="48" name="Group 47">
            <a:extLst>
              <a:ext uri="{FF2B5EF4-FFF2-40B4-BE49-F238E27FC236}">
                <a16:creationId xmlns:a16="http://schemas.microsoft.com/office/drawing/2014/main" id="{05370DA7-F06D-DB84-ECD9-3BFF30AA5E99}"/>
              </a:ext>
            </a:extLst>
          </p:cNvPr>
          <p:cNvGrpSpPr/>
          <p:nvPr/>
        </p:nvGrpSpPr>
        <p:grpSpPr>
          <a:xfrm>
            <a:off x="2376424" y="3361533"/>
            <a:ext cx="2852140" cy="2855402"/>
            <a:chOff x="1197864" y="3229453"/>
            <a:chExt cx="2852140" cy="2855402"/>
          </a:xfrm>
        </p:grpSpPr>
        <p:graphicFrame>
          <p:nvGraphicFramePr>
            <p:cNvPr id="47" name="Chart 46">
              <a:extLst>
                <a:ext uri="{FF2B5EF4-FFF2-40B4-BE49-F238E27FC236}">
                  <a16:creationId xmlns:a16="http://schemas.microsoft.com/office/drawing/2014/main" id="{F4C403E3-62AD-F8ED-A395-88AAD72C4016}"/>
                </a:ext>
              </a:extLst>
            </p:cNvPr>
            <p:cNvGraphicFramePr/>
            <p:nvPr>
              <p:extLst>
                <p:ext uri="{D42A27DB-BD31-4B8C-83A1-F6EECF244321}">
                  <p14:modId xmlns:p14="http://schemas.microsoft.com/office/powerpoint/2010/main" val="2824834666"/>
                </p:ext>
              </p:extLst>
            </p:nvPr>
          </p:nvGraphicFramePr>
          <p:xfrm>
            <a:off x="1197864" y="3229453"/>
            <a:ext cx="2852140" cy="2855402"/>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23A279F2-6E2F-7A66-1A0B-6F1E14E8AAE1}"/>
                </a:ext>
              </a:extLst>
            </p:cNvPr>
            <p:cNvSpPr/>
            <p:nvPr/>
          </p:nvSpPr>
          <p:spPr>
            <a:xfrm>
              <a:off x="1679388" y="3399104"/>
              <a:ext cx="381836" cy="230832"/>
            </a:xfrm>
            <a:prstGeom prst="rect">
              <a:avLst/>
            </a:prstGeom>
          </p:spPr>
          <p:txBody>
            <a:bodyPr wrap="none">
              <a:spAutoFit/>
            </a:bodyPr>
            <a:lstStyle/>
            <a:p>
              <a:pPr algn="r" defTabSz="685783">
                <a:defRPr/>
              </a:pPr>
              <a:r>
                <a:rPr lang="en-US" sz="900">
                  <a:solidFill>
                    <a:schemeClr val="bg1"/>
                  </a:solidFill>
                </a:rPr>
                <a:t>50%</a:t>
              </a:r>
            </a:p>
          </p:txBody>
        </p:sp>
        <p:sp>
          <p:nvSpPr>
            <p:cNvPr id="9" name="Rectangle 8">
              <a:extLst>
                <a:ext uri="{FF2B5EF4-FFF2-40B4-BE49-F238E27FC236}">
                  <a16:creationId xmlns:a16="http://schemas.microsoft.com/office/drawing/2014/main" id="{1C1C7A71-AFC7-A08A-3AB4-F5927BB8C22A}"/>
                </a:ext>
              </a:extLst>
            </p:cNvPr>
            <p:cNvSpPr/>
            <p:nvPr/>
          </p:nvSpPr>
          <p:spPr>
            <a:xfrm>
              <a:off x="2030464" y="3596640"/>
              <a:ext cx="381836" cy="230832"/>
            </a:xfrm>
            <a:prstGeom prst="rect">
              <a:avLst/>
            </a:prstGeom>
          </p:spPr>
          <p:txBody>
            <a:bodyPr wrap="none">
              <a:spAutoFit/>
            </a:bodyPr>
            <a:lstStyle/>
            <a:p>
              <a:pPr algn="r" defTabSz="685783">
                <a:defRPr/>
              </a:pPr>
              <a:r>
                <a:rPr lang="en-US" sz="900">
                  <a:solidFill>
                    <a:schemeClr val="bg1"/>
                  </a:solidFill>
                </a:rPr>
                <a:t>40%</a:t>
              </a:r>
            </a:p>
          </p:txBody>
        </p:sp>
        <p:sp>
          <p:nvSpPr>
            <p:cNvPr id="16" name="Rectangle 15">
              <a:extLst>
                <a:ext uri="{FF2B5EF4-FFF2-40B4-BE49-F238E27FC236}">
                  <a16:creationId xmlns:a16="http://schemas.microsoft.com/office/drawing/2014/main" id="{71333068-EA6A-BCBD-D5BD-8E332F83D9AD}"/>
                </a:ext>
              </a:extLst>
            </p:cNvPr>
            <p:cNvSpPr/>
            <p:nvPr/>
          </p:nvSpPr>
          <p:spPr>
            <a:xfrm>
              <a:off x="2408416" y="3627120"/>
              <a:ext cx="381836" cy="230832"/>
            </a:xfrm>
            <a:prstGeom prst="rect">
              <a:avLst/>
            </a:prstGeom>
          </p:spPr>
          <p:txBody>
            <a:bodyPr wrap="none">
              <a:spAutoFit/>
            </a:bodyPr>
            <a:lstStyle/>
            <a:p>
              <a:pPr algn="r" defTabSz="685783">
                <a:defRPr/>
              </a:pPr>
              <a:r>
                <a:rPr lang="en-US" sz="900">
                  <a:solidFill>
                    <a:schemeClr val="bg1"/>
                  </a:solidFill>
                </a:rPr>
                <a:t>39%</a:t>
              </a:r>
            </a:p>
          </p:txBody>
        </p:sp>
        <p:sp>
          <p:nvSpPr>
            <p:cNvPr id="24" name="Rectangle 23">
              <a:extLst>
                <a:ext uri="{FF2B5EF4-FFF2-40B4-BE49-F238E27FC236}">
                  <a16:creationId xmlns:a16="http://schemas.microsoft.com/office/drawing/2014/main" id="{67280CB5-119D-8907-F4EB-ACC2741F9AD4}"/>
                </a:ext>
              </a:extLst>
            </p:cNvPr>
            <p:cNvSpPr/>
            <p:nvPr/>
          </p:nvSpPr>
          <p:spPr>
            <a:xfrm>
              <a:off x="2798561" y="3892296"/>
              <a:ext cx="381836" cy="230832"/>
            </a:xfrm>
            <a:prstGeom prst="rect">
              <a:avLst/>
            </a:prstGeom>
          </p:spPr>
          <p:txBody>
            <a:bodyPr wrap="none">
              <a:spAutoFit/>
            </a:bodyPr>
            <a:lstStyle/>
            <a:p>
              <a:pPr algn="r" defTabSz="685783">
                <a:defRPr/>
              </a:pPr>
              <a:r>
                <a:rPr lang="en-US" sz="900">
                  <a:solidFill>
                    <a:schemeClr val="bg1"/>
                  </a:solidFill>
                </a:rPr>
                <a:t>29%</a:t>
              </a:r>
            </a:p>
          </p:txBody>
        </p:sp>
        <p:sp>
          <p:nvSpPr>
            <p:cNvPr id="33" name="Rectangle 32">
              <a:extLst>
                <a:ext uri="{FF2B5EF4-FFF2-40B4-BE49-F238E27FC236}">
                  <a16:creationId xmlns:a16="http://schemas.microsoft.com/office/drawing/2014/main" id="{1EFA12B1-8D23-0778-4135-9E8E8679A74F}"/>
                </a:ext>
              </a:extLst>
            </p:cNvPr>
            <p:cNvSpPr/>
            <p:nvPr/>
          </p:nvSpPr>
          <p:spPr>
            <a:xfrm>
              <a:off x="3167369" y="3968496"/>
              <a:ext cx="381836" cy="230832"/>
            </a:xfrm>
            <a:prstGeom prst="rect">
              <a:avLst/>
            </a:prstGeom>
          </p:spPr>
          <p:txBody>
            <a:bodyPr wrap="none">
              <a:spAutoFit/>
            </a:bodyPr>
            <a:lstStyle/>
            <a:p>
              <a:pPr algn="r" defTabSz="685783">
                <a:defRPr/>
              </a:pPr>
              <a:r>
                <a:rPr lang="en-US" sz="900">
                  <a:solidFill>
                    <a:schemeClr val="bg1"/>
                  </a:solidFill>
                </a:rPr>
                <a:t>22%</a:t>
              </a:r>
            </a:p>
          </p:txBody>
        </p:sp>
        <p:sp>
          <p:nvSpPr>
            <p:cNvPr id="34" name="Rectangle 33">
              <a:extLst>
                <a:ext uri="{FF2B5EF4-FFF2-40B4-BE49-F238E27FC236}">
                  <a16:creationId xmlns:a16="http://schemas.microsoft.com/office/drawing/2014/main" id="{0CFC2228-85EE-CFA0-A6E4-002DEDDDBAE7}"/>
                </a:ext>
              </a:extLst>
            </p:cNvPr>
            <p:cNvSpPr/>
            <p:nvPr/>
          </p:nvSpPr>
          <p:spPr>
            <a:xfrm>
              <a:off x="3523985" y="3273552"/>
              <a:ext cx="381836" cy="230832"/>
            </a:xfrm>
            <a:prstGeom prst="rect">
              <a:avLst/>
            </a:prstGeom>
          </p:spPr>
          <p:txBody>
            <a:bodyPr wrap="none">
              <a:spAutoFit/>
            </a:bodyPr>
            <a:lstStyle/>
            <a:p>
              <a:pPr algn="r" defTabSz="685783">
                <a:defRPr/>
              </a:pPr>
              <a:r>
                <a:rPr lang="en-US" sz="900">
                  <a:solidFill>
                    <a:schemeClr val="bg1"/>
                  </a:solidFill>
                </a:rPr>
                <a:t>58%</a:t>
              </a:r>
            </a:p>
          </p:txBody>
        </p:sp>
      </p:grpSp>
      <p:sp>
        <p:nvSpPr>
          <p:cNvPr id="40" name="TextBox 39">
            <a:extLst>
              <a:ext uri="{FF2B5EF4-FFF2-40B4-BE49-F238E27FC236}">
                <a16:creationId xmlns:a16="http://schemas.microsoft.com/office/drawing/2014/main" id="{E9B15ED1-329E-A856-1992-3C38DC450427}"/>
              </a:ext>
            </a:extLst>
          </p:cNvPr>
          <p:cNvSpPr txBox="1"/>
          <p:nvPr/>
        </p:nvSpPr>
        <p:spPr>
          <a:xfrm>
            <a:off x="10444480" y="2479040"/>
            <a:ext cx="0" cy="0"/>
          </a:xfrm>
          <a:prstGeom prst="rect">
            <a:avLst/>
          </a:prstGeom>
          <a:noFill/>
        </p:spPr>
        <p:txBody>
          <a:bodyPr wrap="none" lIns="0" tIns="0" rIns="0" bIns="0" rtlCol="0">
            <a:noAutofit/>
          </a:bodyPr>
          <a:lstStyle/>
          <a:p>
            <a:pPr>
              <a:lnSpc>
                <a:spcPct val="110000"/>
              </a:lnSpc>
              <a:spcBef>
                <a:spcPts val="600"/>
              </a:spcBef>
            </a:pPr>
            <a:endParaRPr lang="en-US" sz="1200" err="1">
              <a:ea typeface="Human Sans" charset="0"/>
              <a:cs typeface="Human Sans" charset="0"/>
            </a:endParaRPr>
          </a:p>
        </p:txBody>
      </p:sp>
      <p:pic>
        <p:nvPicPr>
          <p:cNvPr id="2" name="Picture 6" descr="Databricks | NRI">
            <a:extLst>
              <a:ext uri="{FF2B5EF4-FFF2-40B4-BE49-F238E27FC236}">
                <a16:creationId xmlns:a16="http://schemas.microsoft.com/office/drawing/2014/main" id="{E66411A6-1ABB-A0CD-F859-4D842BC7FE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CF32A8AB-4628-7CDD-50B3-01A02CA29AB2}"/>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495544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94E6D9-BEE7-7FD1-EEB0-85FA88B3A9B5}"/>
              </a:ext>
            </a:extLst>
          </p:cNvPr>
          <p:cNvSpPr>
            <a:spLocks noGrp="1"/>
          </p:cNvSpPr>
          <p:nvPr>
            <p:ph type="title"/>
          </p:nvPr>
        </p:nvSpPr>
        <p:spPr/>
        <p:txBody>
          <a:bodyPr/>
          <a:lstStyle/>
          <a:p>
            <a:r>
              <a:rPr lang="en-US"/>
              <a:t>Our Approach</a:t>
            </a:r>
          </a:p>
        </p:txBody>
      </p:sp>
      <p:sp>
        <p:nvSpPr>
          <p:cNvPr id="10" name="Text Placeholder 4">
            <a:extLst>
              <a:ext uri="{FF2B5EF4-FFF2-40B4-BE49-F238E27FC236}">
                <a16:creationId xmlns:a16="http://schemas.microsoft.com/office/drawing/2014/main" id="{FD7D51C4-84CA-AFB2-0655-6A6DA284AD4F}"/>
              </a:ext>
            </a:extLst>
          </p:cNvPr>
          <p:cNvSpPr>
            <a:spLocks noGrp="1"/>
          </p:cNvSpPr>
          <p:nvPr>
            <p:ph type="body" sz="quarter" idx="28"/>
          </p:nvPr>
        </p:nvSpPr>
        <p:spPr/>
        <p:txBody>
          <a:bodyPr>
            <a:normAutofit/>
          </a:bodyPr>
          <a:lstStyle/>
          <a:p>
            <a:r>
              <a:rPr lang="en-US"/>
              <a:t>Program Overview</a:t>
            </a:r>
          </a:p>
        </p:txBody>
      </p:sp>
      <p:graphicFrame>
        <p:nvGraphicFramePr>
          <p:cNvPr id="11" name="Table 10">
            <a:extLst>
              <a:ext uri="{FF2B5EF4-FFF2-40B4-BE49-F238E27FC236}">
                <a16:creationId xmlns:a16="http://schemas.microsoft.com/office/drawing/2014/main" id="{EAE40163-B712-C62D-DE16-677F72D133DC}"/>
              </a:ext>
            </a:extLst>
          </p:cNvPr>
          <p:cNvGraphicFramePr>
            <a:graphicFrameLocks noGrp="1"/>
          </p:cNvGraphicFramePr>
          <p:nvPr>
            <p:extLst>
              <p:ext uri="{D42A27DB-BD31-4B8C-83A1-F6EECF244321}">
                <p14:modId xmlns:p14="http://schemas.microsoft.com/office/powerpoint/2010/main" val="1454326727"/>
              </p:ext>
            </p:extLst>
          </p:nvPr>
        </p:nvGraphicFramePr>
        <p:xfrm>
          <a:off x="647700" y="1579526"/>
          <a:ext cx="10896600" cy="998574"/>
        </p:xfrm>
        <a:graphic>
          <a:graphicData uri="http://schemas.openxmlformats.org/drawingml/2006/table">
            <a:tbl>
              <a:tblPr firstRow="1" bandRow="1">
                <a:tableStyleId>{2D5ABB26-0587-4C30-8999-92F81FD0307C}</a:tableStyleId>
              </a:tblPr>
              <a:tblGrid>
                <a:gridCol w="544830">
                  <a:extLst>
                    <a:ext uri="{9D8B030D-6E8A-4147-A177-3AD203B41FA5}">
                      <a16:colId xmlns:a16="http://schemas.microsoft.com/office/drawing/2014/main" val="20000"/>
                    </a:ext>
                  </a:extLst>
                </a:gridCol>
                <a:gridCol w="544830">
                  <a:extLst>
                    <a:ext uri="{9D8B030D-6E8A-4147-A177-3AD203B41FA5}">
                      <a16:colId xmlns:a16="http://schemas.microsoft.com/office/drawing/2014/main" val="20001"/>
                    </a:ext>
                  </a:extLst>
                </a:gridCol>
                <a:gridCol w="544830">
                  <a:extLst>
                    <a:ext uri="{9D8B030D-6E8A-4147-A177-3AD203B41FA5}">
                      <a16:colId xmlns:a16="http://schemas.microsoft.com/office/drawing/2014/main" val="20002"/>
                    </a:ext>
                  </a:extLst>
                </a:gridCol>
                <a:gridCol w="544830">
                  <a:extLst>
                    <a:ext uri="{9D8B030D-6E8A-4147-A177-3AD203B41FA5}">
                      <a16:colId xmlns:a16="http://schemas.microsoft.com/office/drawing/2014/main" val="20003"/>
                    </a:ext>
                  </a:extLst>
                </a:gridCol>
                <a:gridCol w="544830">
                  <a:extLst>
                    <a:ext uri="{9D8B030D-6E8A-4147-A177-3AD203B41FA5}">
                      <a16:colId xmlns:a16="http://schemas.microsoft.com/office/drawing/2014/main" val="20004"/>
                    </a:ext>
                  </a:extLst>
                </a:gridCol>
                <a:gridCol w="544830">
                  <a:extLst>
                    <a:ext uri="{9D8B030D-6E8A-4147-A177-3AD203B41FA5}">
                      <a16:colId xmlns:a16="http://schemas.microsoft.com/office/drawing/2014/main" val="20005"/>
                    </a:ext>
                  </a:extLst>
                </a:gridCol>
                <a:gridCol w="544830">
                  <a:extLst>
                    <a:ext uri="{9D8B030D-6E8A-4147-A177-3AD203B41FA5}">
                      <a16:colId xmlns:a16="http://schemas.microsoft.com/office/drawing/2014/main" val="20006"/>
                    </a:ext>
                  </a:extLst>
                </a:gridCol>
                <a:gridCol w="544830">
                  <a:extLst>
                    <a:ext uri="{9D8B030D-6E8A-4147-A177-3AD203B41FA5}">
                      <a16:colId xmlns:a16="http://schemas.microsoft.com/office/drawing/2014/main" val="20007"/>
                    </a:ext>
                  </a:extLst>
                </a:gridCol>
                <a:gridCol w="544830">
                  <a:extLst>
                    <a:ext uri="{9D8B030D-6E8A-4147-A177-3AD203B41FA5}">
                      <a16:colId xmlns:a16="http://schemas.microsoft.com/office/drawing/2014/main" val="20008"/>
                    </a:ext>
                  </a:extLst>
                </a:gridCol>
                <a:gridCol w="544830">
                  <a:extLst>
                    <a:ext uri="{9D8B030D-6E8A-4147-A177-3AD203B41FA5}">
                      <a16:colId xmlns:a16="http://schemas.microsoft.com/office/drawing/2014/main" val="20009"/>
                    </a:ext>
                  </a:extLst>
                </a:gridCol>
                <a:gridCol w="544830">
                  <a:extLst>
                    <a:ext uri="{9D8B030D-6E8A-4147-A177-3AD203B41FA5}">
                      <a16:colId xmlns:a16="http://schemas.microsoft.com/office/drawing/2014/main" val="20010"/>
                    </a:ext>
                  </a:extLst>
                </a:gridCol>
                <a:gridCol w="544830">
                  <a:extLst>
                    <a:ext uri="{9D8B030D-6E8A-4147-A177-3AD203B41FA5}">
                      <a16:colId xmlns:a16="http://schemas.microsoft.com/office/drawing/2014/main" val="20011"/>
                    </a:ext>
                  </a:extLst>
                </a:gridCol>
                <a:gridCol w="544830">
                  <a:extLst>
                    <a:ext uri="{9D8B030D-6E8A-4147-A177-3AD203B41FA5}">
                      <a16:colId xmlns:a16="http://schemas.microsoft.com/office/drawing/2014/main" val="20012"/>
                    </a:ext>
                  </a:extLst>
                </a:gridCol>
                <a:gridCol w="544830">
                  <a:extLst>
                    <a:ext uri="{9D8B030D-6E8A-4147-A177-3AD203B41FA5}">
                      <a16:colId xmlns:a16="http://schemas.microsoft.com/office/drawing/2014/main" val="20013"/>
                    </a:ext>
                  </a:extLst>
                </a:gridCol>
                <a:gridCol w="544830">
                  <a:extLst>
                    <a:ext uri="{9D8B030D-6E8A-4147-A177-3AD203B41FA5}">
                      <a16:colId xmlns:a16="http://schemas.microsoft.com/office/drawing/2014/main" val="20014"/>
                    </a:ext>
                  </a:extLst>
                </a:gridCol>
                <a:gridCol w="544830">
                  <a:extLst>
                    <a:ext uri="{9D8B030D-6E8A-4147-A177-3AD203B41FA5}">
                      <a16:colId xmlns:a16="http://schemas.microsoft.com/office/drawing/2014/main" val="20015"/>
                    </a:ext>
                  </a:extLst>
                </a:gridCol>
                <a:gridCol w="544830">
                  <a:extLst>
                    <a:ext uri="{9D8B030D-6E8A-4147-A177-3AD203B41FA5}">
                      <a16:colId xmlns:a16="http://schemas.microsoft.com/office/drawing/2014/main" val="20016"/>
                    </a:ext>
                  </a:extLst>
                </a:gridCol>
                <a:gridCol w="544830">
                  <a:extLst>
                    <a:ext uri="{9D8B030D-6E8A-4147-A177-3AD203B41FA5}">
                      <a16:colId xmlns:a16="http://schemas.microsoft.com/office/drawing/2014/main" val="20017"/>
                    </a:ext>
                  </a:extLst>
                </a:gridCol>
                <a:gridCol w="544830">
                  <a:extLst>
                    <a:ext uri="{9D8B030D-6E8A-4147-A177-3AD203B41FA5}">
                      <a16:colId xmlns:a16="http://schemas.microsoft.com/office/drawing/2014/main" val="20018"/>
                    </a:ext>
                  </a:extLst>
                </a:gridCol>
                <a:gridCol w="544830">
                  <a:extLst>
                    <a:ext uri="{9D8B030D-6E8A-4147-A177-3AD203B41FA5}">
                      <a16:colId xmlns:a16="http://schemas.microsoft.com/office/drawing/2014/main" val="20019"/>
                    </a:ext>
                  </a:extLst>
                </a:gridCol>
              </a:tblGrid>
              <a:tr h="283520">
                <a:tc gridSpan="4">
                  <a:txBody>
                    <a:bodyPr/>
                    <a:lstStyle/>
                    <a:p>
                      <a:pPr algn="ctr"/>
                      <a:r>
                        <a:rPr lang="en-US" sz="800" b="0" i="0" cap="none" baseline="0">
                          <a:solidFill>
                            <a:schemeClr val="tx1"/>
                          </a:solidFill>
                          <a:latin typeface="+mn-lt"/>
                          <a:ea typeface="Calibri Regular" charset="0"/>
                          <a:cs typeface="Calibri Regular" charset="0"/>
                        </a:rPr>
                        <a:t>MONTH 1</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800" b="0" i="0" cap="none" baseline="0">
                          <a:solidFill>
                            <a:schemeClr val="tx1"/>
                          </a:solidFill>
                          <a:latin typeface="+mn-lt"/>
                          <a:ea typeface="Calibri Regular" charset="0"/>
                          <a:cs typeface="Calibri Regular" charset="0"/>
                        </a:rPr>
                        <a:t>MONTH 2</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800" b="0" i="0" cap="none" baseline="0">
                          <a:solidFill>
                            <a:schemeClr val="tx1"/>
                          </a:solidFill>
                          <a:latin typeface="+mn-lt"/>
                          <a:ea typeface="Calibri Regular" charset="0"/>
                          <a:cs typeface="Calibri Regular" charset="0"/>
                        </a:rPr>
                        <a:t>MONTH 3</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800" b="0" i="0" cap="none" baseline="0">
                          <a:solidFill>
                            <a:schemeClr val="tx1"/>
                          </a:solidFill>
                          <a:latin typeface="+mn-lt"/>
                          <a:ea typeface="Calibri Regular" charset="0"/>
                          <a:cs typeface="Calibri Regular" charset="0"/>
                        </a:rPr>
                        <a:t>MONTH 4</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a:r>
                        <a:rPr lang="en-US" sz="800" b="0" i="0" cap="none" baseline="0">
                          <a:solidFill>
                            <a:schemeClr val="tx1"/>
                          </a:solidFill>
                          <a:latin typeface="+mn-lt"/>
                          <a:ea typeface="Calibri Regular" charset="0"/>
                          <a:cs typeface="Calibri Regular" charset="0"/>
                        </a:rPr>
                        <a:t>MONTH 5</a:t>
                      </a:r>
                    </a:p>
                  </a:txBody>
                  <a:tcPr marL="0" marR="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97837">
                <a:tc>
                  <a:txBody>
                    <a:bodyPr/>
                    <a:lstStyle/>
                    <a:p>
                      <a:pPr algn="ctr"/>
                      <a:r>
                        <a:rPr lang="en-US" sz="800" b="0" i="0" cap="all" baseline="0">
                          <a:solidFill>
                            <a:schemeClr val="accent2"/>
                          </a:solidFill>
                          <a:latin typeface="+mn-lt"/>
                          <a:ea typeface="Calibri Regular" charset="0"/>
                          <a:cs typeface="Calibri Regular" charset="0"/>
                        </a:rPr>
                        <a:t>1</a:t>
                      </a:r>
                    </a:p>
                  </a:txBody>
                  <a:tcPr marL="0" marR="0" anchor="ctr" anchorCtr="1">
                    <a:lnL w="6350" cap="flat" cmpd="sng" algn="ctr">
                      <a:no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8</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15</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22</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1</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8</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15</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22</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1</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8</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15</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22</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1</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8</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15</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22</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1</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8</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15</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800" b="0" i="0" cap="all" baseline="0">
                          <a:solidFill>
                            <a:schemeClr val="accent2"/>
                          </a:solidFill>
                          <a:latin typeface="+mn-lt"/>
                          <a:ea typeface="Calibri Regular" charset="0"/>
                          <a:cs typeface="Calibri Regular" charset="0"/>
                        </a:rPr>
                        <a:t>22</a:t>
                      </a:r>
                    </a:p>
                  </a:txBody>
                  <a:tcPr marL="0" marR="0" anchor="ctr" anchorCtr="1">
                    <a:lnL w="6350" cap="flat" cmpd="sng" algn="ctr">
                      <a:solidFill>
                        <a:srgbClr val="8A8A8A"/>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1"/>
                  </a:ext>
                </a:extLst>
              </a:tr>
              <a:tr h="417217">
                <a:tc gridSpan="2">
                  <a:txBody>
                    <a:bodyPr/>
                    <a:lstStyle/>
                    <a:p>
                      <a:pPr algn="ctr"/>
                      <a:r>
                        <a:rPr lang="en-US" sz="800" cap="all">
                          <a:solidFill>
                            <a:schemeClr val="bg1"/>
                          </a:solidFill>
                          <a:ea typeface="Calibri Regular" charset="0"/>
                          <a:cs typeface="Calibri Regular" charset="0"/>
                        </a:rPr>
                        <a:t>ALIGNMENT</a:t>
                      </a:r>
                      <a:endParaRPr lang="en-US" sz="800" b="0" i="0" cap="all" baseline="0">
                        <a:solidFill>
                          <a:schemeClr val="bg1"/>
                        </a:solidFill>
                        <a:latin typeface="+mn-lt"/>
                        <a:ea typeface="Calibri Regular" charset="0"/>
                        <a:cs typeface="Calibri Regular" charset="0"/>
                      </a:endParaRPr>
                    </a:p>
                  </a:txBody>
                  <a:tcPr marL="0" marR="0" anchor="ctr" anchorCtr="1">
                    <a:lnL w="6350" cap="flat" cmpd="sng" algn="ctr">
                      <a:no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3A3A3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gridSpan="4">
                  <a:txBody>
                    <a:bodyPr/>
                    <a:lstStyle/>
                    <a:p>
                      <a:pPr algn="ctr"/>
                      <a:r>
                        <a:rPr lang="en-US" sz="800" cap="all">
                          <a:solidFill>
                            <a:schemeClr val="bg1"/>
                          </a:solidFill>
                          <a:ea typeface="Calibri Regular" charset="0"/>
                          <a:cs typeface="Calibri Regular" charset="0"/>
                        </a:rPr>
                        <a:t>LEARNING</a:t>
                      </a:r>
                      <a:endParaRPr lang="en-US" sz="800" b="0" i="0" cap="all" baseline="0">
                        <a:solidFill>
                          <a:schemeClr val="bg1"/>
                        </a:solidFill>
                        <a:latin typeface="+mn-lt"/>
                        <a:ea typeface="Calibri Regular" charset="0"/>
                        <a:cs typeface="Calibri Regular" charset="0"/>
                      </a:endParaRP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3A3A3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cap="all">
                          <a:solidFill>
                            <a:schemeClr val="bg1"/>
                          </a:solidFill>
                          <a:ea typeface="Calibri Regular" charset="0"/>
                          <a:cs typeface="Calibri Regular" charset="0"/>
                        </a:rPr>
                        <a:t>analysis</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3A3A3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cap="all">
                          <a:solidFill>
                            <a:schemeClr val="bg1"/>
                          </a:solidFill>
                          <a:ea typeface="Calibri Regular" charset="0"/>
                          <a:cs typeface="Calibri Regular" charset="0"/>
                        </a:rPr>
                        <a:t>Ideation &amp; envisioning</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3A3A3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cap="all">
                          <a:solidFill>
                            <a:schemeClr val="bg1"/>
                          </a:solidFill>
                          <a:ea typeface="Calibri Regular" charset="0"/>
                          <a:cs typeface="Calibri Regular" charset="0"/>
                        </a:rPr>
                        <a:t>Design &amp; prototyping</a:t>
                      </a:r>
                    </a:p>
                  </a:txBody>
                  <a:tcPr marL="0" marR="0" anchor="ctr" anchorCtr="1">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3A3A3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cap="all">
                          <a:solidFill>
                            <a:schemeClr val="bg1"/>
                          </a:solidFill>
                          <a:ea typeface="Calibri Regular" charset="0"/>
                          <a:cs typeface="Calibri Regular" charset="0"/>
                        </a:rPr>
                        <a:t>Evaluation &amp; implementation</a:t>
                      </a:r>
                    </a:p>
                  </a:txBody>
                  <a:tcPr marL="0" marR="0" anchor="ctr" anchorCtr="1">
                    <a:lnL w="6350" cap="flat" cmpd="sng" algn="ctr">
                      <a:solidFill>
                        <a:srgbClr val="8A8A8A"/>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3A3A3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tc hMerge="1">
                  <a:txBody>
                    <a:bodyPr/>
                    <a:lstStyle/>
                    <a:p>
                      <a:pPr algn="ctr"/>
                      <a:endParaRPr lang="en-US" sz="800" b="0" i="0" cap="all" baseline="0">
                        <a:solidFill>
                          <a:schemeClr val="bg1"/>
                        </a:solidFill>
                        <a:latin typeface="+mn-lt"/>
                        <a:ea typeface="Calibri Regular" charset="0"/>
                        <a:cs typeface="Calibri Regular" charset="0"/>
                      </a:endParaRPr>
                    </a:p>
                  </a:txBody>
                  <a:tcPr marL="0" marR="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A8A8A"/>
                    </a:solidFill>
                  </a:tcPr>
                </a:tc>
                <a:extLst>
                  <a:ext uri="{0D108BD9-81ED-4DB2-BD59-A6C34878D82A}">
                    <a16:rowId xmlns:a16="http://schemas.microsoft.com/office/drawing/2014/main" val="1894957949"/>
                  </a:ext>
                </a:extLst>
              </a:tr>
            </a:tbl>
          </a:graphicData>
        </a:graphic>
      </p:graphicFrame>
      <p:sp>
        <p:nvSpPr>
          <p:cNvPr id="18" name="Text Placeholder 2">
            <a:extLst>
              <a:ext uri="{FF2B5EF4-FFF2-40B4-BE49-F238E27FC236}">
                <a16:creationId xmlns:a16="http://schemas.microsoft.com/office/drawing/2014/main" id="{B0380B1F-7396-63BC-EEA8-D4CE43A8DA6F}"/>
              </a:ext>
            </a:extLst>
          </p:cNvPr>
          <p:cNvSpPr txBox="1">
            <a:spLocks/>
          </p:cNvSpPr>
          <p:nvPr/>
        </p:nvSpPr>
        <p:spPr>
          <a:xfrm>
            <a:off x="586874" y="3730088"/>
            <a:ext cx="2039112" cy="215444"/>
          </a:xfrm>
          <a:prstGeom prst="rect">
            <a:avLst/>
          </a:prstGeom>
        </p:spPr>
        <p:txBody>
          <a:bodyPr vert="horz" wrap="square" lIns="9144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solidFill>
                  <a:schemeClr val="accent2"/>
                </a:solidFill>
              </a:rPr>
              <a:t>Alignment</a:t>
            </a:r>
          </a:p>
        </p:txBody>
      </p:sp>
      <p:sp>
        <p:nvSpPr>
          <p:cNvPr id="19" name="Text Placeholder 2">
            <a:extLst>
              <a:ext uri="{FF2B5EF4-FFF2-40B4-BE49-F238E27FC236}">
                <a16:creationId xmlns:a16="http://schemas.microsoft.com/office/drawing/2014/main" id="{6A19F9E3-E558-C79C-B926-6F71484F32C8}"/>
              </a:ext>
            </a:extLst>
          </p:cNvPr>
          <p:cNvSpPr txBox="1">
            <a:spLocks/>
          </p:cNvSpPr>
          <p:nvPr/>
        </p:nvSpPr>
        <p:spPr>
          <a:xfrm>
            <a:off x="586874" y="4208096"/>
            <a:ext cx="2039112" cy="1739515"/>
          </a:xfrm>
          <a:prstGeom prst="rect">
            <a:avLst/>
          </a:prstGeom>
        </p:spPr>
        <p:txBody>
          <a:bodyPr wrap="square" lIns="9144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Light" panose="020F03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b="1">
                <a:solidFill>
                  <a:schemeClr val="bg1"/>
                </a:solidFill>
              </a:rPr>
              <a:t>GOALS</a:t>
            </a:r>
          </a:p>
          <a:p>
            <a:pPr>
              <a:spcAft>
                <a:spcPts val="600"/>
              </a:spcAft>
            </a:pPr>
            <a:r>
              <a:rPr lang="en-US" sz="900">
                <a:solidFill>
                  <a:schemeClr val="bg1"/>
                </a:solidFill>
              </a:rPr>
              <a:t>Description of goals for </a:t>
            </a:r>
            <a:br>
              <a:rPr lang="en-US" sz="900">
                <a:solidFill>
                  <a:schemeClr val="bg1"/>
                </a:solidFill>
              </a:rPr>
            </a:br>
            <a:r>
              <a:rPr lang="en-US" sz="900">
                <a:solidFill>
                  <a:schemeClr val="bg1"/>
                </a:solidFill>
              </a:rPr>
              <a:t>this Phase.</a:t>
            </a:r>
          </a:p>
          <a:p>
            <a:pPr>
              <a:spcAft>
                <a:spcPts val="300"/>
              </a:spcAft>
            </a:pPr>
            <a:r>
              <a:rPr lang="en-US" sz="900" b="1">
                <a:solidFill>
                  <a:schemeClr val="bg1"/>
                </a:solidFill>
              </a:rPr>
              <a:t>ACTIVITIES</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1</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2</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3</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4</a:t>
            </a:r>
          </a:p>
        </p:txBody>
      </p:sp>
      <p:sp>
        <p:nvSpPr>
          <p:cNvPr id="20" name="Text Placeholder 2">
            <a:extLst>
              <a:ext uri="{FF2B5EF4-FFF2-40B4-BE49-F238E27FC236}">
                <a16:creationId xmlns:a16="http://schemas.microsoft.com/office/drawing/2014/main" id="{7F4F6755-4760-9A75-43B2-020F0532F73D}"/>
              </a:ext>
            </a:extLst>
          </p:cNvPr>
          <p:cNvSpPr txBox="1">
            <a:spLocks/>
          </p:cNvSpPr>
          <p:nvPr/>
        </p:nvSpPr>
        <p:spPr>
          <a:xfrm>
            <a:off x="2460892" y="3730088"/>
            <a:ext cx="2039112" cy="215444"/>
          </a:xfrm>
          <a:prstGeom prst="rect">
            <a:avLst/>
          </a:prstGeom>
        </p:spPr>
        <p:txBody>
          <a:bodyPr vert="horz" wrap="square" lIns="9144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solidFill>
                  <a:schemeClr val="accent2"/>
                </a:solidFill>
              </a:rPr>
              <a:t>Learning</a:t>
            </a:r>
          </a:p>
        </p:txBody>
      </p:sp>
      <p:sp>
        <p:nvSpPr>
          <p:cNvPr id="21" name="Text Placeholder 2">
            <a:extLst>
              <a:ext uri="{FF2B5EF4-FFF2-40B4-BE49-F238E27FC236}">
                <a16:creationId xmlns:a16="http://schemas.microsoft.com/office/drawing/2014/main" id="{0EE7D45A-D74D-0A5B-E1BF-406D1BA91016}"/>
              </a:ext>
            </a:extLst>
          </p:cNvPr>
          <p:cNvSpPr txBox="1">
            <a:spLocks/>
          </p:cNvSpPr>
          <p:nvPr/>
        </p:nvSpPr>
        <p:spPr>
          <a:xfrm>
            <a:off x="4399096" y="3730088"/>
            <a:ext cx="2039112" cy="215444"/>
          </a:xfrm>
          <a:prstGeom prst="rect">
            <a:avLst/>
          </a:prstGeom>
        </p:spPr>
        <p:txBody>
          <a:bodyPr vert="horz" wrap="square" lIns="9144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solidFill>
                  <a:schemeClr val="accent2"/>
                </a:solidFill>
              </a:rPr>
              <a:t>Analysis</a:t>
            </a:r>
          </a:p>
        </p:txBody>
      </p:sp>
      <p:sp>
        <p:nvSpPr>
          <p:cNvPr id="22" name="Text Placeholder 2">
            <a:extLst>
              <a:ext uri="{FF2B5EF4-FFF2-40B4-BE49-F238E27FC236}">
                <a16:creationId xmlns:a16="http://schemas.microsoft.com/office/drawing/2014/main" id="{90DA367B-9B77-9570-69A4-D13B4519CF43}"/>
              </a:ext>
            </a:extLst>
          </p:cNvPr>
          <p:cNvSpPr txBox="1">
            <a:spLocks/>
          </p:cNvSpPr>
          <p:nvPr/>
        </p:nvSpPr>
        <p:spPr>
          <a:xfrm>
            <a:off x="6273114" y="3622367"/>
            <a:ext cx="2039112" cy="430887"/>
          </a:xfrm>
          <a:prstGeom prst="rect">
            <a:avLst/>
          </a:prstGeom>
        </p:spPr>
        <p:txBody>
          <a:bodyPr vert="horz" wrap="square" lIns="9144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solidFill>
                  <a:schemeClr val="accent2"/>
                </a:solidFill>
              </a:rPr>
              <a:t>Ideation &amp; </a:t>
            </a:r>
            <a:br>
              <a:rPr lang="en-US">
                <a:solidFill>
                  <a:schemeClr val="accent2"/>
                </a:solidFill>
              </a:rPr>
            </a:br>
            <a:r>
              <a:rPr lang="en-US">
                <a:solidFill>
                  <a:schemeClr val="accent2"/>
                </a:solidFill>
              </a:rPr>
              <a:t>Envisioning</a:t>
            </a:r>
          </a:p>
        </p:txBody>
      </p:sp>
      <p:sp>
        <p:nvSpPr>
          <p:cNvPr id="23" name="Text Placeholder 2">
            <a:extLst>
              <a:ext uri="{FF2B5EF4-FFF2-40B4-BE49-F238E27FC236}">
                <a16:creationId xmlns:a16="http://schemas.microsoft.com/office/drawing/2014/main" id="{DBEF1527-DE41-7310-4E89-1B284BA91FA6}"/>
              </a:ext>
            </a:extLst>
          </p:cNvPr>
          <p:cNvSpPr txBox="1">
            <a:spLocks/>
          </p:cNvSpPr>
          <p:nvPr/>
        </p:nvSpPr>
        <p:spPr>
          <a:xfrm>
            <a:off x="8147132" y="3622367"/>
            <a:ext cx="2039112" cy="430887"/>
          </a:xfrm>
          <a:prstGeom prst="rect">
            <a:avLst/>
          </a:prstGeom>
        </p:spPr>
        <p:txBody>
          <a:bodyPr vert="horz" wrap="square" lIns="9144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solidFill>
                  <a:schemeClr val="accent2"/>
                </a:solidFill>
              </a:rPr>
              <a:t>Design &amp; </a:t>
            </a:r>
            <a:br>
              <a:rPr lang="en-US">
                <a:solidFill>
                  <a:schemeClr val="accent2"/>
                </a:solidFill>
              </a:rPr>
            </a:br>
            <a:r>
              <a:rPr lang="en-US">
                <a:solidFill>
                  <a:schemeClr val="accent2"/>
                </a:solidFill>
              </a:rPr>
              <a:t>Prototyping</a:t>
            </a:r>
          </a:p>
        </p:txBody>
      </p:sp>
      <p:sp>
        <p:nvSpPr>
          <p:cNvPr id="24" name="Text Placeholder 2">
            <a:extLst>
              <a:ext uri="{FF2B5EF4-FFF2-40B4-BE49-F238E27FC236}">
                <a16:creationId xmlns:a16="http://schemas.microsoft.com/office/drawing/2014/main" id="{C9AE7DD9-BB97-947C-1E97-686DFB0BD260}"/>
              </a:ext>
            </a:extLst>
          </p:cNvPr>
          <p:cNvSpPr txBox="1">
            <a:spLocks/>
          </p:cNvSpPr>
          <p:nvPr/>
        </p:nvSpPr>
        <p:spPr>
          <a:xfrm>
            <a:off x="10101359" y="3622367"/>
            <a:ext cx="2039112" cy="430887"/>
          </a:xfrm>
          <a:prstGeom prst="rect">
            <a:avLst/>
          </a:prstGeom>
        </p:spPr>
        <p:txBody>
          <a:bodyPr vert="horz" wrap="square" lIns="9144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a:solidFill>
                  <a:schemeClr val="accent2"/>
                </a:solidFill>
              </a:rPr>
              <a:t>Evaluation &amp; </a:t>
            </a:r>
            <a:br>
              <a:rPr lang="en-US">
                <a:solidFill>
                  <a:schemeClr val="accent2"/>
                </a:solidFill>
              </a:rPr>
            </a:br>
            <a:r>
              <a:rPr lang="en-US">
                <a:solidFill>
                  <a:schemeClr val="accent2"/>
                </a:solidFill>
              </a:rPr>
              <a:t>Implementation</a:t>
            </a:r>
          </a:p>
        </p:txBody>
      </p:sp>
      <p:sp>
        <p:nvSpPr>
          <p:cNvPr id="25" name="Text Placeholder 2">
            <a:extLst>
              <a:ext uri="{FF2B5EF4-FFF2-40B4-BE49-F238E27FC236}">
                <a16:creationId xmlns:a16="http://schemas.microsoft.com/office/drawing/2014/main" id="{ED2C3455-3082-8AE8-1473-8D32802441AE}"/>
              </a:ext>
            </a:extLst>
          </p:cNvPr>
          <p:cNvSpPr txBox="1">
            <a:spLocks/>
          </p:cNvSpPr>
          <p:nvPr/>
        </p:nvSpPr>
        <p:spPr>
          <a:xfrm>
            <a:off x="2447758" y="4208096"/>
            <a:ext cx="2039112" cy="1688219"/>
          </a:xfrm>
          <a:prstGeom prst="rect">
            <a:avLst/>
          </a:prstGeom>
        </p:spPr>
        <p:txBody>
          <a:bodyPr wrap="square" lIns="9144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Light" panose="020F03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b="1">
                <a:solidFill>
                  <a:schemeClr val="bg1"/>
                </a:solidFill>
              </a:rPr>
              <a:t>GOALS</a:t>
            </a:r>
          </a:p>
          <a:p>
            <a:pPr>
              <a:spcAft>
                <a:spcPts val="600"/>
              </a:spcAft>
            </a:pPr>
            <a:r>
              <a:rPr lang="en-US" sz="900">
                <a:solidFill>
                  <a:schemeClr val="bg1"/>
                </a:solidFill>
              </a:rPr>
              <a:t>Description of goals for </a:t>
            </a:r>
            <a:br>
              <a:rPr lang="en-US" sz="900">
                <a:solidFill>
                  <a:schemeClr val="bg1"/>
                </a:solidFill>
              </a:rPr>
            </a:br>
            <a:r>
              <a:rPr lang="en-US" sz="900">
                <a:solidFill>
                  <a:schemeClr val="bg1"/>
                </a:solidFill>
              </a:rPr>
              <a:t>this Phase.</a:t>
            </a:r>
          </a:p>
          <a:p>
            <a:pPr>
              <a:spcAft>
                <a:spcPts val="300"/>
              </a:spcAft>
            </a:pPr>
            <a:r>
              <a:rPr lang="en-US" sz="900" b="1">
                <a:solidFill>
                  <a:schemeClr val="bg1"/>
                </a:solidFill>
              </a:rPr>
              <a:t>ACTIVITIES</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1</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2</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3</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4</a:t>
            </a:r>
          </a:p>
        </p:txBody>
      </p:sp>
      <p:sp>
        <p:nvSpPr>
          <p:cNvPr id="26" name="Text Placeholder 2">
            <a:extLst>
              <a:ext uri="{FF2B5EF4-FFF2-40B4-BE49-F238E27FC236}">
                <a16:creationId xmlns:a16="http://schemas.microsoft.com/office/drawing/2014/main" id="{A66D5E99-19CA-E965-9DF2-D40B203450D3}"/>
              </a:ext>
            </a:extLst>
          </p:cNvPr>
          <p:cNvSpPr txBox="1">
            <a:spLocks/>
          </p:cNvSpPr>
          <p:nvPr/>
        </p:nvSpPr>
        <p:spPr>
          <a:xfrm>
            <a:off x="4399096" y="4208096"/>
            <a:ext cx="2039112" cy="1688219"/>
          </a:xfrm>
          <a:prstGeom prst="rect">
            <a:avLst/>
          </a:prstGeom>
        </p:spPr>
        <p:txBody>
          <a:bodyPr wrap="square" lIns="9144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Light" panose="020F03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b="1">
                <a:solidFill>
                  <a:schemeClr val="bg1"/>
                </a:solidFill>
              </a:rPr>
              <a:t>GOALS</a:t>
            </a:r>
          </a:p>
          <a:p>
            <a:pPr>
              <a:spcAft>
                <a:spcPts val="600"/>
              </a:spcAft>
            </a:pPr>
            <a:r>
              <a:rPr lang="en-US" sz="900">
                <a:solidFill>
                  <a:schemeClr val="bg1"/>
                </a:solidFill>
              </a:rPr>
              <a:t>Description of goals for </a:t>
            </a:r>
            <a:br>
              <a:rPr lang="en-US" sz="900">
                <a:solidFill>
                  <a:schemeClr val="bg1"/>
                </a:solidFill>
              </a:rPr>
            </a:br>
            <a:r>
              <a:rPr lang="en-US" sz="900">
                <a:solidFill>
                  <a:schemeClr val="bg1"/>
                </a:solidFill>
              </a:rPr>
              <a:t>this Phase.</a:t>
            </a:r>
          </a:p>
          <a:p>
            <a:pPr>
              <a:spcAft>
                <a:spcPts val="300"/>
              </a:spcAft>
            </a:pPr>
            <a:r>
              <a:rPr lang="en-US" sz="900" b="1">
                <a:solidFill>
                  <a:schemeClr val="bg1"/>
                </a:solidFill>
              </a:rPr>
              <a:t>ACTIVITIES</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1</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2</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3</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4</a:t>
            </a:r>
          </a:p>
        </p:txBody>
      </p:sp>
      <p:sp>
        <p:nvSpPr>
          <p:cNvPr id="27" name="Text Placeholder 2">
            <a:extLst>
              <a:ext uri="{FF2B5EF4-FFF2-40B4-BE49-F238E27FC236}">
                <a16:creationId xmlns:a16="http://schemas.microsoft.com/office/drawing/2014/main" id="{999BF8D2-478D-9253-5BC0-BC37A68245B6}"/>
              </a:ext>
            </a:extLst>
          </p:cNvPr>
          <p:cNvSpPr txBox="1">
            <a:spLocks/>
          </p:cNvSpPr>
          <p:nvPr/>
        </p:nvSpPr>
        <p:spPr>
          <a:xfrm>
            <a:off x="6259980" y="4208096"/>
            <a:ext cx="2039112" cy="1688219"/>
          </a:xfrm>
          <a:prstGeom prst="rect">
            <a:avLst/>
          </a:prstGeom>
        </p:spPr>
        <p:txBody>
          <a:bodyPr wrap="square" lIns="9144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Light" panose="020F03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b="1">
                <a:solidFill>
                  <a:schemeClr val="bg1"/>
                </a:solidFill>
              </a:rPr>
              <a:t>GOALS</a:t>
            </a:r>
          </a:p>
          <a:p>
            <a:pPr>
              <a:spcAft>
                <a:spcPts val="600"/>
              </a:spcAft>
            </a:pPr>
            <a:r>
              <a:rPr lang="en-US" sz="900">
                <a:solidFill>
                  <a:schemeClr val="bg1"/>
                </a:solidFill>
              </a:rPr>
              <a:t>Description of goals for </a:t>
            </a:r>
            <a:br>
              <a:rPr lang="en-US" sz="900">
                <a:solidFill>
                  <a:schemeClr val="bg1"/>
                </a:solidFill>
              </a:rPr>
            </a:br>
            <a:r>
              <a:rPr lang="en-US" sz="900">
                <a:solidFill>
                  <a:schemeClr val="bg1"/>
                </a:solidFill>
              </a:rPr>
              <a:t>this Phase.</a:t>
            </a:r>
          </a:p>
          <a:p>
            <a:pPr>
              <a:spcAft>
                <a:spcPts val="300"/>
              </a:spcAft>
            </a:pPr>
            <a:r>
              <a:rPr lang="en-US" sz="900" b="1">
                <a:solidFill>
                  <a:schemeClr val="bg1"/>
                </a:solidFill>
              </a:rPr>
              <a:t>ACTIVITIES</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1</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2</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3</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4</a:t>
            </a:r>
          </a:p>
        </p:txBody>
      </p:sp>
      <p:sp>
        <p:nvSpPr>
          <p:cNvPr id="28" name="Text Placeholder 2">
            <a:extLst>
              <a:ext uri="{FF2B5EF4-FFF2-40B4-BE49-F238E27FC236}">
                <a16:creationId xmlns:a16="http://schemas.microsoft.com/office/drawing/2014/main" id="{B4DB0E0E-C5E1-048D-9982-FB61397F11F5}"/>
              </a:ext>
            </a:extLst>
          </p:cNvPr>
          <p:cNvSpPr txBox="1">
            <a:spLocks/>
          </p:cNvSpPr>
          <p:nvPr/>
        </p:nvSpPr>
        <p:spPr>
          <a:xfrm>
            <a:off x="8147132" y="4208096"/>
            <a:ext cx="2039112" cy="1688219"/>
          </a:xfrm>
          <a:prstGeom prst="rect">
            <a:avLst/>
          </a:prstGeom>
        </p:spPr>
        <p:txBody>
          <a:bodyPr wrap="square" lIns="9144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Light" panose="020F03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b="1">
                <a:solidFill>
                  <a:schemeClr val="bg1"/>
                </a:solidFill>
              </a:rPr>
              <a:t>GOALS</a:t>
            </a:r>
          </a:p>
          <a:p>
            <a:pPr>
              <a:spcAft>
                <a:spcPts val="600"/>
              </a:spcAft>
            </a:pPr>
            <a:r>
              <a:rPr lang="en-US" sz="900">
                <a:solidFill>
                  <a:schemeClr val="bg1"/>
                </a:solidFill>
              </a:rPr>
              <a:t>Description of goals for </a:t>
            </a:r>
            <a:br>
              <a:rPr lang="en-US" sz="900">
                <a:solidFill>
                  <a:schemeClr val="bg1"/>
                </a:solidFill>
              </a:rPr>
            </a:br>
            <a:r>
              <a:rPr lang="en-US" sz="900">
                <a:solidFill>
                  <a:schemeClr val="bg1"/>
                </a:solidFill>
              </a:rPr>
              <a:t>this Phase.</a:t>
            </a:r>
          </a:p>
          <a:p>
            <a:pPr>
              <a:spcAft>
                <a:spcPts val="300"/>
              </a:spcAft>
            </a:pPr>
            <a:r>
              <a:rPr lang="en-US" sz="900" b="1">
                <a:solidFill>
                  <a:schemeClr val="bg1"/>
                </a:solidFill>
              </a:rPr>
              <a:t>ACTIVITIES</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1</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2</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3</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4</a:t>
            </a:r>
          </a:p>
        </p:txBody>
      </p:sp>
      <p:sp>
        <p:nvSpPr>
          <p:cNvPr id="29" name="Text Placeholder 2">
            <a:extLst>
              <a:ext uri="{FF2B5EF4-FFF2-40B4-BE49-F238E27FC236}">
                <a16:creationId xmlns:a16="http://schemas.microsoft.com/office/drawing/2014/main" id="{369C3BDF-69CF-68F5-B231-417875611820}"/>
              </a:ext>
            </a:extLst>
          </p:cNvPr>
          <p:cNvSpPr txBox="1">
            <a:spLocks/>
          </p:cNvSpPr>
          <p:nvPr/>
        </p:nvSpPr>
        <p:spPr>
          <a:xfrm>
            <a:off x="10133378" y="4208096"/>
            <a:ext cx="2039112" cy="1688219"/>
          </a:xfrm>
          <a:prstGeom prst="rect">
            <a:avLst/>
          </a:prstGeom>
        </p:spPr>
        <p:txBody>
          <a:bodyPr wrap="square" lIns="9144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Light" panose="020F03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b="1">
                <a:solidFill>
                  <a:schemeClr val="bg1"/>
                </a:solidFill>
              </a:rPr>
              <a:t>GOALS</a:t>
            </a:r>
          </a:p>
          <a:p>
            <a:pPr>
              <a:spcAft>
                <a:spcPts val="600"/>
              </a:spcAft>
            </a:pPr>
            <a:r>
              <a:rPr lang="en-US" sz="900">
                <a:solidFill>
                  <a:schemeClr val="bg1"/>
                </a:solidFill>
              </a:rPr>
              <a:t>Description of goals for </a:t>
            </a:r>
            <a:br>
              <a:rPr lang="en-US" sz="900">
                <a:solidFill>
                  <a:schemeClr val="bg1"/>
                </a:solidFill>
              </a:rPr>
            </a:br>
            <a:r>
              <a:rPr lang="en-US" sz="900">
                <a:solidFill>
                  <a:schemeClr val="bg1"/>
                </a:solidFill>
              </a:rPr>
              <a:t>this Phase.</a:t>
            </a:r>
          </a:p>
          <a:p>
            <a:pPr>
              <a:spcAft>
                <a:spcPts val="300"/>
              </a:spcAft>
            </a:pPr>
            <a:r>
              <a:rPr lang="en-US" sz="900" b="1">
                <a:solidFill>
                  <a:schemeClr val="bg1"/>
                </a:solidFill>
              </a:rPr>
              <a:t>ACTIVITIES</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1</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2</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3</a:t>
            </a:r>
          </a:p>
          <a:p>
            <a:pPr marL="171450" indent="-171450">
              <a:spcBef>
                <a:spcPts val="0"/>
              </a:spcBef>
              <a:spcAft>
                <a:spcPts val="300"/>
              </a:spcAft>
              <a:buFont typeface="Arial" panose="020B0604020202020204" pitchFamily="34" charset="0"/>
              <a:buChar char="•"/>
            </a:pPr>
            <a:r>
              <a:rPr lang="en-US" sz="900">
                <a:solidFill>
                  <a:schemeClr val="bg1"/>
                </a:solidFill>
              </a:rPr>
              <a:t>Description of Activity 4</a:t>
            </a:r>
          </a:p>
        </p:txBody>
      </p:sp>
      <p:cxnSp>
        <p:nvCxnSpPr>
          <p:cNvPr id="30" name="Straight Connector 29">
            <a:extLst>
              <a:ext uri="{FF2B5EF4-FFF2-40B4-BE49-F238E27FC236}">
                <a16:creationId xmlns:a16="http://schemas.microsoft.com/office/drawing/2014/main" id="{E7CA836F-98B9-E0B2-2372-2246FF002E99}"/>
              </a:ext>
            </a:extLst>
          </p:cNvPr>
          <p:cNvCxnSpPr>
            <a:cxnSpLocks/>
          </p:cNvCxnSpPr>
          <p:nvPr/>
        </p:nvCxnSpPr>
        <p:spPr>
          <a:xfrm>
            <a:off x="635000" y="3511154"/>
            <a:ext cx="36276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8BDA93-FCBD-5121-C79C-CE8C44D4BB8A}"/>
              </a:ext>
            </a:extLst>
          </p:cNvPr>
          <p:cNvCxnSpPr>
            <a:cxnSpLocks/>
          </p:cNvCxnSpPr>
          <p:nvPr/>
        </p:nvCxnSpPr>
        <p:spPr>
          <a:xfrm>
            <a:off x="2525584" y="3511154"/>
            <a:ext cx="36276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7E8C95B-264E-FD68-480C-A0B1D6A7073D}"/>
              </a:ext>
            </a:extLst>
          </p:cNvPr>
          <p:cNvCxnSpPr>
            <a:cxnSpLocks/>
          </p:cNvCxnSpPr>
          <p:nvPr/>
        </p:nvCxnSpPr>
        <p:spPr>
          <a:xfrm>
            <a:off x="4453238" y="3511154"/>
            <a:ext cx="36276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3FC0E97-DA2F-E372-5452-BB1D1DEF3A26}"/>
              </a:ext>
            </a:extLst>
          </p:cNvPr>
          <p:cNvCxnSpPr>
            <a:cxnSpLocks/>
          </p:cNvCxnSpPr>
          <p:nvPr/>
        </p:nvCxnSpPr>
        <p:spPr>
          <a:xfrm>
            <a:off x="6319109" y="3511154"/>
            <a:ext cx="36276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002B919-BCF0-8C62-BF8C-6ADDFCDBED76}"/>
              </a:ext>
            </a:extLst>
          </p:cNvPr>
          <p:cNvCxnSpPr>
            <a:cxnSpLocks/>
          </p:cNvCxnSpPr>
          <p:nvPr/>
        </p:nvCxnSpPr>
        <p:spPr>
          <a:xfrm>
            <a:off x="8209693" y="3511154"/>
            <a:ext cx="36276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71C9EE6-648E-F422-273C-990728BEBF19}"/>
              </a:ext>
            </a:extLst>
          </p:cNvPr>
          <p:cNvCxnSpPr>
            <a:cxnSpLocks/>
          </p:cNvCxnSpPr>
          <p:nvPr/>
        </p:nvCxnSpPr>
        <p:spPr>
          <a:xfrm>
            <a:off x="10162061" y="3511154"/>
            <a:ext cx="36276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4F9AFD12-A78C-E825-259E-1369A4D98AC4}"/>
              </a:ext>
            </a:extLst>
          </p:cNvPr>
          <p:cNvPicPr>
            <a:picLocks noChangeAspect="1"/>
          </p:cNvPicPr>
          <p:nvPr/>
        </p:nvPicPr>
        <p:blipFill>
          <a:blip r:embed="rId2"/>
          <a:stretch>
            <a:fillRect/>
          </a:stretch>
        </p:blipFill>
        <p:spPr>
          <a:xfrm>
            <a:off x="635000" y="3008414"/>
            <a:ext cx="371293" cy="371293"/>
          </a:xfrm>
          <a:prstGeom prst="rect">
            <a:avLst/>
          </a:prstGeom>
        </p:spPr>
      </p:pic>
      <p:pic>
        <p:nvPicPr>
          <p:cNvPr id="37" name="Picture 36">
            <a:extLst>
              <a:ext uri="{FF2B5EF4-FFF2-40B4-BE49-F238E27FC236}">
                <a16:creationId xmlns:a16="http://schemas.microsoft.com/office/drawing/2014/main" id="{54387AB2-3442-BF0D-5C67-58D8279F42F8}"/>
              </a:ext>
            </a:extLst>
          </p:cNvPr>
          <p:cNvPicPr>
            <a:picLocks noChangeAspect="1"/>
          </p:cNvPicPr>
          <p:nvPr/>
        </p:nvPicPr>
        <p:blipFill>
          <a:blip r:embed="rId3"/>
          <a:stretch>
            <a:fillRect/>
          </a:stretch>
        </p:blipFill>
        <p:spPr>
          <a:xfrm>
            <a:off x="2525584" y="3031927"/>
            <a:ext cx="348601" cy="323849"/>
          </a:xfrm>
          <a:prstGeom prst="rect">
            <a:avLst/>
          </a:prstGeom>
        </p:spPr>
      </p:pic>
      <p:pic>
        <p:nvPicPr>
          <p:cNvPr id="38" name="Picture 37">
            <a:extLst>
              <a:ext uri="{FF2B5EF4-FFF2-40B4-BE49-F238E27FC236}">
                <a16:creationId xmlns:a16="http://schemas.microsoft.com/office/drawing/2014/main" id="{54A4998C-85A2-41D3-C8EE-8D77A8C9955A}"/>
              </a:ext>
            </a:extLst>
          </p:cNvPr>
          <p:cNvPicPr>
            <a:picLocks noChangeAspect="1"/>
          </p:cNvPicPr>
          <p:nvPr/>
        </p:nvPicPr>
        <p:blipFill>
          <a:blip r:embed="rId4"/>
          <a:stretch>
            <a:fillRect/>
          </a:stretch>
        </p:blipFill>
        <p:spPr>
          <a:xfrm>
            <a:off x="4453238" y="3048285"/>
            <a:ext cx="424923" cy="290846"/>
          </a:xfrm>
          <a:prstGeom prst="rect">
            <a:avLst/>
          </a:prstGeom>
        </p:spPr>
      </p:pic>
      <p:pic>
        <p:nvPicPr>
          <p:cNvPr id="39" name="Picture 38">
            <a:extLst>
              <a:ext uri="{FF2B5EF4-FFF2-40B4-BE49-F238E27FC236}">
                <a16:creationId xmlns:a16="http://schemas.microsoft.com/office/drawing/2014/main" id="{6EAB9B7F-C911-DD8A-4CE0-987357F87644}"/>
              </a:ext>
            </a:extLst>
          </p:cNvPr>
          <p:cNvPicPr>
            <a:picLocks noChangeAspect="1"/>
          </p:cNvPicPr>
          <p:nvPr/>
        </p:nvPicPr>
        <p:blipFill>
          <a:blip r:embed="rId5"/>
          <a:stretch>
            <a:fillRect/>
          </a:stretch>
        </p:blipFill>
        <p:spPr>
          <a:xfrm>
            <a:off x="6319109" y="3064643"/>
            <a:ext cx="453801" cy="257842"/>
          </a:xfrm>
          <a:prstGeom prst="rect">
            <a:avLst/>
          </a:prstGeom>
        </p:spPr>
      </p:pic>
      <p:pic>
        <p:nvPicPr>
          <p:cNvPr id="40" name="Picture 39">
            <a:extLst>
              <a:ext uri="{FF2B5EF4-FFF2-40B4-BE49-F238E27FC236}">
                <a16:creationId xmlns:a16="http://schemas.microsoft.com/office/drawing/2014/main" id="{E09E1E1A-D036-ED83-969D-DF5D06ABDA83}"/>
              </a:ext>
            </a:extLst>
          </p:cNvPr>
          <p:cNvPicPr>
            <a:picLocks noChangeAspect="1"/>
          </p:cNvPicPr>
          <p:nvPr/>
        </p:nvPicPr>
        <p:blipFill>
          <a:blip r:embed="rId6"/>
          <a:stretch>
            <a:fillRect/>
          </a:stretch>
        </p:blipFill>
        <p:spPr>
          <a:xfrm>
            <a:off x="8209693" y="3085090"/>
            <a:ext cx="389857" cy="216587"/>
          </a:xfrm>
          <a:prstGeom prst="rect">
            <a:avLst/>
          </a:prstGeom>
        </p:spPr>
      </p:pic>
      <p:pic>
        <p:nvPicPr>
          <p:cNvPr id="41" name="Picture 40">
            <a:extLst>
              <a:ext uri="{FF2B5EF4-FFF2-40B4-BE49-F238E27FC236}">
                <a16:creationId xmlns:a16="http://schemas.microsoft.com/office/drawing/2014/main" id="{69B7FF5D-988B-BC7A-4C21-DDDF14068893}"/>
              </a:ext>
            </a:extLst>
          </p:cNvPr>
          <p:cNvPicPr>
            <a:picLocks noChangeAspect="1"/>
          </p:cNvPicPr>
          <p:nvPr/>
        </p:nvPicPr>
        <p:blipFill>
          <a:blip r:embed="rId7"/>
          <a:stretch>
            <a:fillRect/>
          </a:stretch>
        </p:blipFill>
        <p:spPr>
          <a:xfrm>
            <a:off x="10162061" y="3011481"/>
            <a:ext cx="323849" cy="365104"/>
          </a:xfrm>
          <a:prstGeom prst="rect">
            <a:avLst/>
          </a:prstGeom>
        </p:spPr>
      </p:pic>
      <p:pic>
        <p:nvPicPr>
          <p:cNvPr id="2" name="Picture 6" descr="Databricks | NRI">
            <a:extLst>
              <a:ext uri="{FF2B5EF4-FFF2-40B4-BE49-F238E27FC236}">
                <a16:creationId xmlns:a16="http://schemas.microsoft.com/office/drawing/2014/main" id="{BA389401-5055-B295-EC00-0AB170C9EC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C7453D3C-2CA9-A2E1-14B2-42057A8E56B1}"/>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365374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5F0188B9-1C56-B87E-821F-F57A1BC7C707}"/>
              </a:ext>
            </a:extLst>
          </p:cNvPr>
          <p:cNvSpPr>
            <a:spLocks noGrp="1"/>
          </p:cNvSpPr>
          <p:nvPr>
            <p:ph type="body" sz="quarter" idx="27"/>
          </p:nvPr>
        </p:nvSpPr>
        <p:spPr/>
        <p:txBody>
          <a:bodyPr/>
          <a:lstStyle/>
          <a:p>
            <a:r>
              <a:rPr lang="en-US"/>
              <a:t>Content goes here</a:t>
            </a:r>
          </a:p>
        </p:txBody>
      </p:sp>
      <p:sp>
        <p:nvSpPr>
          <p:cNvPr id="5" name="Title 4">
            <a:extLst>
              <a:ext uri="{FF2B5EF4-FFF2-40B4-BE49-F238E27FC236}">
                <a16:creationId xmlns:a16="http://schemas.microsoft.com/office/drawing/2014/main" id="{4B828098-1D4B-A604-FF57-8066E825C9F2}"/>
              </a:ext>
            </a:extLst>
          </p:cNvPr>
          <p:cNvSpPr>
            <a:spLocks noGrp="1"/>
          </p:cNvSpPr>
          <p:nvPr>
            <p:ph type="title"/>
          </p:nvPr>
        </p:nvSpPr>
        <p:spPr/>
        <p:txBody>
          <a:bodyPr/>
          <a:lstStyle/>
          <a:p>
            <a:r>
              <a:rPr lang="en-US"/>
              <a:t>Project Approach – 5 Phases</a:t>
            </a:r>
          </a:p>
        </p:txBody>
      </p:sp>
      <p:sp>
        <p:nvSpPr>
          <p:cNvPr id="10" name="Text Placeholder 4">
            <a:extLst>
              <a:ext uri="{FF2B5EF4-FFF2-40B4-BE49-F238E27FC236}">
                <a16:creationId xmlns:a16="http://schemas.microsoft.com/office/drawing/2014/main" id="{FD7D51C4-84CA-AFB2-0655-6A6DA284AD4F}"/>
              </a:ext>
            </a:extLst>
          </p:cNvPr>
          <p:cNvSpPr>
            <a:spLocks noGrp="1"/>
          </p:cNvSpPr>
          <p:nvPr>
            <p:ph type="body" sz="quarter" idx="28"/>
          </p:nvPr>
        </p:nvSpPr>
        <p:spPr/>
        <p:txBody>
          <a:bodyPr/>
          <a:lstStyle/>
          <a:p>
            <a:r>
              <a:rPr lang="en-US"/>
              <a:t>SECTION TITLE</a:t>
            </a:r>
          </a:p>
          <a:p>
            <a:endParaRPr lang="en-US"/>
          </a:p>
        </p:txBody>
      </p:sp>
      <p:sp>
        <p:nvSpPr>
          <p:cNvPr id="18" name="Text Placeholder 2">
            <a:extLst>
              <a:ext uri="{FF2B5EF4-FFF2-40B4-BE49-F238E27FC236}">
                <a16:creationId xmlns:a16="http://schemas.microsoft.com/office/drawing/2014/main" id="{B0380B1F-7396-63BC-EEA8-D4CE43A8DA6F}"/>
              </a:ext>
            </a:extLst>
          </p:cNvPr>
          <p:cNvSpPr txBox="1">
            <a:spLocks/>
          </p:cNvSpPr>
          <p:nvPr/>
        </p:nvSpPr>
        <p:spPr>
          <a:xfrm>
            <a:off x="533086" y="2903248"/>
            <a:ext cx="2039112" cy="430887"/>
          </a:xfrm>
          <a:prstGeom prst="rect">
            <a:avLst/>
          </a:prstGeom>
        </p:spPr>
        <p:txBody>
          <a:bodyPr vert="horz" wrap="square" lIns="9144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a:solidFill>
                  <a:schemeClr val="bg1"/>
                </a:solidFill>
              </a:rPr>
              <a:t>01</a:t>
            </a:r>
            <a:r>
              <a:rPr lang="en-US">
                <a:solidFill>
                  <a:schemeClr val="bg1"/>
                </a:solidFill>
              </a:rPr>
              <a:t> </a:t>
            </a:r>
          </a:p>
          <a:p>
            <a:pPr algn="l"/>
            <a:r>
              <a:rPr lang="en-US">
                <a:solidFill>
                  <a:schemeClr val="accent2"/>
                </a:solidFill>
              </a:rPr>
              <a:t>Alignment</a:t>
            </a:r>
          </a:p>
        </p:txBody>
      </p:sp>
      <p:sp>
        <p:nvSpPr>
          <p:cNvPr id="19" name="Text Placeholder 2">
            <a:extLst>
              <a:ext uri="{FF2B5EF4-FFF2-40B4-BE49-F238E27FC236}">
                <a16:creationId xmlns:a16="http://schemas.microsoft.com/office/drawing/2014/main" id="{6A19F9E3-E558-C79C-B926-6F71484F32C8}"/>
              </a:ext>
            </a:extLst>
          </p:cNvPr>
          <p:cNvSpPr txBox="1">
            <a:spLocks/>
          </p:cNvSpPr>
          <p:nvPr/>
        </p:nvSpPr>
        <p:spPr>
          <a:xfrm>
            <a:off x="533086" y="3488977"/>
            <a:ext cx="1866900" cy="1475019"/>
          </a:xfrm>
          <a:prstGeom prst="rect">
            <a:avLst/>
          </a:prstGeom>
        </p:spPr>
        <p:txBody>
          <a:bodyPr wrap="square" lIns="9144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Light" panose="020F03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a:solidFill>
                  <a:schemeClr val="bg1"/>
                </a:solidFill>
              </a:rPr>
              <a:t>Click to edit master slide content.</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1</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2</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3</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4</a:t>
            </a:r>
          </a:p>
        </p:txBody>
      </p:sp>
      <p:sp>
        <p:nvSpPr>
          <p:cNvPr id="20" name="Text Placeholder 2">
            <a:extLst>
              <a:ext uri="{FF2B5EF4-FFF2-40B4-BE49-F238E27FC236}">
                <a16:creationId xmlns:a16="http://schemas.microsoft.com/office/drawing/2014/main" id="{7F4F6755-4760-9A75-43B2-020F0532F73D}"/>
              </a:ext>
            </a:extLst>
          </p:cNvPr>
          <p:cNvSpPr txBox="1">
            <a:spLocks/>
          </p:cNvSpPr>
          <p:nvPr/>
        </p:nvSpPr>
        <p:spPr>
          <a:xfrm>
            <a:off x="2941650" y="2903248"/>
            <a:ext cx="2039112" cy="430887"/>
          </a:xfrm>
          <a:prstGeom prst="rect">
            <a:avLst/>
          </a:prstGeom>
        </p:spPr>
        <p:txBody>
          <a:bodyPr vert="horz" wrap="square" lIns="9144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a:solidFill>
                  <a:schemeClr val="bg1"/>
                </a:solidFill>
              </a:rPr>
              <a:t>02</a:t>
            </a:r>
            <a:r>
              <a:rPr lang="en-US">
                <a:solidFill>
                  <a:schemeClr val="bg1"/>
                </a:solidFill>
              </a:rPr>
              <a:t> </a:t>
            </a:r>
          </a:p>
          <a:p>
            <a:pPr algn="l"/>
            <a:r>
              <a:rPr lang="en-US">
                <a:solidFill>
                  <a:schemeClr val="accent2"/>
                </a:solidFill>
              </a:rPr>
              <a:t>Learning</a:t>
            </a:r>
          </a:p>
        </p:txBody>
      </p:sp>
      <p:sp>
        <p:nvSpPr>
          <p:cNvPr id="21" name="Text Placeholder 2">
            <a:extLst>
              <a:ext uri="{FF2B5EF4-FFF2-40B4-BE49-F238E27FC236}">
                <a16:creationId xmlns:a16="http://schemas.microsoft.com/office/drawing/2014/main" id="{0EE7D45A-D74D-0A5B-E1BF-406D1BA91016}"/>
              </a:ext>
            </a:extLst>
          </p:cNvPr>
          <p:cNvSpPr txBox="1">
            <a:spLocks/>
          </p:cNvSpPr>
          <p:nvPr/>
        </p:nvSpPr>
        <p:spPr>
          <a:xfrm>
            <a:off x="5103767" y="2903248"/>
            <a:ext cx="2039112" cy="430887"/>
          </a:xfrm>
          <a:prstGeom prst="rect">
            <a:avLst/>
          </a:prstGeom>
        </p:spPr>
        <p:txBody>
          <a:bodyPr vert="horz" wrap="square" lIns="9144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a:solidFill>
                  <a:schemeClr val="bg1"/>
                </a:solidFill>
              </a:rPr>
              <a:t>03</a:t>
            </a:r>
            <a:r>
              <a:rPr lang="en-US">
                <a:solidFill>
                  <a:schemeClr val="bg1"/>
                </a:solidFill>
              </a:rPr>
              <a:t> </a:t>
            </a:r>
          </a:p>
          <a:p>
            <a:pPr algn="l"/>
            <a:r>
              <a:rPr lang="en-US">
                <a:solidFill>
                  <a:schemeClr val="accent2"/>
                </a:solidFill>
              </a:rPr>
              <a:t>Analysis</a:t>
            </a:r>
          </a:p>
        </p:txBody>
      </p:sp>
      <p:sp>
        <p:nvSpPr>
          <p:cNvPr id="22" name="Text Placeholder 2">
            <a:extLst>
              <a:ext uri="{FF2B5EF4-FFF2-40B4-BE49-F238E27FC236}">
                <a16:creationId xmlns:a16="http://schemas.microsoft.com/office/drawing/2014/main" id="{90DA367B-9B77-9570-69A4-D13B4519CF43}"/>
              </a:ext>
            </a:extLst>
          </p:cNvPr>
          <p:cNvSpPr txBox="1">
            <a:spLocks/>
          </p:cNvSpPr>
          <p:nvPr/>
        </p:nvSpPr>
        <p:spPr>
          <a:xfrm>
            <a:off x="7338121" y="2903248"/>
            <a:ext cx="2039112" cy="430887"/>
          </a:xfrm>
          <a:prstGeom prst="rect">
            <a:avLst/>
          </a:prstGeom>
        </p:spPr>
        <p:txBody>
          <a:bodyPr vert="horz" wrap="square" lIns="9144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a:solidFill>
                  <a:schemeClr val="bg1"/>
                </a:solidFill>
              </a:rPr>
              <a:t>04</a:t>
            </a:r>
            <a:r>
              <a:rPr lang="en-US">
                <a:solidFill>
                  <a:schemeClr val="bg1"/>
                </a:solidFill>
              </a:rPr>
              <a:t> </a:t>
            </a:r>
          </a:p>
          <a:p>
            <a:pPr algn="l"/>
            <a:r>
              <a:rPr lang="en-US">
                <a:solidFill>
                  <a:schemeClr val="accent2"/>
                </a:solidFill>
              </a:rPr>
              <a:t>Ideation &amp; Envisioning</a:t>
            </a:r>
          </a:p>
        </p:txBody>
      </p:sp>
      <p:sp>
        <p:nvSpPr>
          <p:cNvPr id="23" name="Text Placeholder 2">
            <a:extLst>
              <a:ext uri="{FF2B5EF4-FFF2-40B4-BE49-F238E27FC236}">
                <a16:creationId xmlns:a16="http://schemas.microsoft.com/office/drawing/2014/main" id="{DBEF1527-DE41-7310-4E89-1B284BA91FA6}"/>
              </a:ext>
            </a:extLst>
          </p:cNvPr>
          <p:cNvSpPr txBox="1">
            <a:spLocks/>
          </p:cNvSpPr>
          <p:nvPr/>
        </p:nvSpPr>
        <p:spPr>
          <a:xfrm>
            <a:off x="9651101" y="2903248"/>
            <a:ext cx="2039112" cy="430887"/>
          </a:xfrm>
          <a:prstGeom prst="rect">
            <a:avLst/>
          </a:prstGeom>
        </p:spPr>
        <p:txBody>
          <a:bodyPr vert="horz" wrap="square" lIns="91440" tIns="0" rIns="0" bIns="0" rtlCol="0" anchor="ctr">
            <a:spAutoFit/>
          </a:bodyPr>
          <a:lstStyle>
            <a:defPPr>
              <a:defRPr lang="en-US"/>
            </a:defPPr>
            <a:lvl1pPr marL="0" algn="ctr" defTabSz="914400" rtl="0" eaLnBrk="1" latinLnBrk="0" hangingPunct="1">
              <a:defRPr kumimoji="0" lang="en-US" sz="1400" b="1" i="0" u="none" strike="noStrike" kern="1200" cap="none" spc="0" normalizeH="0" baseline="0">
                <a:ln>
                  <a:noFill/>
                </a:ln>
                <a:solidFill>
                  <a:srgbClr val="222222"/>
                </a:solidFill>
                <a:effectLst/>
                <a:uLnTx/>
                <a:uFillTx/>
                <a:latin typeface="+mn-lt"/>
                <a:ea typeface="Calibri" panose="020F0502020204030204" pitchFamily="34" charset="0"/>
                <a:cs typeface="Calibri Light" panose="020F03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b="0">
                <a:solidFill>
                  <a:schemeClr val="bg1"/>
                </a:solidFill>
              </a:rPr>
              <a:t>05</a:t>
            </a:r>
          </a:p>
          <a:p>
            <a:pPr algn="l"/>
            <a:r>
              <a:rPr lang="en-US">
                <a:solidFill>
                  <a:schemeClr val="accent2"/>
                </a:solidFill>
              </a:rPr>
              <a:t>Design &amp; Prototyping</a:t>
            </a:r>
          </a:p>
        </p:txBody>
      </p:sp>
      <p:cxnSp>
        <p:nvCxnSpPr>
          <p:cNvPr id="30" name="Straight Connector 29">
            <a:extLst>
              <a:ext uri="{FF2B5EF4-FFF2-40B4-BE49-F238E27FC236}">
                <a16:creationId xmlns:a16="http://schemas.microsoft.com/office/drawing/2014/main" id="{E7CA836F-98B9-E0B2-2372-2246FF002E99}"/>
              </a:ext>
            </a:extLst>
          </p:cNvPr>
          <p:cNvCxnSpPr>
            <a:cxnSpLocks/>
          </p:cNvCxnSpPr>
          <p:nvPr/>
        </p:nvCxnSpPr>
        <p:spPr>
          <a:xfrm>
            <a:off x="635000" y="2695216"/>
            <a:ext cx="36276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D8BDA93-FCBD-5121-C79C-CE8C44D4BB8A}"/>
              </a:ext>
            </a:extLst>
          </p:cNvPr>
          <p:cNvCxnSpPr>
            <a:cxnSpLocks/>
          </p:cNvCxnSpPr>
          <p:nvPr/>
        </p:nvCxnSpPr>
        <p:spPr>
          <a:xfrm>
            <a:off x="3019015" y="2695216"/>
            <a:ext cx="36276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7E8C95B-264E-FD68-480C-A0B1D6A7073D}"/>
              </a:ext>
            </a:extLst>
          </p:cNvPr>
          <p:cNvCxnSpPr>
            <a:cxnSpLocks/>
          </p:cNvCxnSpPr>
          <p:nvPr/>
        </p:nvCxnSpPr>
        <p:spPr>
          <a:xfrm>
            <a:off x="5177830" y="2695216"/>
            <a:ext cx="36276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3FC0E97-DA2F-E372-5452-BB1D1DEF3A26}"/>
              </a:ext>
            </a:extLst>
          </p:cNvPr>
          <p:cNvCxnSpPr>
            <a:cxnSpLocks/>
          </p:cNvCxnSpPr>
          <p:nvPr/>
        </p:nvCxnSpPr>
        <p:spPr>
          <a:xfrm>
            <a:off x="7437904" y="2695216"/>
            <a:ext cx="36276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002B919-BCF0-8C62-BF8C-6ADDFCDBED76}"/>
              </a:ext>
            </a:extLst>
          </p:cNvPr>
          <p:cNvCxnSpPr>
            <a:cxnSpLocks/>
          </p:cNvCxnSpPr>
          <p:nvPr/>
        </p:nvCxnSpPr>
        <p:spPr>
          <a:xfrm>
            <a:off x="9711005" y="2695216"/>
            <a:ext cx="362769"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4F9AFD12-A78C-E825-259E-1369A4D98AC4}"/>
              </a:ext>
            </a:extLst>
          </p:cNvPr>
          <p:cNvPicPr>
            <a:picLocks noChangeAspect="1"/>
          </p:cNvPicPr>
          <p:nvPr/>
        </p:nvPicPr>
        <p:blipFill>
          <a:blip r:embed="rId3"/>
          <a:stretch>
            <a:fillRect/>
          </a:stretch>
        </p:blipFill>
        <p:spPr>
          <a:xfrm>
            <a:off x="635000" y="2138688"/>
            <a:ext cx="371293" cy="371293"/>
          </a:xfrm>
          <a:prstGeom prst="rect">
            <a:avLst/>
          </a:prstGeom>
        </p:spPr>
      </p:pic>
      <p:pic>
        <p:nvPicPr>
          <p:cNvPr id="37" name="Picture 36">
            <a:extLst>
              <a:ext uri="{FF2B5EF4-FFF2-40B4-BE49-F238E27FC236}">
                <a16:creationId xmlns:a16="http://schemas.microsoft.com/office/drawing/2014/main" id="{54387AB2-3442-BF0D-5C67-58D8279F42F8}"/>
              </a:ext>
            </a:extLst>
          </p:cNvPr>
          <p:cNvPicPr>
            <a:picLocks noChangeAspect="1"/>
          </p:cNvPicPr>
          <p:nvPr/>
        </p:nvPicPr>
        <p:blipFill>
          <a:blip r:embed="rId4"/>
          <a:stretch>
            <a:fillRect/>
          </a:stretch>
        </p:blipFill>
        <p:spPr>
          <a:xfrm>
            <a:off x="3019015" y="2162201"/>
            <a:ext cx="348601" cy="323849"/>
          </a:xfrm>
          <a:prstGeom prst="rect">
            <a:avLst/>
          </a:prstGeom>
        </p:spPr>
      </p:pic>
      <p:pic>
        <p:nvPicPr>
          <p:cNvPr id="38" name="Picture 37">
            <a:extLst>
              <a:ext uri="{FF2B5EF4-FFF2-40B4-BE49-F238E27FC236}">
                <a16:creationId xmlns:a16="http://schemas.microsoft.com/office/drawing/2014/main" id="{54A4998C-85A2-41D3-C8EE-8D77A8C9955A}"/>
              </a:ext>
            </a:extLst>
          </p:cNvPr>
          <p:cNvPicPr>
            <a:picLocks noChangeAspect="1"/>
          </p:cNvPicPr>
          <p:nvPr/>
        </p:nvPicPr>
        <p:blipFill>
          <a:blip r:embed="rId5"/>
          <a:stretch>
            <a:fillRect/>
          </a:stretch>
        </p:blipFill>
        <p:spPr>
          <a:xfrm>
            <a:off x="5177830" y="2178559"/>
            <a:ext cx="424923" cy="290846"/>
          </a:xfrm>
          <a:prstGeom prst="rect">
            <a:avLst/>
          </a:prstGeom>
        </p:spPr>
      </p:pic>
      <p:pic>
        <p:nvPicPr>
          <p:cNvPr id="39" name="Picture 38">
            <a:extLst>
              <a:ext uri="{FF2B5EF4-FFF2-40B4-BE49-F238E27FC236}">
                <a16:creationId xmlns:a16="http://schemas.microsoft.com/office/drawing/2014/main" id="{6EAB9B7F-C911-DD8A-4CE0-987357F87644}"/>
              </a:ext>
            </a:extLst>
          </p:cNvPr>
          <p:cNvPicPr>
            <a:picLocks noChangeAspect="1"/>
          </p:cNvPicPr>
          <p:nvPr/>
        </p:nvPicPr>
        <p:blipFill>
          <a:blip r:embed="rId6"/>
          <a:stretch>
            <a:fillRect/>
          </a:stretch>
        </p:blipFill>
        <p:spPr>
          <a:xfrm>
            <a:off x="7437904" y="2194917"/>
            <a:ext cx="453801" cy="257842"/>
          </a:xfrm>
          <a:prstGeom prst="rect">
            <a:avLst/>
          </a:prstGeom>
        </p:spPr>
      </p:pic>
      <p:pic>
        <p:nvPicPr>
          <p:cNvPr id="40" name="Picture 39">
            <a:extLst>
              <a:ext uri="{FF2B5EF4-FFF2-40B4-BE49-F238E27FC236}">
                <a16:creationId xmlns:a16="http://schemas.microsoft.com/office/drawing/2014/main" id="{E09E1E1A-D036-ED83-969D-DF5D06ABDA83}"/>
              </a:ext>
            </a:extLst>
          </p:cNvPr>
          <p:cNvPicPr>
            <a:picLocks noChangeAspect="1"/>
          </p:cNvPicPr>
          <p:nvPr/>
        </p:nvPicPr>
        <p:blipFill>
          <a:blip r:embed="rId7"/>
          <a:stretch>
            <a:fillRect/>
          </a:stretch>
        </p:blipFill>
        <p:spPr>
          <a:xfrm>
            <a:off x="9711005" y="2215364"/>
            <a:ext cx="389857" cy="216587"/>
          </a:xfrm>
          <a:prstGeom prst="rect">
            <a:avLst/>
          </a:prstGeom>
        </p:spPr>
      </p:pic>
      <p:sp>
        <p:nvSpPr>
          <p:cNvPr id="43" name="Text Placeholder 2">
            <a:extLst>
              <a:ext uri="{FF2B5EF4-FFF2-40B4-BE49-F238E27FC236}">
                <a16:creationId xmlns:a16="http://schemas.microsoft.com/office/drawing/2014/main" id="{8E2EE11B-4378-BB83-6B94-FAF7D0631313}"/>
              </a:ext>
            </a:extLst>
          </p:cNvPr>
          <p:cNvSpPr txBox="1">
            <a:spLocks/>
          </p:cNvSpPr>
          <p:nvPr/>
        </p:nvSpPr>
        <p:spPr>
          <a:xfrm>
            <a:off x="2941650" y="3488977"/>
            <a:ext cx="1866900" cy="1475019"/>
          </a:xfrm>
          <a:prstGeom prst="rect">
            <a:avLst/>
          </a:prstGeom>
        </p:spPr>
        <p:txBody>
          <a:bodyPr wrap="square" lIns="9144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Light" panose="020F03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a:solidFill>
                  <a:schemeClr val="bg1"/>
                </a:solidFill>
              </a:rPr>
              <a:t>Click to edit master slide content.</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1</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2</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3</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4</a:t>
            </a:r>
          </a:p>
        </p:txBody>
      </p:sp>
      <p:sp>
        <p:nvSpPr>
          <p:cNvPr id="44" name="Text Placeholder 2">
            <a:extLst>
              <a:ext uri="{FF2B5EF4-FFF2-40B4-BE49-F238E27FC236}">
                <a16:creationId xmlns:a16="http://schemas.microsoft.com/office/drawing/2014/main" id="{096D8B64-2203-922E-70B9-7C11804D7A64}"/>
              </a:ext>
            </a:extLst>
          </p:cNvPr>
          <p:cNvSpPr txBox="1">
            <a:spLocks/>
          </p:cNvSpPr>
          <p:nvPr/>
        </p:nvSpPr>
        <p:spPr>
          <a:xfrm>
            <a:off x="5103767" y="3488977"/>
            <a:ext cx="1866900" cy="1475019"/>
          </a:xfrm>
          <a:prstGeom prst="rect">
            <a:avLst/>
          </a:prstGeom>
        </p:spPr>
        <p:txBody>
          <a:bodyPr wrap="square" lIns="9144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Light" panose="020F03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a:solidFill>
                  <a:schemeClr val="bg1"/>
                </a:solidFill>
              </a:rPr>
              <a:t>Click to edit master slide content.</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1</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2</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3</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4</a:t>
            </a:r>
          </a:p>
        </p:txBody>
      </p:sp>
      <p:sp>
        <p:nvSpPr>
          <p:cNvPr id="45" name="Text Placeholder 2">
            <a:extLst>
              <a:ext uri="{FF2B5EF4-FFF2-40B4-BE49-F238E27FC236}">
                <a16:creationId xmlns:a16="http://schemas.microsoft.com/office/drawing/2014/main" id="{271732F2-EACF-AE8F-D481-85275AF3DCF9}"/>
              </a:ext>
            </a:extLst>
          </p:cNvPr>
          <p:cNvSpPr txBox="1">
            <a:spLocks/>
          </p:cNvSpPr>
          <p:nvPr/>
        </p:nvSpPr>
        <p:spPr>
          <a:xfrm>
            <a:off x="7338121" y="3488977"/>
            <a:ext cx="1866900" cy="1475019"/>
          </a:xfrm>
          <a:prstGeom prst="rect">
            <a:avLst/>
          </a:prstGeom>
        </p:spPr>
        <p:txBody>
          <a:bodyPr wrap="square" lIns="9144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Light" panose="020F03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a:solidFill>
                  <a:schemeClr val="bg1"/>
                </a:solidFill>
              </a:rPr>
              <a:t>Click to edit master slide content.</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1</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2</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3</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4</a:t>
            </a:r>
          </a:p>
        </p:txBody>
      </p:sp>
      <p:sp>
        <p:nvSpPr>
          <p:cNvPr id="46" name="Text Placeholder 2">
            <a:extLst>
              <a:ext uri="{FF2B5EF4-FFF2-40B4-BE49-F238E27FC236}">
                <a16:creationId xmlns:a16="http://schemas.microsoft.com/office/drawing/2014/main" id="{F9563A94-9402-14F1-5D5F-2985E8404463}"/>
              </a:ext>
            </a:extLst>
          </p:cNvPr>
          <p:cNvSpPr txBox="1">
            <a:spLocks/>
          </p:cNvSpPr>
          <p:nvPr/>
        </p:nvSpPr>
        <p:spPr>
          <a:xfrm>
            <a:off x="9651101" y="3488977"/>
            <a:ext cx="1866900" cy="1475019"/>
          </a:xfrm>
          <a:prstGeom prst="rect">
            <a:avLst/>
          </a:prstGeom>
        </p:spPr>
        <p:txBody>
          <a:bodyPr wrap="square" lIns="91440">
            <a:spAutoFit/>
          </a:bodyPr>
          <a:lstStyle>
            <a:lvl1pPr marL="0" indent="0" algn="l" defTabSz="914400" rtl="0" eaLnBrk="1" latinLnBrk="0" hangingPunct="1">
              <a:lnSpc>
                <a:spcPct val="110000"/>
              </a:lnSpc>
              <a:spcBef>
                <a:spcPts val="600"/>
              </a:spcBef>
              <a:spcAft>
                <a:spcPts val="0"/>
              </a:spcAft>
              <a:buFont typeface="Arial" panose="020B0604020202020204" pitchFamily="34" charset="0"/>
              <a:buNone/>
              <a:defRPr sz="1200" b="0" i="0" kern="1200">
                <a:solidFill>
                  <a:schemeClr val="tx1"/>
                </a:solidFill>
                <a:latin typeface="+mn-lt"/>
                <a:ea typeface="Calibri" panose="020F0502020204030204" pitchFamily="34" charset="0"/>
                <a:cs typeface="Calibri Light" panose="020F0302020204030204" pitchFamily="34" charset="0"/>
              </a:defRPr>
            </a:lvl1pPr>
            <a:lvl2pPr marL="6858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10000"/>
              </a:lnSpc>
              <a:spcBef>
                <a:spcPts val="600"/>
              </a:spcBef>
              <a:spcAft>
                <a:spcPts val="0"/>
              </a:spcAft>
              <a:buFont typeface="Arial" panose="020B0604020202020204" pitchFamily="34" charset="0"/>
              <a:buChar char="•"/>
              <a:defRPr sz="1200" b="0" i="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600"/>
              </a:spcAft>
            </a:pPr>
            <a:r>
              <a:rPr lang="en-US">
                <a:solidFill>
                  <a:schemeClr val="bg1"/>
                </a:solidFill>
              </a:rPr>
              <a:t>Click to edit master slide content.</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1</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2</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3</a:t>
            </a:r>
          </a:p>
          <a:p>
            <a:pPr marL="171450" indent="-171450">
              <a:spcBef>
                <a:spcPts val="0"/>
              </a:spcBef>
              <a:spcAft>
                <a:spcPts val="600"/>
              </a:spcAft>
              <a:buFont typeface="Arial" panose="020B0604020202020204" pitchFamily="34" charset="0"/>
              <a:buChar char="•"/>
            </a:pPr>
            <a:r>
              <a:rPr lang="en-US" sz="1000">
                <a:solidFill>
                  <a:schemeClr val="bg1"/>
                </a:solidFill>
              </a:rPr>
              <a:t>Description of Activity 4</a:t>
            </a:r>
          </a:p>
        </p:txBody>
      </p:sp>
      <p:pic>
        <p:nvPicPr>
          <p:cNvPr id="2" name="Picture 6" descr="Databricks | NRI">
            <a:extLst>
              <a:ext uri="{FF2B5EF4-FFF2-40B4-BE49-F238E27FC236}">
                <a16:creationId xmlns:a16="http://schemas.microsoft.com/office/drawing/2014/main" id="{A9247273-BBD3-9A3D-A91A-2B6EFD650D8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3" name="Plus Sign 2">
            <a:extLst>
              <a:ext uri="{FF2B5EF4-FFF2-40B4-BE49-F238E27FC236}">
                <a16:creationId xmlns:a16="http://schemas.microsoft.com/office/drawing/2014/main" id="{C7EB6AE5-19DD-B180-2995-060CB22A376D}"/>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3608641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6A83C05-1C71-578C-BDD8-5E95497BA6F4}"/>
              </a:ext>
            </a:extLst>
          </p:cNvPr>
          <p:cNvSpPr>
            <a:spLocks noGrp="1"/>
          </p:cNvSpPr>
          <p:nvPr>
            <p:ph type="body" sz="quarter" idx="27"/>
          </p:nvPr>
        </p:nvSpPr>
        <p:spPr>
          <a:xfrm>
            <a:off x="633632" y="2149540"/>
            <a:ext cx="2400300" cy="3172215"/>
          </a:xfrm>
        </p:spPr>
        <p:txBody>
          <a:bodyPr/>
          <a:lstStyle/>
          <a:p>
            <a:pPr>
              <a:lnSpc>
                <a:spcPct val="100000"/>
              </a:lnSpc>
              <a:spcAft>
                <a:spcPts val="1200"/>
              </a:spcAft>
              <a:buClr>
                <a:schemeClr val="bg1"/>
              </a:buClr>
              <a:defRPr/>
            </a:pPr>
            <a:r>
              <a:rPr lang="en-US" sz="1800" b="1">
                <a:latin typeface="+mj-lt"/>
                <a:ea typeface="+mn-ea"/>
                <a:cs typeface="Calibri" panose="020F0502020204030204" pitchFamily="34" charset="0"/>
              </a:rPr>
              <a:t>Market</a:t>
            </a:r>
            <a:br>
              <a:rPr lang="en-US" sz="1800" b="1">
                <a:latin typeface="+mj-lt"/>
                <a:ea typeface="+mn-ea"/>
                <a:cs typeface="Calibri" panose="020F0502020204030204" pitchFamily="34" charset="0"/>
              </a:rPr>
            </a:br>
            <a:r>
              <a:rPr lang="en-US" sz="1800" b="1">
                <a:latin typeface="+mj-lt"/>
                <a:ea typeface="+mn-ea"/>
                <a:cs typeface="Calibri" panose="020F0502020204030204" pitchFamily="34" charset="0"/>
              </a:rPr>
              <a:t>Positioning</a:t>
            </a:r>
          </a:p>
          <a:p>
            <a:pPr marL="171450" lvl="0" indent="-171450" algn="l" defTabSz="1219170">
              <a:lnSpc>
                <a:spcPts val="1600"/>
              </a:lnSpc>
              <a:spcAft>
                <a:spcPts val="300"/>
              </a:spcAft>
              <a:buClr>
                <a:schemeClr val="bg1"/>
              </a:buClr>
              <a:buFont typeface="Arial" panose="020B0604020202020204" pitchFamily="34" charset="0"/>
              <a:buChar char="•"/>
              <a:defRPr/>
            </a:pPr>
            <a:r>
              <a:rPr lang="en-US" sz="1200">
                <a:solidFill>
                  <a:schemeClr val="bg1"/>
                </a:solidFill>
                <a:latin typeface="Calibri Light" panose="020F0302020204030204" pitchFamily="34" charset="0"/>
                <a:cs typeface="Calibri Light" panose="020F0302020204030204" pitchFamily="34" charset="0"/>
              </a:rPr>
              <a:t>Well positioned in a large</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$700B+ market</a:t>
            </a:r>
          </a:p>
          <a:p>
            <a:pPr marL="171450" indent="-171450" algn="l" defTabSz="1219170">
              <a:lnSpc>
                <a:spcPts val="1600"/>
              </a:lnSpc>
              <a:spcAft>
                <a:spcPts val="300"/>
              </a:spcAft>
              <a:buClr>
                <a:schemeClr val="bg1"/>
              </a:buClr>
              <a:buFont typeface="Arial" panose="020B0604020202020204" pitchFamily="34" charset="0"/>
              <a:buChar char="•"/>
              <a:defRPr/>
            </a:pPr>
            <a:r>
              <a:rPr lang="en-US" sz="1200">
                <a:solidFill>
                  <a:schemeClr val="bg1"/>
                </a:solidFill>
                <a:latin typeface="Calibri Light" panose="020F0302020204030204" pitchFamily="34" charset="0"/>
                <a:cs typeface="Calibri Light" panose="020F0302020204030204" pitchFamily="34" charset="0"/>
              </a:rPr>
              <a:t>62 of EPAM’s top 100 clients </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are in the Fortune 500 or </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Forbes Global 2000</a:t>
            </a:r>
          </a:p>
          <a:p>
            <a:pPr marL="171450" lvl="0" indent="-171450" algn="l" defTabSz="1219170">
              <a:lnSpc>
                <a:spcPts val="1600"/>
              </a:lnSpc>
              <a:spcAft>
                <a:spcPts val="300"/>
              </a:spcAft>
              <a:buClr>
                <a:schemeClr val="bg1"/>
              </a:buClr>
              <a:buFont typeface="Arial" panose="020B0604020202020204" pitchFamily="34" charset="0"/>
              <a:buChar char="•"/>
              <a:defRPr/>
            </a:pPr>
            <a:r>
              <a:rPr lang="en-US" sz="1200">
                <a:solidFill>
                  <a:schemeClr val="bg1"/>
                </a:solidFill>
                <a:latin typeface="Calibri Light" panose="020F0302020204030204" pitchFamily="34" charset="0"/>
                <a:cs typeface="Calibri Light" panose="020F0302020204030204" pitchFamily="34" charset="0"/>
              </a:rPr>
              <a:t>Diversified client portfolio </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across 11 key industries</a:t>
            </a:r>
          </a:p>
          <a:p>
            <a:pPr marL="171450" lvl="0" indent="-171450" algn="l" defTabSz="1219170">
              <a:lnSpc>
                <a:spcPts val="1600"/>
              </a:lnSpc>
              <a:spcAft>
                <a:spcPts val="300"/>
              </a:spcAft>
              <a:buClr>
                <a:schemeClr val="bg1"/>
              </a:buClr>
              <a:buFont typeface="Arial" panose="020B0604020202020204" pitchFamily="34" charset="0"/>
              <a:buChar char="•"/>
              <a:defRPr/>
            </a:pPr>
            <a:r>
              <a:rPr lang="en-US" sz="1200">
                <a:solidFill>
                  <a:schemeClr val="bg1"/>
                </a:solidFill>
                <a:latin typeface="Calibri Light" panose="020F0302020204030204" pitchFamily="34" charset="0"/>
                <a:cs typeface="Calibri Light" panose="020F0302020204030204" pitchFamily="34" charset="0"/>
              </a:rPr>
              <a:t>Loyal client base with an </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average of 10 years among </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our top 20 clients</a:t>
            </a:r>
          </a:p>
        </p:txBody>
      </p:sp>
      <p:sp>
        <p:nvSpPr>
          <p:cNvPr id="5" name="Text Placeholder 4">
            <a:extLst>
              <a:ext uri="{FF2B5EF4-FFF2-40B4-BE49-F238E27FC236}">
                <a16:creationId xmlns:a16="http://schemas.microsoft.com/office/drawing/2014/main" id="{50D517FE-4CC6-BEE9-39DE-F1FB5B71E3EB}"/>
              </a:ext>
            </a:extLst>
          </p:cNvPr>
          <p:cNvSpPr>
            <a:spLocks noGrp="1"/>
          </p:cNvSpPr>
          <p:nvPr>
            <p:ph type="body" sz="quarter" idx="33"/>
          </p:nvPr>
        </p:nvSpPr>
        <p:spPr>
          <a:xfrm>
            <a:off x="3453384" y="2149540"/>
            <a:ext cx="2400300" cy="2967031"/>
          </a:xfrm>
        </p:spPr>
        <p:txBody>
          <a:bodyPr/>
          <a:lstStyle/>
          <a:p>
            <a:pPr>
              <a:lnSpc>
                <a:spcPct val="100000"/>
              </a:lnSpc>
              <a:spcAft>
                <a:spcPts val="1200"/>
              </a:spcAft>
              <a:buClr>
                <a:schemeClr val="bg1"/>
              </a:buClr>
              <a:defRPr/>
            </a:pPr>
            <a:r>
              <a:rPr lang="en-US" sz="1800" b="1">
                <a:latin typeface="+mj-lt"/>
                <a:ea typeface="+mn-ea"/>
                <a:cs typeface="Calibri" panose="020F0502020204030204" pitchFamily="34" charset="0"/>
              </a:rPr>
              <a:t>Strong Revenue </a:t>
            </a:r>
            <a:br>
              <a:rPr lang="en-US" sz="1800" b="1">
                <a:latin typeface="+mj-lt"/>
                <a:ea typeface="+mn-ea"/>
                <a:cs typeface="Calibri" panose="020F0502020204030204" pitchFamily="34" charset="0"/>
              </a:rPr>
            </a:br>
            <a:r>
              <a:rPr lang="en-US" sz="1800" b="1">
                <a:latin typeface="+mj-lt"/>
                <a:ea typeface="+mn-ea"/>
                <a:cs typeface="Calibri" panose="020F0502020204030204" pitchFamily="34" charset="0"/>
              </a:rPr>
              <a:t>Growth &amp; Visibility</a:t>
            </a:r>
          </a:p>
          <a:p>
            <a:pPr marL="171450" indent="-171450" algn="l" defTabSz="1219170">
              <a:lnSpc>
                <a:spcPts val="1600"/>
              </a:lnSpc>
              <a:spcAft>
                <a:spcPts val="300"/>
              </a:spcAft>
              <a:buClr>
                <a:schemeClr val="bg1"/>
              </a:buClr>
              <a:buFont typeface="Arial" panose="020B0604020202020204" pitchFamily="34" charset="0"/>
              <a:buChar char="•"/>
              <a:defRPr/>
            </a:pPr>
            <a:r>
              <a:rPr lang="en-US" sz="1200">
                <a:solidFill>
                  <a:srgbClr val="FFFFFF"/>
                </a:solidFill>
                <a:latin typeface="Calibri Light" panose="020F0302020204030204" pitchFamily="34" charset="0"/>
                <a:cs typeface="Calibri Light" panose="020F0302020204030204" pitchFamily="34" charset="0"/>
              </a:rPr>
              <a:t>Industry leading 3- and 5-Year </a:t>
            </a:r>
            <a:br>
              <a:rPr lang="en-US" sz="1200">
                <a:solidFill>
                  <a:srgbClr val="FFFFFF"/>
                </a:solidFill>
                <a:latin typeface="Calibri Light" panose="020F0302020204030204" pitchFamily="34" charset="0"/>
                <a:cs typeface="Calibri Light" panose="020F0302020204030204" pitchFamily="34" charset="0"/>
              </a:rPr>
            </a:br>
            <a:r>
              <a:rPr lang="en-US" sz="1200">
                <a:solidFill>
                  <a:srgbClr val="FFFFFF"/>
                </a:solidFill>
                <a:latin typeface="Calibri Light" panose="020F0302020204030204" pitchFamily="34" charset="0"/>
                <a:cs typeface="Calibri Light" panose="020F0302020204030204" pitchFamily="34" charset="0"/>
              </a:rPr>
              <a:t>revenue CAGR of 28% and</a:t>
            </a:r>
            <a:br>
              <a:rPr lang="en-US" sz="1200">
                <a:solidFill>
                  <a:srgbClr val="FFFFFF"/>
                </a:solidFill>
                <a:latin typeface="Calibri Light" panose="020F0302020204030204" pitchFamily="34" charset="0"/>
                <a:cs typeface="Calibri Light" panose="020F0302020204030204" pitchFamily="34" charset="0"/>
              </a:rPr>
            </a:br>
            <a:r>
              <a:rPr lang="en-US" sz="1200">
                <a:solidFill>
                  <a:srgbClr val="FFFFFF"/>
                </a:solidFill>
                <a:latin typeface="Calibri Light" panose="020F0302020204030204" pitchFamily="34" charset="0"/>
                <a:cs typeface="Calibri Light" panose="020F0302020204030204" pitchFamily="34" charset="0"/>
              </a:rPr>
              <a:t> 27%, respectively</a:t>
            </a:r>
          </a:p>
          <a:p>
            <a:pPr marL="171450" indent="-171450" algn="l" defTabSz="1219170">
              <a:lnSpc>
                <a:spcPts val="1600"/>
              </a:lnSpc>
              <a:spcAft>
                <a:spcPts val="300"/>
              </a:spcAft>
              <a:buClr>
                <a:schemeClr val="bg1"/>
              </a:buClr>
              <a:buFont typeface="Arial" panose="020B0604020202020204" pitchFamily="34" charset="0"/>
              <a:buChar char="•"/>
              <a:defRPr/>
            </a:pPr>
            <a:r>
              <a:rPr lang="en-US" sz="1200">
                <a:solidFill>
                  <a:srgbClr val="FFFFFF"/>
                </a:solidFill>
                <a:latin typeface="Calibri Light" panose="020F0302020204030204" pitchFamily="34" charset="0"/>
                <a:cs typeface="Calibri Light" panose="020F0302020204030204" pitchFamily="34" charset="0"/>
              </a:rPr>
              <a:t>80% revenue visibility </a:t>
            </a:r>
            <a:br>
              <a:rPr lang="en-US" sz="1200">
                <a:solidFill>
                  <a:srgbClr val="FFFFFF"/>
                </a:solidFill>
                <a:latin typeface="Calibri Light" panose="020F0302020204030204" pitchFamily="34" charset="0"/>
                <a:cs typeface="Calibri Light" panose="020F0302020204030204" pitchFamily="34" charset="0"/>
              </a:rPr>
            </a:br>
            <a:r>
              <a:rPr lang="en-US" sz="1200">
                <a:solidFill>
                  <a:srgbClr val="FFFFFF"/>
                </a:solidFill>
                <a:latin typeface="Calibri Light" panose="020F0302020204030204" pitchFamily="34" charset="0"/>
                <a:cs typeface="Calibri Light" panose="020F0302020204030204" pitchFamily="34" charset="0"/>
              </a:rPr>
              <a:t>throughout the full year</a:t>
            </a:r>
          </a:p>
          <a:p>
            <a:pPr marL="171450" indent="-171450" algn="l" defTabSz="1219170">
              <a:lnSpc>
                <a:spcPts val="1600"/>
              </a:lnSpc>
              <a:spcAft>
                <a:spcPts val="300"/>
              </a:spcAft>
              <a:buClr>
                <a:schemeClr val="bg1"/>
              </a:buClr>
              <a:buFont typeface="Arial" panose="020B0604020202020204" pitchFamily="34" charset="0"/>
              <a:buChar char="•"/>
              <a:defRPr/>
            </a:pPr>
            <a:r>
              <a:rPr lang="en-US" sz="1200">
                <a:solidFill>
                  <a:srgbClr val="FFFFFF"/>
                </a:solidFill>
                <a:latin typeface="Calibri Light" panose="020F0302020204030204" pitchFamily="34" charset="0"/>
                <a:cs typeface="Calibri Light" panose="020F0302020204030204" pitchFamily="34" charset="0"/>
              </a:rPr>
              <a:t>95% recurring revenues from </a:t>
            </a:r>
            <a:br>
              <a:rPr lang="en-US" sz="1200">
                <a:solidFill>
                  <a:srgbClr val="FFFFFF"/>
                </a:solidFill>
                <a:latin typeface="Calibri Light" panose="020F0302020204030204" pitchFamily="34" charset="0"/>
                <a:cs typeface="Calibri Light" panose="020F0302020204030204" pitchFamily="34" charset="0"/>
              </a:rPr>
            </a:br>
            <a:r>
              <a:rPr lang="en-US" sz="1200">
                <a:solidFill>
                  <a:srgbClr val="FFFFFF"/>
                </a:solidFill>
                <a:latin typeface="Calibri Light" panose="020F0302020204030204" pitchFamily="34" charset="0"/>
                <a:cs typeface="Calibri Light" panose="020F0302020204030204" pitchFamily="34" charset="0"/>
              </a:rPr>
              <a:t>clients greater than one year</a:t>
            </a:r>
          </a:p>
          <a:p>
            <a:pPr marL="171450" indent="-171450" algn="l" defTabSz="1219170">
              <a:lnSpc>
                <a:spcPts val="1600"/>
              </a:lnSpc>
              <a:spcAft>
                <a:spcPts val="300"/>
              </a:spcAft>
              <a:buClr>
                <a:schemeClr val="bg1"/>
              </a:buClr>
              <a:buFont typeface="Arial" panose="020B0604020202020204" pitchFamily="34" charset="0"/>
              <a:buChar char="•"/>
              <a:defRPr/>
            </a:pPr>
            <a:r>
              <a:rPr lang="en-US" sz="1200">
                <a:solidFill>
                  <a:srgbClr val="FFFFFF"/>
                </a:solidFill>
                <a:latin typeface="Calibri Light" panose="020F0302020204030204" pitchFamily="34" charset="0"/>
                <a:cs typeface="Calibri Light" panose="020F0302020204030204" pitchFamily="34" charset="0"/>
              </a:rPr>
              <a:t>Over 85% of revenues </a:t>
            </a:r>
            <a:br>
              <a:rPr lang="en-US" sz="1200">
                <a:solidFill>
                  <a:srgbClr val="FFFFFF"/>
                </a:solidFill>
                <a:latin typeface="Calibri Light" panose="020F0302020204030204" pitchFamily="34" charset="0"/>
                <a:cs typeface="Calibri Light" panose="020F0302020204030204" pitchFamily="34" charset="0"/>
              </a:rPr>
            </a:br>
            <a:r>
              <a:rPr lang="en-US" sz="1200">
                <a:solidFill>
                  <a:srgbClr val="FFFFFF"/>
                </a:solidFill>
                <a:latin typeface="Calibri Light" panose="020F0302020204030204" pitchFamily="34" charset="0"/>
                <a:cs typeface="Calibri Light" panose="020F0302020204030204" pitchFamily="34" charset="0"/>
              </a:rPr>
              <a:t>are time &amp; material</a:t>
            </a:r>
          </a:p>
        </p:txBody>
      </p:sp>
      <p:sp>
        <p:nvSpPr>
          <p:cNvPr id="7" name="Text Placeholder 6">
            <a:extLst>
              <a:ext uri="{FF2B5EF4-FFF2-40B4-BE49-F238E27FC236}">
                <a16:creationId xmlns:a16="http://schemas.microsoft.com/office/drawing/2014/main" id="{D8BB4320-F3CB-3720-7EBB-34DFB227AED3}"/>
              </a:ext>
            </a:extLst>
          </p:cNvPr>
          <p:cNvSpPr>
            <a:spLocks noGrp="1"/>
          </p:cNvSpPr>
          <p:nvPr>
            <p:ph type="body" sz="quarter" idx="36"/>
          </p:nvPr>
        </p:nvSpPr>
        <p:spPr>
          <a:xfrm>
            <a:off x="6272784" y="2149540"/>
            <a:ext cx="2400300" cy="3467168"/>
          </a:xfrm>
        </p:spPr>
        <p:txBody>
          <a:bodyPr/>
          <a:lstStyle/>
          <a:p>
            <a:pPr>
              <a:lnSpc>
                <a:spcPct val="100000"/>
              </a:lnSpc>
              <a:spcAft>
                <a:spcPts val="1200"/>
              </a:spcAft>
              <a:defRPr/>
            </a:pPr>
            <a:r>
              <a:rPr lang="en-US" sz="1800" b="1">
                <a:latin typeface="+mj-lt"/>
                <a:ea typeface="+mn-ea"/>
                <a:cs typeface="Calibri" panose="020F0502020204030204" pitchFamily="34" charset="0"/>
              </a:rPr>
              <a:t>Stable </a:t>
            </a:r>
            <a:br>
              <a:rPr lang="en-US" sz="1800" b="1">
                <a:latin typeface="+mj-lt"/>
                <a:ea typeface="+mn-ea"/>
                <a:cs typeface="Calibri" panose="020F0502020204030204" pitchFamily="34" charset="0"/>
              </a:rPr>
            </a:br>
            <a:r>
              <a:rPr lang="en-US" sz="1800" b="1">
                <a:latin typeface="+mj-lt"/>
                <a:ea typeface="+mn-ea"/>
                <a:cs typeface="Calibri" panose="020F0502020204030204" pitchFamily="34" charset="0"/>
              </a:rPr>
              <a:t>Profitability</a:t>
            </a:r>
          </a:p>
          <a:p>
            <a:pPr marL="171450" indent="-171450" algn="l" defTabSz="1219170">
              <a:lnSpc>
                <a:spcPts val="1600"/>
              </a:lnSpc>
              <a:spcAft>
                <a:spcPts val="300"/>
              </a:spcAft>
              <a:buClr>
                <a:schemeClr val="bg1"/>
              </a:buClr>
              <a:buFont typeface="Arial" panose="020B0604020202020204" pitchFamily="34" charset="0"/>
              <a:buChar char="•"/>
            </a:pPr>
            <a:r>
              <a:rPr lang="en-US" sz="1200">
                <a:solidFill>
                  <a:schemeClr val="bg1"/>
                </a:solidFill>
                <a:latin typeface="Calibri Light" panose="020F0302020204030204" pitchFamily="34" charset="0"/>
                <a:cs typeface="Calibri Light" panose="020F0302020204030204" pitchFamily="34" charset="0"/>
              </a:rPr>
              <a:t>Stable operating margins </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supporting superior </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earnings growth</a:t>
            </a:r>
            <a:endParaRPr lang="en-US" sz="1200" baseline="30000">
              <a:solidFill>
                <a:schemeClr val="bg1"/>
              </a:solidFill>
              <a:latin typeface="Calibri Light" panose="020F0302020204030204" pitchFamily="34" charset="0"/>
              <a:cs typeface="Calibri Light" panose="020F0302020204030204" pitchFamily="34" charset="0"/>
            </a:endParaRPr>
          </a:p>
          <a:p>
            <a:pPr marL="171450" indent="-171450" algn="l" defTabSz="1219170">
              <a:lnSpc>
                <a:spcPts val="1600"/>
              </a:lnSpc>
              <a:spcAft>
                <a:spcPts val="300"/>
              </a:spcAft>
              <a:buClr>
                <a:schemeClr val="bg1"/>
              </a:buClr>
              <a:buFont typeface="Arial" panose="020B0604020202020204" pitchFamily="34" charset="0"/>
              <a:buChar char="•"/>
              <a:defRPr/>
            </a:pPr>
            <a:r>
              <a:rPr lang="en-US" sz="1200">
                <a:solidFill>
                  <a:schemeClr val="bg1"/>
                </a:solidFill>
                <a:latin typeface="Calibri Light" panose="020F0302020204030204" pitchFamily="34" charset="0"/>
                <a:cs typeface="Calibri Light" panose="020F0302020204030204" pitchFamily="34" charset="0"/>
              </a:rPr>
              <a:t>Proven ability to grow and </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sustain strong profitability </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with </a:t>
            </a:r>
            <a:r>
              <a:rPr lang="en-US" sz="1200">
                <a:solidFill>
                  <a:srgbClr val="FFFFFF"/>
                </a:solidFill>
                <a:latin typeface="Calibri Light" panose="020F0302020204030204" pitchFamily="34" charset="0"/>
                <a:cs typeface="Calibri Light" panose="020F0302020204030204" pitchFamily="34" charset="0"/>
              </a:rPr>
              <a:t>3- and 5-Year </a:t>
            </a:r>
            <a:r>
              <a:rPr lang="en-US" sz="1200">
                <a:solidFill>
                  <a:schemeClr val="bg1"/>
                </a:solidFill>
                <a:latin typeface="Calibri Light" panose="020F0302020204030204" pitchFamily="34" charset="0"/>
                <a:cs typeface="Calibri Light" panose="020F0302020204030204" pitchFamily="34" charset="0"/>
              </a:rPr>
              <a:t>Non-GAAP Diluted EPS </a:t>
            </a:r>
            <a:r>
              <a:rPr lang="en-US" sz="1200">
                <a:solidFill>
                  <a:srgbClr val="FFFFFF"/>
                </a:solidFill>
                <a:latin typeface="Calibri Light" panose="020F0302020204030204" pitchFamily="34" charset="0"/>
                <a:cs typeface="Calibri Light" panose="020F0302020204030204" pitchFamily="34" charset="0"/>
              </a:rPr>
              <a:t>CAGR of 26%</a:t>
            </a:r>
            <a:br>
              <a:rPr lang="en-US" sz="1200">
                <a:solidFill>
                  <a:srgbClr val="FFFFFF"/>
                </a:solidFill>
                <a:latin typeface="Calibri Light" panose="020F0302020204030204" pitchFamily="34" charset="0"/>
                <a:cs typeface="Calibri Light" panose="020F0302020204030204" pitchFamily="34" charset="0"/>
              </a:rPr>
            </a:br>
            <a:r>
              <a:rPr lang="en-US" sz="1200">
                <a:solidFill>
                  <a:srgbClr val="FFFFFF"/>
                </a:solidFill>
                <a:latin typeface="Calibri Light" panose="020F0302020204030204" pitchFamily="34" charset="0"/>
                <a:cs typeface="Calibri Light" panose="020F0302020204030204" pitchFamily="34" charset="0"/>
              </a:rPr>
              <a:t> for both periods</a:t>
            </a:r>
          </a:p>
          <a:p>
            <a:pPr marL="171450" lvl="0" indent="-171450" algn="l" defTabSz="1219170">
              <a:lnSpc>
                <a:spcPts val="1600"/>
              </a:lnSpc>
              <a:spcAft>
                <a:spcPts val="300"/>
              </a:spcAft>
              <a:buClr>
                <a:schemeClr val="bg1"/>
              </a:buClr>
              <a:buFont typeface="Arial" panose="020B0604020202020204" pitchFamily="34" charset="0"/>
              <a:buChar char="•"/>
              <a:defRPr/>
            </a:pPr>
            <a:r>
              <a:rPr lang="en-US" sz="1200">
                <a:solidFill>
                  <a:schemeClr val="bg1"/>
                </a:solidFill>
                <a:latin typeface="Calibri Light" panose="020F0302020204030204" pitchFamily="34" charset="0"/>
                <a:cs typeface="Calibri Light" panose="020F0302020204030204" pitchFamily="34" charset="0"/>
              </a:rPr>
              <a:t>Consistent levels of profitability allowing for continuous </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investment to support </a:t>
            </a:r>
            <a:br>
              <a:rPr lang="en-US" sz="1200">
                <a:solidFill>
                  <a:schemeClr val="bg1"/>
                </a:solidFill>
                <a:latin typeface="Calibri Light" panose="020F0302020204030204" pitchFamily="34" charset="0"/>
                <a:cs typeface="Calibri Light" panose="020F0302020204030204" pitchFamily="34" charset="0"/>
              </a:rPr>
            </a:br>
            <a:r>
              <a:rPr lang="en-US" sz="1200">
                <a:solidFill>
                  <a:schemeClr val="bg1"/>
                </a:solidFill>
                <a:latin typeface="Calibri Light" panose="020F0302020204030204" pitchFamily="34" charset="0"/>
                <a:cs typeface="Calibri Light" panose="020F0302020204030204" pitchFamily="34" charset="0"/>
              </a:rPr>
              <a:t>top-line growth</a:t>
            </a:r>
          </a:p>
        </p:txBody>
      </p:sp>
      <p:sp>
        <p:nvSpPr>
          <p:cNvPr id="9" name="Text Placeholder 8">
            <a:extLst>
              <a:ext uri="{FF2B5EF4-FFF2-40B4-BE49-F238E27FC236}">
                <a16:creationId xmlns:a16="http://schemas.microsoft.com/office/drawing/2014/main" id="{70F39180-EA6C-8BEE-B163-07F7663892BB}"/>
              </a:ext>
            </a:extLst>
          </p:cNvPr>
          <p:cNvSpPr>
            <a:spLocks noGrp="1"/>
          </p:cNvSpPr>
          <p:nvPr>
            <p:ph type="body" sz="quarter" idx="39"/>
          </p:nvPr>
        </p:nvSpPr>
        <p:spPr>
          <a:xfrm>
            <a:off x="9055608" y="2149540"/>
            <a:ext cx="2400300" cy="4190891"/>
          </a:xfrm>
        </p:spPr>
        <p:txBody>
          <a:bodyPr/>
          <a:lstStyle/>
          <a:p>
            <a:pPr>
              <a:lnSpc>
                <a:spcPct val="100000"/>
              </a:lnSpc>
              <a:spcAft>
                <a:spcPts val="1200"/>
              </a:spcAft>
              <a:defRPr/>
            </a:pPr>
            <a:r>
              <a:rPr lang="en-US" sz="1800" b="1">
                <a:latin typeface="+mj-lt"/>
                <a:ea typeface="+mn-ea"/>
                <a:cs typeface="Calibri" panose="020F0502020204030204" pitchFamily="34" charset="0"/>
              </a:rPr>
              <a:t>Strong Cash Flow </a:t>
            </a:r>
            <a:br>
              <a:rPr lang="en-US" sz="1800" b="1">
                <a:latin typeface="+mj-lt"/>
                <a:ea typeface="+mn-ea"/>
                <a:cs typeface="Calibri" panose="020F0502020204030204" pitchFamily="34" charset="0"/>
              </a:rPr>
            </a:br>
            <a:r>
              <a:rPr lang="en-US" sz="1800" b="1">
                <a:latin typeface="+mj-lt"/>
                <a:ea typeface="+mn-ea"/>
                <a:cs typeface="Calibri" panose="020F0502020204030204" pitchFamily="34" charset="0"/>
              </a:rPr>
              <a:t>&amp; Balance Sheet</a:t>
            </a:r>
          </a:p>
          <a:p>
            <a:pPr marL="171450" indent="-171450" defTabSz="1219170">
              <a:lnSpc>
                <a:spcPts val="1600"/>
              </a:lnSpc>
              <a:spcAft>
                <a:spcPts val="300"/>
              </a:spcAft>
              <a:buClr>
                <a:schemeClr val="bg1"/>
              </a:buClr>
              <a:buFont typeface="Arial" panose="020B0604020202020204" pitchFamily="34" charset="0"/>
              <a:buChar char="•"/>
              <a:defRPr/>
            </a:pPr>
            <a:r>
              <a:rPr lang="en-US"/>
              <a:t>$464M of cash flow from</a:t>
            </a:r>
            <a:br>
              <a:rPr lang="en-US"/>
            </a:br>
            <a:r>
              <a:rPr lang="en-US"/>
              <a:t> operations for the last </a:t>
            </a:r>
            <a:br>
              <a:rPr lang="en-US"/>
            </a:br>
            <a:r>
              <a:rPr lang="en-US"/>
              <a:t>12 months</a:t>
            </a:r>
            <a:r>
              <a:rPr lang="en-US" baseline="30000"/>
              <a:t>8</a:t>
            </a:r>
          </a:p>
          <a:p>
            <a:pPr marL="171450" indent="-171450" defTabSz="1219170">
              <a:lnSpc>
                <a:spcPts val="1600"/>
              </a:lnSpc>
              <a:spcAft>
                <a:spcPts val="300"/>
              </a:spcAft>
              <a:buClr>
                <a:schemeClr val="bg1"/>
              </a:buClr>
              <a:buFont typeface="Arial" panose="020B0604020202020204" pitchFamily="34" charset="0"/>
              <a:buChar char="•"/>
              <a:defRPr/>
            </a:pPr>
            <a:r>
              <a:rPr lang="en-US"/>
              <a:t>$1.7B cash balance with </a:t>
            </a:r>
            <a:br>
              <a:rPr lang="en-US"/>
            </a:br>
            <a:r>
              <a:rPr lang="en-US"/>
              <a:t>nominal debt8</a:t>
            </a:r>
          </a:p>
          <a:p>
            <a:pPr marL="171450" indent="-171450" defTabSz="1219170">
              <a:lnSpc>
                <a:spcPts val="1600"/>
              </a:lnSpc>
              <a:spcAft>
                <a:spcPts val="300"/>
              </a:spcAft>
              <a:buClr>
                <a:schemeClr val="bg1"/>
              </a:buClr>
              <a:buFont typeface="Arial" panose="020B0604020202020204" pitchFamily="34" charset="0"/>
              <a:buChar char="•"/>
              <a:defRPr/>
            </a:pPr>
            <a:r>
              <a:rPr lang="en-US"/>
              <a:t>Capital allocation strategy </a:t>
            </a:r>
            <a:br>
              <a:rPr lang="en-US"/>
            </a:br>
            <a:r>
              <a:rPr lang="en-US"/>
              <a:t>focused on acquisitions to </a:t>
            </a:r>
            <a:br>
              <a:rPr lang="en-US"/>
            </a:br>
            <a:r>
              <a:rPr lang="en-US"/>
              <a:t>enhance or add capabilities,</a:t>
            </a:r>
            <a:br>
              <a:rPr lang="en-US"/>
            </a:br>
            <a:r>
              <a:rPr lang="en-US"/>
              <a:t> in addition, share repurchases </a:t>
            </a:r>
            <a:br>
              <a:rPr lang="en-US"/>
            </a:br>
            <a:r>
              <a:rPr lang="en-US"/>
              <a:t>to offset dilution from </a:t>
            </a:r>
            <a:br>
              <a:rPr lang="en-US"/>
            </a:br>
            <a:r>
              <a:rPr lang="en-US"/>
              <a:t>employee equity programs</a:t>
            </a:r>
          </a:p>
          <a:p>
            <a:pPr marL="171450" indent="-171450" defTabSz="1219170">
              <a:lnSpc>
                <a:spcPts val="1600"/>
              </a:lnSpc>
              <a:spcAft>
                <a:spcPts val="300"/>
              </a:spcAft>
              <a:buClr>
                <a:schemeClr val="bg1"/>
              </a:buClr>
              <a:buFont typeface="Arial" panose="020B0604020202020204" pitchFamily="34" charset="0"/>
              <a:buChar char="•"/>
              <a:defRPr/>
            </a:pPr>
            <a:r>
              <a:rPr lang="en-US"/>
              <a:t>$675M line of credit available </a:t>
            </a:r>
            <a:br>
              <a:rPr lang="en-US"/>
            </a:br>
            <a:r>
              <a:rPr lang="en-US"/>
              <a:t>in U.S.</a:t>
            </a:r>
            <a:r>
              <a:rPr lang="en-US" baseline="30000"/>
              <a:t>8</a:t>
            </a:r>
          </a:p>
          <a:p>
            <a:pPr>
              <a:lnSpc>
                <a:spcPct val="100000"/>
              </a:lnSpc>
              <a:spcAft>
                <a:spcPts val="600"/>
              </a:spcAft>
              <a:defRPr/>
            </a:pPr>
            <a:endParaRPr lang="en-US" sz="1800" b="1">
              <a:latin typeface="+mj-lt"/>
              <a:ea typeface="+mn-ea"/>
              <a:cs typeface="Calibri" panose="020F0502020204030204" pitchFamily="34" charset="0"/>
            </a:endParaRPr>
          </a:p>
        </p:txBody>
      </p:sp>
      <p:sp>
        <p:nvSpPr>
          <p:cNvPr id="10" name="Title 9">
            <a:extLst>
              <a:ext uri="{FF2B5EF4-FFF2-40B4-BE49-F238E27FC236}">
                <a16:creationId xmlns:a16="http://schemas.microsoft.com/office/drawing/2014/main" id="{A4556A67-45E1-D360-3441-F6E845C78B14}"/>
              </a:ext>
            </a:extLst>
          </p:cNvPr>
          <p:cNvSpPr>
            <a:spLocks noGrp="1"/>
          </p:cNvSpPr>
          <p:nvPr>
            <p:ph type="title"/>
          </p:nvPr>
        </p:nvSpPr>
        <p:spPr/>
        <p:txBody>
          <a:bodyPr/>
          <a:lstStyle/>
          <a:p>
            <a:r>
              <a:rPr lang="en-US">
                <a:solidFill>
                  <a:schemeClr val="bg1"/>
                </a:solidFill>
              </a:rPr>
              <a:t>Investment Highlights</a:t>
            </a:r>
          </a:p>
        </p:txBody>
      </p:sp>
      <p:sp>
        <p:nvSpPr>
          <p:cNvPr id="11" name="Text Placeholder 10">
            <a:extLst>
              <a:ext uri="{FF2B5EF4-FFF2-40B4-BE49-F238E27FC236}">
                <a16:creationId xmlns:a16="http://schemas.microsoft.com/office/drawing/2014/main" id="{5D85A8F9-4EA6-6830-8195-52FEEA5CD1C1}"/>
              </a:ext>
            </a:extLst>
          </p:cNvPr>
          <p:cNvSpPr>
            <a:spLocks noGrp="1"/>
          </p:cNvSpPr>
          <p:nvPr>
            <p:ph type="body" sz="quarter" idx="28"/>
          </p:nvPr>
        </p:nvSpPr>
        <p:spPr/>
        <p:txBody>
          <a:bodyPr/>
          <a:lstStyle/>
          <a:p>
            <a:endParaRPr lang="en-US"/>
          </a:p>
        </p:txBody>
      </p:sp>
      <p:sp>
        <p:nvSpPr>
          <p:cNvPr id="2" name="Text Placeholder 1">
            <a:extLst>
              <a:ext uri="{FF2B5EF4-FFF2-40B4-BE49-F238E27FC236}">
                <a16:creationId xmlns:a16="http://schemas.microsoft.com/office/drawing/2014/main" id="{73FA051D-17EC-80D1-6489-13E6717FB301}"/>
              </a:ext>
            </a:extLst>
          </p:cNvPr>
          <p:cNvSpPr>
            <a:spLocks noGrp="1"/>
          </p:cNvSpPr>
          <p:nvPr>
            <p:ph type="body" sz="quarter" idx="26"/>
          </p:nvPr>
        </p:nvSpPr>
        <p:spPr>
          <a:xfrm>
            <a:off x="633632" y="1355790"/>
            <a:ext cx="2436876" cy="769441"/>
          </a:xfrm>
        </p:spPr>
        <p:txBody>
          <a:bodyPr/>
          <a:lstStyle/>
          <a:p>
            <a:r>
              <a:rPr lang="en-US" sz="5000" b="0">
                <a:solidFill>
                  <a:schemeClr val="accent2"/>
                </a:solidFill>
                <a:latin typeface="Calibri Light" panose="020F0302020204030204" pitchFamily="34" charset="0"/>
                <a:cs typeface="Calibri Light" panose="020F0302020204030204" pitchFamily="34" charset="0"/>
              </a:rPr>
              <a:t>01</a:t>
            </a:r>
          </a:p>
        </p:txBody>
      </p:sp>
      <p:sp>
        <p:nvSpPr>
          <p:cNvPr id="22" name="Text Placeholder 2">
            <a:extLst>
              <a:ext uri="{FF2B5EF4-FFF2-40B4-BE49-F238E27FC236}">
                <a16:creationId xmlns:a16="http://schemas.microsoft.com/office/drawing/2014/main" id="{0158F49A-52D8-9CBE-CB85-D64DF6B55840}"/>
              </a:ext>
            </a:extLst>
          </p:cNvPr>
          <p:cNvSpPr txBox="1">
            <a:spLocks/>
          </p:cNvSpPr>
          <p:nvPr/>
        </p:nvSpPr>
        <p:spPr>
          <a:xfrm>
            <a:off x="633632" y="5807424"/>
            <a:ext cx="4979228" cy="200248"/>
          </a:xfrm>
          <a:prstGeom prst="rect">
            <a:avLst/>
          </a:prstGeom>
        </p:spPr>
        <p:txBody>
          <a:bodyPr vert="horz" wrap="square" lIns="0" tIns="0" rIns="0" bIns="0" rtlCol="0" anchor="t" anchorCtr="0">
            <a:spAutoFit/>
          </a:bodyPr>
          <a:lstStyle>
            <a:lvl1pPr marL="0" marR="0" indent="0" algn="l" defTabSz="914400" rtl="0" eaLnBrk="1" fontAlgn="auto" latinLnBrk="0" hangingPunct="1">
              <a:lnSpc>
                <a:spcPts val="1800"/>
              </a:lnSpc>
              <a:spcBef>
                <a:spcPts val="600"/>
              </a:spcBef>
              <a:spcAft>
                <a:spcPts val="0"/>
              </a:spcAft>
              <a:buClrTx/>
              <a:buSzTx/>
              <a:buFont typeface="Arial" panose="020B0604020202020204" pitchFamily="34" charset="0"/>
              <a:buNone/>
              <a:tabLst/>
              <a:defRPr lang="en-US" sz="1200" b="0" i="0" kern="1200">
                <a:solidFill>
                  <a:schemeClr val="bg1"/>
                </a:solidFill>
                <a:latin typeface="Calibri Light" panose="020F0302020204030204" pitchFamily="34" charset="0"/>
                <a:ea typeface="Calibri" panose="020F0502020204030204" pitchFamily="34" charset="0"/>
                <a:cs typeface="Calibri Light" panose="020F0302020204030204" pitchFamily="34" charset="0"/>
              </a:defRPr>
            </a:lvl1pPr>
            <a:lvl2pPr marL="685800" indent="-228600" algn="l" defTabSz="914400" rtl="0" eaLnBrk="1" latinLnBrk="0" hangingPunct="1">
              <a:lnSpc>
                <a:spcPct val="100000"/>
              </a:lnSpc>
              <a:spcBef>
                <a:spcPts val="600"/>
              </a:spcBef>
              <a:spcAft>
                <a:spcPts val="0"/>
              </a:spcAft>
              <a:buClr>
                <a:schemeClr val="accent4"/>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11430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914377">
              <a:defRPr/>
            </a:pPr>
            <a:r>
              <a:rPr lang="en-US" sz="800"/>
              <a:t>Footnote References on Page 29 </a:t>
            </a:r>
          </a:p>
        </p:txBody>
      </p:sp>
      <p:cxnSp>
        <p:nvCxnSpPr>
          <p:cNvPr id="26" name="Straight Connector 25">
            <a:extLst>
              <a:ext uri="{FF2B5EF4-FFF2-40B4-BE49-F238E27FC236}">
                <a16:creationId xmlns:a16="http://schemas.microsoft.com/office/drawing/2014/main" id="{1A732231-05BB-6FFA-9294-7D48316B90C2}"/>
              </a:ext>
            </a:extLst>
          </p:cNvPr>
          <p:cNvCxnSpPr>
            <a:cxnSpLocks/>
          </p:cNvCxnSpPr>
          <p:nvPr/>
        </p:nvCxnSpPr>
        <p:spPr>
          <a:xfrm>
            <a:off x="633632" y="5835999"/>
            <a:ext cx="217268"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4" name="Text Placeholder 1">
            <a:extLst>
              <a:ext uri="{FF2B5EF4-FFF2-40B4-BE49-F238E27FC236}">
                <a16:creationId xmlns:a16="http://schemas.microsoft.com/office/drawing/2014/main" id="{E2B4C57A-4763-C555-169D-41C9250794C2}"/>
              </a:ext>
            </a:extLst>
          </p:cNvPr>
          <p:cNvSpPr txBox="1">
            <a:spLocks/>
          </p:cNvSpPr>
          <p:nvPr/>
        </p:nvSpPr>
        <p:spPr>
          <a:xfrm>
            <a:off x="3420375" y="1355790"/>
            <a:ext cx="2436876" cy="769441"/>
          </a:xfrm>
          <a:prstGeom prst="rect">
            <a:avLst/>
          </a:prstGeom>
        </p:spPr>
        <p:txBody>
          <a:bodyPr vert="horz" wrap="square" lIns="0" tIns="0" rIns="0" bIns="0" rtlCol="0"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lang="en-US" sz="1400" b="1" i="0" kern="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685800" indent="-228600" algn="l" defTabSz="914400" rtl="0" eaLnBrk="1" latinLnBrk="0" hangingPunct="1">
              <a:lnSpc>
                <a:spcPct val="100000"/>
              </a:lnSpc>
              <a:spcBef>
                <a:spcPts val="600"/>
              </a:spcBef>
              <a:spcAft>
                <a:spcPts val="0"/>
              </a:spcAft>
              <a:buClr>
                <a:schemeClr val="accent4"/>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11430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5000" b="0">
                <a:solidFill>
                  <a:schemeClr val="accent2"/>
                </a:solidFill>
                <a:latin typeface="Calibri Light" panose="020F0302020204030204" pitchFamily="34" charset="0"/>
                <a:cs typeface="Calibri Light" panose="020F0302020204030204" pitchFamily="34" charset="0"/>
              </a:rPr>
              <a:t>02</a:t>
            </a:r>
          </a:p>
        </p:txBody>
      </p:sp>
      <p:sp>
        <p:nvSpPr>
          <p:cNvPr id="35" name="Text Placeholder 1">
            <a:extLst>
              <a:ext uri="{FF2B5EF4-FFF2-40B4-BE49-F238E27FC236}">
                <a16:creationId xmlns:a16="http://schemas.microsoft.com/office/drawing/2014/main" id="{0E287247-1A77-6418-DEF6-E1A12CB65D98}"/>
              </a:ext>
            </a:extLst>
          </p:cNvPr>
          <p:cNvSpPr txBox="1">
            <a:spLocks/>
          </p:cNvSpPr>
          <p:nvPr/>
        </p:nvSpPr>
        <p:spPr>
          <a:xfrm>
            <a:off x="6272433" y="1355790"/>
            <a:ext cx="2436876" cy="769441"/>
          </a:xfrm>
          <a:prstGeom prst="rect">
            <a:avLst/>
          </a:prstGeom>
        </p:spPr>
        <p:txBody>
          <a:bodyPr vert="horz" wrap="square" lIns="0" tIns="0" rIns="0" bIns="0" rtlCol="0"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lang="en-US" sz="1400" b="1" i="0" kern="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685800" indent="-228600" algn="l" defTabSz="914400" rtl="0" eaLnBrk="1" latinLnBrk="0" hangingPunct="1">
              <a:lnSpc>
                <a:spcPct val="100000"/>
              </a:lnSpc>
              <a:spcBef>
                <a:spcPts val="600"/>
              </a:spcBef>
              <a:spcAft>
                <a:spcPts val="0"/>
              </a:spcAft>
              <a:buClr>
                <a:schemeClr val="accent4"/>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11430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5000" b="0">
                <a:solidFill>
                  <a:schemeClr val="accent2"/>
                </a:solidFill>
                <a:latin typeface="Calibri Light" panose="020F0302020204030204" pitchFamily="34" charset="0"/>
                <a:cs typeface="Calibri Light" panose="020F0302020204030204" pitchFamily="34" charset="0"/>
              </a:rPr>
              <a:t>03</a:t>
            </a:r>
          </a:p>
        </p:txBody>
      </p:sp>
      <p:sp>
        <p:nvSpPr>
          <p:cNvPr id="36" name="Text Placeholder 1">
            <a:extLst>
              <a:ext uri="{FF2B5EF4-FFF2-40B4-BE49-F238E27FC236}">
                <a16:creationId xmlns:a16="http://schemas.microsoft.com/office/drawing/2014/main" id="{E4E8AD29-1FA3-A289-8CF2-BF96DFB80A3D}"/>
              </a:ext>
            </a:extLst>
          </p:cNvPr>
          <p:cNvSpPr txBox="1">
            <a:spLocks/>
          </p:cNvSpPr>
          <p:nvPr/>
        </p:nvSpPr>
        <p:spPr>
          <a:xfrm>
            <a:off x="9091833" y="1355790"/>
            <a:ext cx="2436876" cy="769441"/>
          </a:xfrm>
          <a:prstGeom prst="rect">
            <a:avLst/>
          </a:prstGeom>
        </p:spPr>
        <p:txBody>
          <a:bodyPr vert="horz" wrap="square" lIns="0" tIns="0" rIns="0" bIns="0" rtlCol="0" anchor="t" anchorCtr="0">
            <a:sp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lang="en-US" sz="1400" b="1" i="0" kern="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685800" indent="-228600" algn="l" defTabSz="914400" rtl="0" eaLnBrk="1" latinLnBrk="0" hangingPunct="1">
              <a:lnSpc>
                <a:spcPct val="100000"/>
              </a:lnSpc>
              <a:spcBef>
                <a:spcPts val="600"/>
              </a:spcBef>
              <a:spcAft>
                <a:spcPts val="0"/>
              </a:spcAft>
              <a:buClr>
                <a:schemeClr val="accent4"/>
              </a:buClr>
              <a:buFont typeface="Arial" panose="020B0604020202020204" pitchFamily="34" charset="0"/>
              <a:buChar char="•"/>
              <a:defRPr lang="en-US" sz="1400" b="0" i="0" kern="1200" dirty="0">
                <a:solidFill>
                  <a:schemeClr val="bg1"/>
                </a:solidFill>
                <a:latin typeface="Calibri"/>
                <a:ea typeface="Calibri" panose="020F0502020204030204" pitchFamily="34" charset="0"/>
                <a:cs typeface="Calibri" panose="020F0502020204030204" pitchFamily="34" charset="0"/>
              </a:defRPr>
            </a:lvl2pPr>
            <a:lvl3pPr marL="11430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Calibri"/>
                <a:ea typeface="Calibri" panose="020F0502020204030204" pitchFamily="34" charset="0"/>
                <a:cs typeface="Calibri" panose="020F0502020204030204" pitchFamily="34" charset="0"/>
              </a:defRPr>
            </a:lvl3pPr>
            <a:lvl4pPr marL="16002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100000"/>
              </a:lnSpc>
              <a:spcBef>
                <a:spcPts val="600"/>
              </a:spcBef>
              <a:spcAft>
                <a:spcPts val="0"/>
              </a:spcAft>
              <a:buFont typeface="Arial" panose="020B0604020202020204" pitchFamily="34" charset="0"/>
              <a:buChar char="•"/>
              <a:defRPr lang="en-US" sz="1200" b="0" i="0" kern="1200" dirty="0">
                <a:solidFill>
                  <a:schemeClr val="bg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5000" b="0">
                <a:solidFill>
                  <a:schemeClr val="accent2"/>
                </a:solidFill>
                <a:latin typeface="Calibri Light" panose="020F0302020204030204" pitchFamily="34" charset="0"/>
                <a:cs typeface="Calibri Light" panose="020F0302020204030204" pitchFamily="34" charset="0"/>
              </a:rPr>
              <a:t>04</a:t>
            </a:r>
          </a:p>
        </p:txBody>
      </p:sp>
      <p:pic>
        <p:nvPicPr>
          <p:cNvPr id="4" name="Picture 6" descr="Databricks | NRI">
            <a:extLst>
              <a:ext uri="{FF2B5EF4-FFF2-40B4-BE49-F238E27FC236}">
                <a16:creationId xmlns:a16="http://schemas.microsoft.com/office/drawing/2014/main" id="{745862E0-8169-455C-272D-0B391A23BC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9569" y="6347273"/>
            <a:ext cx="1045303" cy="290736"/>
          </a:xfrm>
          <a:prstGeom prst="rect">
            <a:avLst/>
          </a:prstGeom>
          <a:noFill/>
          <a:extLst>
            <a:ext uri="{909E8E84-426E-40DD-AFC4-6F175D3DCCD1}">
              <a14:hiddenFill xmlns:a14="http://schemas.microsoft.com/office/drawing/2010/main">
                <a:solidFill>
                  <a:srgbClr val="FFFFFF"/>
                </a:solidFill>
              </a14:hiddenFill>
            </a:ext>
          </a:extLst>
        </p:spPr>
      </p:pic>
      <p:sp>
        <p:nvSpPr>
          <p:cNvPr id="6" name="Plus Sign 5">
            <a:extLst>
              <a:ext uri="{FF2B5EF4-FFF2-40B4-BE49-F238E27FC236}">
                <a16:creationId xmlns:a16="http://schemas.microsoft.com/office/drawing/2014/main" id="{7141CC95-1C74-EA18-76E7-88EC9DD334E3}"/>
              </a:ext>
            </a:extLst>
          </p:cNvPr>
          <p:cNvSpPr/>
          <p:nvPr/>
        </p:nvSpPr>
        <p:spPr bwMode="auto">
          <a:xfrm>
            <a:off x="1174701" y="6419011"/>
            <a:ext cx="137237" cy="137237"/>
          </a:xfrm>
          <a:prstGeom prst="mathPlus">
            <a:avLst/>
          </a:prstGeom>
          <a:solidFill>
            <a:schemeClr val="bg1"/>
          </a:solidFill>
          <a:ln>
            <a:noFill/>
          </a:ln>
          <a:effectLst/>
        </p:spPr>
        <p:txBody>
          <a:bodyPr wrap="none" rtlCol="0" anchor="ctr"/>
          <a:lstStyle/>
          <a:p>
            <a:pPr algn="ctr"/>
            <a:endParaRPr lang="en-US" sz="2400" b="1" spc="50" dirty="0" err="1">
              <a:ln w="0"/>
              <a:solidFill>
                <a:schemeClr val="bg2"/>
              </a:solidFill>
              <a:effectLst>
                <a:innerShdw blurRad="63500" dist="50800" dir="13500000">
                  <a:srgbClr val="000000">
                    <a:alpha val="50000"/>
                  </a:srgbClr>
                </a:innerShdw>
              </a:effectLst>
              <a:latin typeface="Calibri Light" panose="020F0302020204030204" pitchFamily="34" charset="0"/>
              <a:ea typeface="Human Sans ExtraLight" charset="0"/>
              <a:cs typeface="Human Sans ExtraLight" charset="0"/>
            </a:endParaRPr>
          </a:p>
        </p:txBody>
      </p:sp>
    </p:spTree>
    <p:extLst>
      <p:ext uri="{BB962C8B-B14F-4D97-AF65-F5344CB8AC3E}">
        <p14:creationId xmlns:p14="http://schemas.microsoft.com/office/powerpoint/2010/main" val="1191981111"/>
      </p:ext>
    </p:extLst>
  </p:cSld>
  <p:clrMapOvr>
    <a:masterClrMapping/>
  </p:clrMapOvr>
</p:sld>
</file>

<file path=ppt/theme/theme1.xml><?xml version="1.0" encoding="utf-8"?>
<a:theme xmlns:a="http://schemas.openxmlformats.org/drawingml/2006/main" name="EPAM Master Dark 2023.1">
  <a:themeElements>
    <a:clrScheme name="EPAM Dark Palette">
      <a:dk1>
        <a:srgbClr val="000000"/>
      </a:dk1>
      <a:lt1>
        <a:srgbClr val="FFFFFF"/>
      </a:lt1>
      <a:dk2>
        <a:srgbClr val="A0A0A0"/>
      </a:dk2>
      <a:lt2>
        <a:srgbClr val="FBFAFA"/>
      </a:lt2>
      <a:accent1>
        <a:srgbClr val="161616"/>
      </a:accent1>
      <a:accent2>
        <a:srgbClr val="00F6FF"/>
      </a:accent2>
      <a:accent3>
        <a:srgbClr val="B896FF"/>
      </a:accent3>
      <a:accent4>
        <a:srgbClr val="7BA8FF"/>
      </a:accent4>
      <a:accent5>
        <a:srgbClr val="418DFF"/>
      </a:accent5>
      <a:accent6>
        <a:srgbClr val="00F3AB"/>
      </a:accent6>
      <a:hlink>
        <a:srgbClr val="060606"/>
      </a:hlink>
      <a:folHlink>
        <a:srgbClr val="000000"/>
      </a:folHlink>
    </a:clrScheme>
    <a:fontScheme name="EPAM">
      <a:majorFont>
        <a:latin typeface="Calibri Bold"/>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7686</TotalTime>
  <Words>2317</Words>
  <Application>Microsoft Office PowerPoint</Application>
  <PresentationFormat>Widescreen</PresentationFormat>
  <Paragraphs>515</Paragraphs>
  <Slides>35</Slides>
  <Notes>7</Notes>
  <HiddenSlides>18</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35</vt:i4>
      </vt:variant>
    </vt:vector>
  </HeadingPairs>
  <TitlesOfParts>
    <vt:vector size="45" baseType="lpstr">
      <vt:lpstr>Arial</vt:lpstr>
      <vt:lpstr>Arial Black</vt:lpstr>
      <vt:lpstr>Calibri</vt:lpstr>
      <vt:lpstr>Calibri Light</vt:lpstr>
      <vt:lpstr>Calibri Regular</vt:lpstr>
      <vt:lpstr>Courier New</vt:lpstr>
      <vt:lpstr>Google Sans</vt:lpstr>
      <vt:lpstr>Human Sans</vt:lpstr>
      <vt:lpstr>Montserrat</vt:lpstr>
      <vt:lpstr>EPAM Master Dark 2023.1</vt:lpstr>
      <vt:lpstr>Apresentação do PowerPoint</vt:lpstr>
      <vt:lpstr>Apresentação do PowerPoint</vt:lpstr>
      <vt:lpstr>Contents</vt:lpstr>
      <vt:lpstr>Agenda</vt:lpstr>
      <vt:lpstr>Apresentação do PowerPoint</vt:lpstr>
      <vt:lpstr>Apresentação do PowerPoint</vt:lpstr>
      <vt:lpstr>Previous Projects</vt:lpstr>
      <vt:lpstr>Reckitt Benckiser</vt:lpstr>
      <vt:lpstr>The Problem</vt:lpstr>
      <vt:lpstr>Apresentação do PowerPoint</vt:lpstr>
      <vt:lpstr>Grupo Pestana</vt:lpstr>
      <vt:lpstr>The Problem</vt:lpstr>
      <vt:lpstr>Apresentação do PowerPoint</vt:lpstr>
      <vt:lpstr>ASML</vt:lpstr>
      <vt:lpstr>The Problem</vt:lpstr>
      <vt:lpstr>Apresentação do PowerPoint</vt:lpstr>
      <vt:lpstr>Q&amp;A</vt:lpstr>
      <vt:lpstr>Thank you! </vt:lpstr>
      <vt:lpstr>Apresentação do PowerPoint</vt:lpstr>
      <vt:lpstr>Apresentação do PowerPoint</vt:lpstr>
      <vt:lpstr>Primary Color Palette</vt:lpstr>
      <vt:lpstr>Extended Color Palette  </vt:lpstr>
      <vt:lpstr>Gradient</vt:lpstr>
      <vt:lpstr>Text Gradient</vt:lpstr>
      <vt:lpstr>Ring Charts </vt:lpstr>
      <vt:lpstr>Ring Charts</vt:lpstr>
      <vt:lpstr>Bar Graphs </vt:lpstr>
      <vt:lpstr>Bar Graphs </vt:lpstr>
      <vt:lpstr>Large Ring Chart </vt:lpstr>
      <vt:lpstr>Large Bar Chart Gradient Version</vt:lpstr>
      <vt:lpstr>Large Bar Chart Solid Version</vt:lpstr>
      <vt:lpstr>Bar Graphs </vt:lpstr>
      <vt:lpstr>Our Approach</vt:lpstr>
      <vt:lpstr>Project Approach – 5 Phases</vt:lpstr>
      <vt:lpstr>Investment Highlights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Palina Vilava</dc:creator>
  <cp:lastModifiedBy>Ítalo Barros</cp:lastModifiedBy>
  <cp:revision>13</cp:revision>
  <dcterms:created xsi:type="dcterms:W3CDTF">2020-10-26T14:33:58Z</dcterms:created>
  <dcterms:modified xsi:type="dcterms:W3CDTF">2026-04-09T13:28:56Z</dcterms:modified>
</cp:coreProperties>
</file>